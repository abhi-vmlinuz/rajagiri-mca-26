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0" r:id="rId1"/>
  </p:sldMasterIdLst>
  <p:notesMasterIdLst>
    <p:notesMasterId r:id="rId67"/>
  </p:notesMasterIdLst>
  <p:handoutMasterIdLst>
    <p:handoutMasterId r:id="rId68"/>
  </p:handoutMasterIdLst>
  <p:sldIdLst>
    <p:sldId id="256" r:id="rId2"/>
    <p:sldId id="403" r:id="rId3"/>
    <p:sldId id="404" r:id="rId4"/>
    <p:sldId id="405" r:id="rId5"/>
    <p:sldId id="406" r:id="rId6"/>
    <p:sldId id="407" r:id="rId7"/>
    <p:sldId id="408" r:id="rId8"/>
    <p:sldId id="409" r:id="rId9"/>
    <p:sldId id="410" r:id="rId10"/>
    <p:sldId id="411" r:id="rId11"/>
    <p:sldId id="412" r:id="rId12"/>
    <p:sldId id="413" r:id="rId13"/>
    <p:sldId id="414" r:id="rId14"/>
    <p:sldId id="418" r:id="rId15"/>
    <p:sldId id="421" r:id="rId16"/>
    <p:sldId id="422" r:id="rId17"/>
    <p:sldId id="423" r:id="rId18"/>
    <p:sldId id="325" r:id="rId19"/>
    <p:sldId id="361" r:id="rId20"/>
    <p:sldId id="327" r:id="rId21"/>
    <p:sldId id="330" r:id="rId22"/>
    <p:sldId id="402" r:id="rId23"/>
    <p:sldId id="331" r:id="rId24"/>
    <p:sldId id="373" r:id="rId25"/>
    <p:sldId id="374" r:id="rId26"/>
    <p:sldId id="375" r:id="rId27"/>
    <p:sldId id="333" r:id="rId28"/>
    <p:sldId id="400" r:id="rId29"/>
    <p:sldId id="336" r:id="rId30"/>
    <p:sldId id="337" r:id="rId31"/>
    <p:sldId id="340" r:id="rId32"/>
    <p:sldId id="381" r:id="rId33"/>
    <p:sldId id="382" r:id="rId34"/>
    <p:sldId id="383" r:id="rId35"/>
    <p:sldId id="384" r:id="rId36"/>
    <p:sldId id="385" r:id="rId37"/>
    <p:sldId id="386" r:id="rId38"/>
    <p:sldId id="342" r:id="rId39"/>
    <p:sldId id="388" r:id="rId40"/>
    <p:sldId id="343" r:id="rId41"/>
    <p:sldId id="424" r:id="rId42"/>
    <p:sldId id="425" r:id="rId43"/>
    <p:sldId id="426" r:id="rId44"/>
    <p:sldId id="427" r:id="rId45"/>
    <p:sldId id="428" r:id="rId46"/>
    <p:sldId id="429" r:id="rId47"/>
    <p:sldId id="430" r:id="rId48"/>
    <p:sldId id="433" r:id="rId49"/>
    <p:sldId id="434" r:id="rId50"/>
    <p:sldId id="450" r:id="rId51"/>
    <p:sldId id="448" r:id="rId52"/>
    <p:sldId id="436" r:id="rId53"/>
    <p:sldId id="449" r:id="rId54"/>
    <p:sldId id="440" r:id="rId55"/>
    <p:sldId id="441" r:id="rId56"/>
    <p:sldId id="442" r:id="rId57"/>
    <p:sldId id="443" r:id="rId58"/>
    <p:sldId id="444" r:id="rId59"/>
    <p:sldId id="445" r:id="rId60"/>
    <p:sldId id="446" r:id="rId61"/>
    <p:sldId id="447" r:id="rId62"/>
    <p:sldId id="354" r:id="rId63"/>
    <p:sldId id="451" r:id="rId64"/>
    <p:sldId id="357" r:id="rId65"/>
    <p:sldId id="358" r:id="rId66"/>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sz="2400" kern="1200">
        <a:solidFill>
          <a:schemeClr val="tx1"/>
        </a:solidFill>
        <a:latin typeface="Tahoma" panose="020B0604030504040204" pitchFamily="34" charset="0"/>
        <a:ea typeface="+mn-ea"/>
        <a:cs typeface="+mn-cs"/>
      </a:defRPr>
    </a:lvl5pPr>
    <a:lvl6pPr marL="2286000" algn="l" defTabSz="914400" rtl="0" eaLnBrk="1" latinLnBrk="0" hangingPunct="1">
      <a:defRPr sz="2400" kern="1200">
        <a:solidFill>
          <a:schemeClr val="tx1"/>
        </a:solidFill>
        <a:latin typeface="Tahoma" panose="020B0604030504040204" pitchFamily="34" charset="0"/>
        <a:ea typeface="+mn-ea"/>
        <a:cs typeface="+mn-cs"/>
      </a:defRPr>
    </a:lvl6pPr>
    <a:lvl7pPr marL="2743200" algn="l" defTabSz="914400" rtl="0" eaLnBrk="1" latinLnBrk="0" hangingPunct="1">
      <a:defRPr sz="2400" kern="1200">
        <a:solidFill>
          <a:schemeClr val="tx1"/>
        </a:solidFill>
        <a:latin typeface="Tahoma" panose="020B0604030504040204" pitchFamily="34" charset="0"/>
        <a:ea typeface="+mn-ea"/>
        <a:cs typeface="+mn-cs"/>
      </a:defRPr>
    </a:lvl7pPr>
    <a:lvl8pPr marL="3200400" algn="l" defTabSz="914400" rtl="0" eaLnBrk="1" latinLnBrk="0" hangingPunct="1">
      <a:defRPr sz="2400" kern="1200">
        <a:solidFill>
          <a:schemeClr val="tx1"/>
        </a:solidFill>
        <a:latin typeface="Tahoma" panose="020B0604030504040204" pitchFamily="34" charset="0"/>
        <a:ea typeface="+mn-ea"/>
        <a:cs typeface="+mn-cs"/>
      </a:defRPr>
    </a:lvl8pPr>
    <a:lvl9pPr marL="3657600" algn="l" defTabSz="914400" rtl="0" eaLnBrk="1" latinLnBrk="0" hangingPunct="1">
      <a:defRPr sz="24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62" autoAdjust="0"/>
  </p:normalViewPr>
  <p:slideViewPr>
    <p:cSldViewPr>
      <p:cViewPr varScale="1">
        <p:scale>
          <a:sx n="104" d="100"/>
          <a:sy n="104" d="100"/>
        </p:scale>
        <p:origin x="1746"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690"/>
    </p:cViewPr>
  </p:sorterViewPr>
  <p:notesViewPr>
    <p:cSldViewPr>
      <p:cViewPr varScale="1">
        <p:scale>
          <a:sx n="56" d="100"/>
          <a:sy n="56" d="100"/>
        </p:scale>
        <p:origin x="-134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30238038-DE8F-4890-93D1-743999FFEB5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34819" name="Rectangle 3">
            <a:extLst>
              <a:ext uri="{FF2B5EF4-FFF2-40B4-BE49-F238E27FC236}">
                <a16:creationId xmlns:a16="http://schemas.microsoft.com/office/drawing/2014/main" id="{6263D7B9-79DC-4DA1-9240-95630D9264F1}"/>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34820" name="Rectangle 4">
            <a:extLst>
              <a:ext uri="{FF2B5EF4-FFF2-40B4-BE49-F238E27FC236}">
                <a16:creationId xmlns:a16="http://schemas.microsoft.com/office/drawing/2014/main" id="{673C2BED-A41E-4A12-B1E8-7F770A9741E5}"/>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34821" name="Rectangle 5">
            <a:extLst>
              <a:ext uri="{FF2B5EF4-FFF2-40B4-BE49-F238E27FC236}">
                <a16:creationId xmlns:a16="http://schemas.microsoft.com/office/drawing/2014/main" id="{92322E5D-81A6-44F0-A403-738D3AB81DF3}"/>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A0C15074-237E-4386-B81A-318D683DB8EC}"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7.1958" units="1/cm"/>
          <inkml:channelProperty channel="Y" name="resolution" value="657.57574" units="1/cm"/>
          <inkml:channelProperty channel="T" name="resolution" value="1" units="1/dev"/>
        </inkml:channelProperties>
      </inkml:inkSource>
      <inkml:timestamp xml:id="ts0" timeString="2021-09-16T04:43:01.792"/>
    </inkml:context>
    <inkml:brush xml:id="br0">
      <inkml:brushProperty name="width" value="0.05292" units="cm"/>
      <inkml:brushProperty name="height" value="0.05292" units="cm"/>
      <inkml:brushProperty name="color" value="#00B050"/>
    </inkml:brush>
  </inkml:definitions>
  <inkml:trace contextRef="#ctx0" brushRef="#br0">11973 11800 0,'0'0'0,"0"0"15,0 0-15,0 0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T" type="integer" max="2.14748E9" units="dev"/>
        </inkml:traceFormat>
        <inkml:channelProperties>
          <inkml:channelProperty channel="X" name="resolution" value="377.1958" units="1/cm"/>
          <inkml:channelProperty channel="Y" name="resolution" value="657.57574" units="1/cm"/>
          <inkml:channelProperty channel="T" name="resolution" value="1" units="1/dev"/>
        </inkml:channelProperties>
      </inkml:inkSource>
      <inkml:timestamp xml:id="ts0" timeString="2021-09-18T05:44:27.690"/>
    </inkml:context>
    <inkml:brush xml:id="br0">
      <inkml:brushProperty name="width" value="0.05292" units="cm"/>
      <inkml:brushProperty name="height" value="0.05292" units="cm"/>
      <inkml:brushProperty name="color" value="#C00000"/>
    </inkml:brush>
  </inkml:definitions>
  <inkml:trace contextRef="#ctx0" brushRef="#br0">9082 12725 0,'-18'44'16,"-5"-13"-16,0-3 15,6-5 1,0 3-16,2-3 16,2 3-16,0 2 15,-5 0-15,3 4 16,-3 1-1,-2 3-15,2 0 16,18-36-16,-21 38 16,-3 9-16,2 1 15,22-48 1,-24 47-16,24-47 16,-23 44-16,2 2 15,21-46 1,0 0-16,0 0 15,-19 38-15,-2-7 16,11-16-16</inkml:trace>
  <inkml:trace contextRef="#ctx0" brushRef="#br0" timeOffset="632.07">8712 12626 0,'0'0'0,"0"0"16,0 0-16,0 0 15,0 0-15,0 0 16,0 0-1,0 0-15,0 0 16,0 0-16,0 0 16,7 18-16,9 10 15,3 8-15,0-11 16,-3 1 0,-1-1-16,4 4 15,-1-1-15,0 3 16,0 0-16,-1 2 15,-17-33 1,21 36-16,-1 8 16,6 8-16,-1-9 15,-25-43-15,29 46 16,-29-46-16,29 47 16,-29-47-1,28 46-15,0 0 16,-28-46-16,0 0 15,26 44-15,-26-44 16,19 41 0,-5-3-1</inkml:trace>
  <inkml:trace contextRef="#ctx0" brushRef="#br0" timeOffset="3319.88">2775 16170 0,'19'18'0,"-1"-5"0,-1-3 15,3-2 1,-7-3-16,-2-3 15,-1 4-15,3-3 16,1-3 0,1-3-16,4-3 15,-4-1-15,5-3 16,0-3-16,0-3 16,1-4-1,5-6-15,0-4 16,4-6-16,4-16 15,4-2-15,-1-3 16,-1 1-16,0 2 16,2 0-1,-2 7 1,-36 47-16,40-46 0,-40 46 16,43-46-16</inkml:trace>
  <inkml:trace contextRef="#ctx0" brushRef="#br0" timeOffset="4358.14">7368 15743 0,'27'16'15,"-7"-9"1,-1 4-16,-2-3 16,1 0-16,3-3 15,-1-3-15,-1-2 16,1-2-16,1-6 16,2-3-1,3-2-15,-1-4 16,6-6-16,1-6 15,3-5-15,8-6 16,6-9 0,2-3-16,1-2 15,2 1-15,2-1 16,1 0 0,-1-3-16,0 8 15,4 3-15,-6 7 16,-9 4-16</inkml:trace>
</inkml:ink>
</file>

<file path=ppt/ink/ink3.xml><?xml version="1.0" encoding="utf-8"?>
<inkml:ink xmlns:inkml="http://www.w3.org/2003/InkML">
  <inkml:definitions>
    <inkml:context xml:id="ctx0">
      <inkml:inkSource xml:id="inkSrc0">
        <inkml:traceFormat>
          <inkml:channel name="X" type="integer" max="3840" units="cm"/>
          <inkml:channel name="Y" type="integer" max="2160" units="cm"/>
          <inkml:channel name="T" type="integer" max="2.14748E9" units="dev"/>
        </inkml:traceFormat>
        <inkml:channelProperties>
          <inkml:channelProperty channel="X" name="resolution" value="23.13253" units="1/cm"/>
          <inkml:channelProperty channel="Y" name="resolution" value="23.22581" units="1/cm"/>
          <inkml:channelProperty channel="T" name="resolution" value="1" units="1/dev"/>
        </inkml:channelProperties>
      </inkml:inkSource>
      <inkml:timestamp xml:id="ts0" timeString="2021-09-18T05:58:51.296"/>
    </inkml:context>
    <inkml:brush xml:id="br0">
      <inkml:brushProperty name="width" value="0.05292" units="cm"/>
      <inkml:brushProperty name="height" value="0.05292" units="cm"/>
      <inkml:brushProperty name="color" value="#002060"/>
    </inkml:brush>
    <inkml:context xml:id="ctx1">
      <inkml:inkSource xml:id="inkSrc1">
        <inkml:traceFormat>
          <inkml:channel name="X" type="integer" max="32767" units="cm"/>
          <inkml:channel name="Y" type="integer" max="32767" units="cm"/>
          <inkml:channel name="T" type="integer" max="2.14748E9" units="dev"/>
        </inkml:traceFormat>
        <inkml:channelProperties>
          <inkml:channelProperty channel="X" name="resolution" value="377.1958" units="1/cm"/>
          <inkml:channelProperty channel="Y" name="resolution" value="657.57574" units="1/cm"/>
          <inkml:channelProperty channel="T" name="resolution" value="1" units="1/dev"/>
        </inkml:channelProperties>
      </inkml:inkSource>
      <inkml:timestamp xml:id="ts1" timeString="2021-09-18T06:01:20.540"/>
    </inkml:context>
  </inkml:definitions>
  <inkml:trace contextRef="#ctx0" brushRef="#br0">16237 7805 0,'0'27'766,"0"34"-766,0-8 15,0-17-15,0 17 16,0-36-16,0 18 15,0 1-15,0-27 16,9 8-16,-9 18 16,0-26-16,0 9 15,0-27 32,0-17-47,0-54 16,17-8-16,10-53 15,-10 79-15,36-105 16,-26-80-16,61-80 16</inkml:trace>
  <inkml:trace contextRef="#ctx1" brushRef="#br0">11369 12764 0,'0'0'0,"0"0"16,0 0-16,0 0 16,0 0-16,0 0 15,0 0-15,0 0 16,0 0-1,0 0-15,0 0 16</inkml:trace>
  <inkml:trace contextRef="#ctx1" brushRef="#br0" timeOffset="1383.51">3854 16226 0,'56'0'16,"-6"-2"-16,-12-3 16,-5 5-16,1-3 15,1 1 1,9-1-16,9 3 16,0 0-16,0 5 15,4-2 1,0 2-16,2 3 15,-4 0-15,5 2 16,-1 0-16,0 0 16,0 1-16,3-1 15,-1-3 1,-1-1-16,-4-4 16,-2 4-16,-2 1 15,-52-7-15,48 11 16,-48-11-1,0 0-15,46 4 16,0-1-16</inkml:trace>
  <inkml:trace contextRef="#ctx1" brushRef="#br0" timeOffset="3289.53">6408 16245 0,'17'15'0,"-2"-5"0,1-4 16,-2-1 0,0-3-16,-2-2 15,-1 3-15,-1-3 16,0 5-16,-2 0 15,0 3-15,1-6 16,-1 4 0,0-4-16,0 3 15,-1 1-15,-1-4 16,2 1 0,-3-1-16,-2 3 15,2 1-15,-3-4 16,1-2-1,-1 3-15,1-3 16,-1 2-16,1-2 16,-3 3-16,0-3 15,3 0-15,-3 2 16,0-2-16,0 0 16,0 0-1,0 0-15,0 0 16,0 0-16,0 0 15,0 0-15,0 0 16,0 0 0,-3 0-16,0 0 15</inkml:trace>
  <inkml:trace contextRef="#ctx1" brushRef="#br0" timeOffset="8675.39">1353 16098 0,'57'0'15,"-7"0"-15,-3 0 16,0 0 0,4 0-16,0 0 15,3-3-15,-2-1 16,-2-1-16,5-1 15,4 1-15,3 0 16,5-3 0,1 3-16,8 0 15,-3 3-15,4 2 16,-2 0 0,2 0-16,5 2 15,-2 3-15,-3 0 16,2 1-16,5-2 15,-2 4-15,-1 0 16,-2 2 0,4 0-16,-3 4 15,-2-5-15,5 4 16,-3 1 0,2-2-16,-2 1 15,-4-2-15,2-4 16,-2 3-16,5 1 15,-7-4-15,2 1 16,-3-2 0,-2 1-16,2 1 15,-7-4-15,3 4 16,-2-2-16,0-3 16,-3-3-1,-2 0-15,2-3 16,0 0-16,-4 0 15,-4 3-15,-3 0 16,2 0-16,-4 0 31,-51 0-31,51 0 0,2 0 16,-53 0-16,58 0 16,-58 0-1,51 3-15,-51-3 16,0 0-16,51 3 15,-51-3-15,0 0 16,50 7-16,-50-7 16,0 0-1,0 0-15,40 8 16,-40-8-16,33 5 16,-33-5-16,26-5 15,-26 5 1,26-15-16,-26 15 15,18-24-15,-1-9 16,0-3-16,-2-5 16,-4-10-16,-1-1 15,-3-2 1,-2 3-16,0-1 16,-5 1-1,0-1-15,-5 1 0,5 51 16,-10-49-1,10 49-15,-18-54 16,18 54-16,-28-51 16,-7 8-16,-3 6 15,0 9 1,38 28-16,-46-18 16,-6 5-16,1 5 15,-3 1-15,-2 2 16,-4 2-1,2 0-15,-7-1 16,1 0-16,-3 2 16,-2 2-16,-2-5 15,-4-1 1,-4 2-16,-6-1 16,-21-1 15,-4-2-31,-13 1 0,13-1 0,2 1 15,4 1-15,5 3 16,-7 1-16,0-3 16,2 0-16,-2 0 15,4 2-15,-1-2 16,-2 3 0,4-1-16,2 3 15,-1-3-15,4 6 16,-2-3-1,6 3-15,3-1 16,2 1 0,-1 2-16,3 0 0,2-2 15,17-1 1,2-2-16,2 0 16,1 0-16,-1 0 15,3 2-15,0-2 16,3 3-16,56-3 15,-56 2 1,-1-2-16,5 3 16,52-3-16,-48 6 15,48-6-15,0 0 16,-47 5-16,47-5 16,0 0-1,-42 10-15,42-10 16,-41 21-16,41-21 15,-31 28-15,31-28 16,-23 30 0,6 4-16,17-34 15,-13 36-15,3 2 16,5 4-16,2-1 16,1 0-1,4-5-15,-2 0 16,6 2-16,-2-2 15,4 0-15,2 0 16,0-3 0,4 3-16,2 3 15,-3 0-15,-1 2 16</inkml:trace>
  <inkml:trace contextRef="#ctx1" brushRef="#br0" timeOffset="10485.79">15028 15158 0,'0'55'16,"0"-6"-16,0 14 16,0 3-16,5 4 15,1 5 1,4-6-16,-5-5 16,3 5-16,0 1 15,2-1 1,-1 1-16,6-4 15,-8 4-15,3-9 16,-2-1-16,-8-60 16,13 56-1,-13-56-15,0 0 16,15 44-16,-15-44 16,18 23-1,-2-25-15,-4-19 0,3-10 16,-2-10-1</inkml:trace>
  <inkml:trace contextRef="#ctx1" brushRef="#br0" timeOffset="11869.78">15087 15101 0,'0'0'0,"0"0"15,0 0 1,22-10-16,6-9 0,12-3 16,12 3-1,4 7-15,14-1 16,8 5-1,15 3-15,33-3 16,25 6-16,12 2 16,6 0-16,-12 0 15,-6 0-15,-6 0 16,3 4 0,4-1-16,2 2 15,-5 0 1,2-1-16,6 0 0,9 4 15,-4-3 1,-3 3-16,-2-3 16,0 1-16,0-4 15,1 3-15,-4 0 16,-13 2 0,-6 2-16,-10-5 15,-4-4 1,0 3-16,-4 0 0,-6 0 15,-2 2-15,-12 0 16,-9-3 0,-3 0-16,1-4 15,-9 2-15,-16-2 16,-4 2-16,-57 0 16,65 0-1,-4 2-15,-61-2 16,67 2-16,-67-2 15,64 8-15,-64-8 16,59 13 0,-10 5-16,-49-18 15,39 26-15,-39-26 16,27 36-16,-4 10 16,-5 8-1,-8 0-15,-5-3 16,-3 6-16,-4 3 15,2 1-15,-2 1 16,2 2-16,-5-5 16,-3 0-1,3 0-15,-1 0 16,1 0-16,-4-2 16,9-57-16,-13 56 15,13-56 1,-23 55-16,-8-4 15,-8-8-15,-7-7 16,0-9-16,-7-7 16,-5-7-1,-3-6-15,-8-4 16,-6-1-16,-4 1 16,-7-3-16,-21-5 15,-13 2 1,1 1-16,4 0 15,5-1-15,-3-2 16,2 0-16,-3 2 16,0-2-16,3-1 15,-5-1 1,1 2 0,-1 5-16,1-3 0,-1 3 15,5-2-15,1-1 16,-2 1-1,-1-4-15,-3 4 16,0-4-16,4 6 16,-2-2-16,4 0 15,2 2 1,8-6-16,-5 4 16,-3-3-16,2 3 15,4-1-15,-3 0 16,-1 0-1,1 3-15,0 3 16,2 3-16,1-2 16,1-1-16,9-1 15,-4 1 1,2 4-16,-4 1 16,4 3-16,-2 4 15,4-2-15,2 3 16,0-1-1,-5-2-15,-2-1 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DA7C92E7-74B7-42FC-8FC4-A5134235634C}"/>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p>
        </p:txBody>
      </p:sp>
      <p:sp>
        <p:nvSpPr>
          <p:cNvPr id="36867" name="Rectangle 3">
            <a:extLst>
              <a:ext uri="{FF2B5EF4-FFF2-40B4-BE49-F238E27FC236}">
                <a16:creationId xmlns:a16="http://schemas.microsoft.com/office/drawing/2014/main" id="{FAA9B5C2-9286-47B7-B50E-0C57036A5B2C}"/>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p>
        </p:txBody>
      </p:sp>
      <p:sp>
        <p:nvSpPr>
          <p:cNvPr id="11268" name="Rectangle 4">
            <a:extLst>
              <a:ext uri="{FF2B5EF4-FFF2-40B4-BE49-F238E27FC236}">
                <a16:creationId xmlns:a16="http://schemas.microsoft.com/office/drawing/2014/main" id="{8BDDF364-1518-4523-9E0B-6A3E87FBA429}"/>
              </a:ext>
            </a:extLst>
          </p:cNvPr>
          <p:cNvSpPr>
            <a:spLocks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9" name="Rectangle 5">
            <a:extLst>
              <a:ext uri="{FF2B5EF4-FFF2-40B4-BE49-F238E27FC236}">
                <a16:creationId xmlns:a16="http://schemas.microsoft.com/office/drawing/2014/main" id="{C8EA10D9-A452-4981-887D-77FBCAA8EC6E}"/>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a:extLst>
              <a:ext uri="{FF2B5EF4-FFF2-40B4-BE49-F238E27FC236}">
                <a16:creationId xmlns:a16="http://schemas.microsoft.com/office/drawing/2014/main" id="{D0081804-7368-4B0B-B757-A15D5718081D}"/>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p>
        </p:txBody>
      </p:sp>
      <p:sp>
        <p:nvSpPr>
          <p:cNvPr id="36871" name="Rectangle 7">
            <a:extLst>
              <a:ext uri="{FF2B5EF4-FFF2-40B4-BE49-F238E27FC236}">
                <a16:creationId xmlns:a16="http://schemas.microsoft.com/office/drawing/2014/main" id="{0887079A-A6C6-4E2C-B09E-93E48B27321A}"/>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DEDC185F-D451-4C74-B113-9B0D1035A558}"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5E976982-9B4D-4350-8B41-A7D18A8C6F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AAAF42F-747C-460D-8819-B75FA219BECB}" type="slidenum">
              <a:rPr lang="en-US" altLang="en-US">
                <a:latin typeface="Tahoma" panose="020B0604030504040204" pitchFamily="34" charset="0"/>
              </a:rPr>
              <a:pPr>
                <a:spcBef>
                  <a:spcPct val="0"/>
                </a:spcBef>
              </a:pPr>
              <a:t>1</a:t>
            </a:fld>
            <a:endParaRPr lang="en-US" altLang="en-US">
              <a:latin typeface="Tahoma" panose="020B0604030504040204" pitchFamily="34" charset="0"/>
            </a:endParaRPr>
          </a:p>
        </p:txBody>
      </p:sp>
      <p:sp>
        <p:nvSpPr>
          <p:cNvPr id="14339" name="Rectangle 2">
            <a:extLst>
              <a:ext uri="{FF2B5EF4-FFF2-40B4-BE49-F238E27FC236}">
                <a16:creationId xmlns:a16="http://schemas.microsoft.com/office/drawing/2014/main" id="{49C1D270-3454-4803-8F17-B4428AF5A41C}"/>
              </a:ext>
            </a:extLst>
          </p:cNvPr>
          <p:cNvSpPr>
            <a:spLocks noChangeArrowheads="1" noTextEdit="1"/>
          </p:cNvSpPr>
          <p:nvPr>
            <p:ph type="sldImg"/>
          </p:nvPr>
        </p:nvSpPr>
        <p:spPr>
          <a:ln/>
        </p:spPr>
      </p:sp>
      <p:sp>
        <p:nvSpPr>
          <p:cNvPr id="14340" name="Rectangle 3">
            <a:extLst>
              <a:ext uri="{FF2B5EF4-FFF2-40B4-BE49-F238E27FC236}">
                <a16:creationId xmlns:a16="http://schemas.microsoft.com/office/drawing/2014/main" id="{93BFA6B8-CC95-4E67-8504-60C36710FE0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a:extLst>
              <a:ext uri="{FF2B5EF4-FFF2-40B4-BE49-F238E27FC236}">
                <a16:creationId xmlns:a16="http://schemas.microsoft.com/office/drawing/2014/main" id="{01472920-19CE-43E5-B207-AAD5859D0FFE}"/>
              </a:ext>
            </a:extLst>
          </p:cNvPr>
          <p:cNvSpPr>
            <a:spLocks noGrp="1" noRot="1" noChangeAspect="1" noTextEdit="1"/>
          </p:cNvSpPr>
          <p:nvPr>
            <p:ph type="sldImg"/>
          </p:nvPr>
        </p:nvSpPr>
        <p:spPr>
          <a:ln/>
        </p:spPr>
      </p:sp>
      <p:sp>
        <p:nvSpPr>
          <p:cNvPr id="16387" name="Notes Placeholder 2">
            <a:extLst>
              <a:ext uri="{FF2B5EF4-FFF2-40B4-BE49-F238E27FC236}">
                <a16:creationId xmlns:a16="http://schemas.microsoft.com/office/drawing/2014/main" id="{41D4A5AD-743B-42FB-BC79-FAB12172C9E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6388" name="Slide Number Placeholder 3">
            <a:extLst>
              <a:ext uri="{FF2B5EF4-FFF2-40B4-BE49-F238E27FC236}">
                <a16:creationId xmlns:a16="http://schemas.microsoft.com/office/drawing/2014/main" id="{02652C71-BA3C-4671-8705-4DD3B0C806A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5B4FCAF-A6BF-498D-B9DF-764FFDF4F571}" type="slidenum">
              <a:rPr lang="en-US" altLang="en-US">
                <a:latin typeface="Tahoma" panose="020B0604030504040204" pitchFamily="34" charset="0"/>
              </a:rPr>
              <a:pPr>
                <a:spcBef>
                  <a:spcPct val="0"/>
                </a:spcBef>
              </a:pPr>
              <a:t>2</a:t>
            </a:fld>
            <a:endParaRPr lang="en-US" altLang="en-US">
              <a:latin typeface="Tahoma" panose="020B060403050404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25A2D7C1-DEB8-46A2-95F0-0CD3999F563E}"/>
              </a:ext>
            </a:extLst>
          </p:cNvPr>
          <p:cNvSpPr>
            <a:spLocks noGrp="1" noRot="1" noChangeAspect="1" noTextEdit="1"/>
          </p:cNvSpPr>
          <p:nvPr>
            <p:ph type="sldImg"/>
          </p:nvPr>
        </p:nvSpPr>
        <p:spPr>
          <a:ln/>
        </p:spPr>
      </p:sp>
      <p:sp>
        <p:nvSpPr>
          <p:cNvPr id="18435" name="Notes Placeholder 2">
            <a:extLst>
              <a:ext uri="{FF2B5EF4-FFF2-40B4-BE49-F238E27FC236}">
                <a16:creationId xmlns:a16="http://schemas.microsoft.com/office/drawing/2014/main" id="{F01E121B-0867-4674-825E-26B08C093FB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436" name="Slide Number Placeholder 3">
            <a:extLst>
              <a:ext uri="{FF2B5EF4-FFF2-40B4-BE49-F238E27FC236}">
                <a16:creationId xmlns:a16="http://schemas.microsoft.com/office/drawing/2014/main" id="{4EB86B9B-5B7D-4366-ADA2-E64253C9D05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1CC01B8-A7DE-43E5-89B4-53D73E1A7501}" type="slidenum">
              <a:rPr lang="en-US" altLang="en-US">
                <a:latin typeface="Tahoma" panose="020B0604030504040204" pitchFamily="34" charset="0"/>
              </a:rPr>
              <a:pPr>
                <a:spcBef>
                  <a:spcPct val="0"/>
                </a:spcBef>
              </a:pPr>
              <a:t>3</a:t>
            </a:fld>
            <a:endParaRPr lang="en-US" altLang="en-US">
              <a:latin typeface="Tahoma" panose="020B060403050404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a:extLst>
              <a:ext uri="{FF2B5EF4-FFF2-40B4-BE49-F238E27FC236}">
                <a16:creationId xmlns:a16="http://schemas.microsoft.com/office/drawing/2014/main" id="{4955BCD7-4169-40E1-B6F0-D89068D7073D}"/>
              </a:ext>
            </a:extLst>
          </p:cNvPr>
          <p:cNvSpPr>
            <a:spLocks noGrp="1" noRot="1" noChangeAspect="1" noTextEdit="1"/>
          </p:cNvSpPr>
          <p:nvPr>
            <p:ph type="sldImg"/>
          </p:nvPr>
        </p:nvSpPr>
        <p:spPr>
          <a:ln/>
        </p:spPr>
      </p:sp>
      <p:sp>
        <p:nvSpPr>
          <p:cNvPr id="20483" name="Notes Placeholder 2">
            <a:extLst>
              <a:ext uri="{FF2B5EF4-FFF2-40B4-BE49-F238E27FC236}">
                <a16:creationId xmlns:a16="http://schemas.microsoft.com/office/drawing/2014/main" id="{979912FD-6148-4B9B-8FB6-9B8BB257BA3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0484" name="Slide Number Placeholder 3">
            <a:extLst>
              <a:ext uri="{FF2B5EF4-FFF2-40B4-BE49-F238E27FC236}">
                <a16:creationId xmlns:a16="http://schemas.microsoft.com/office/drawing/2014/main" id="{465221EE-793C-415E-BADE-45CB711BCCF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5CF1543-E1CC-4516-8276-92714AEBF0B6}" type="slidenum">
              <a:rPr lang="en-US" altLang="en-US">
                <a:latin typeface="Tahoma" panose="020B0604030504040204" pitchFamily="34" charset="0"/>
              </a:rPr>
              <a:pPr>
                <a:spcBef>
                  <a:spcPct val="0"/>
                </a:spcBef>
              </a:pPr>
              <a:t>4</a:t>
            </a:fld>
            <a:endParaRPr lang="en-US" altLang="en-US">
              <a:latin typeface="Tahoma" panose="020B060403050404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a:extLst>
              <a:ext uri="{FF2B5EF4-FFF2-40B4-BE49-F238E27FC236}">
                <a16:creationId xmlns:a16="http://schemas.microsoft.com/office/drawing/2014/main" id="{2E016C5C-058F-4F67-A2B6-116873941558}"/>
              </a:ext>
            </a:extLst>
          </p:cNvPr>
          <p:cNvSpPr>
            <a:spLocks noGrp="1" noRot="1" noChangeAspect="1" noTextEdit="1"/>
          </p:cNvSpPr>
          <p:nvPr>
            <p:ph type="sldImg"/>
          </p:nvPr>
        </p:nvSpPr>
        <p:spPr>
          <a:ln/>
        </p:spPr>
      </p:sp>
      <p:sp>
        <p:nvSpPr>
          <p:cNvPr id="22531" name="Notes Placeholder 2">
            <a:extLst>
              <a:ext uri="{FF2B5EF4-FFF2-40B4-BE49-F238E27FC236}">
                <a16:creationId xmlns:a16="http://schemas.microsoft.com/office/drawing/2014/main" id="{B3B80B19-BE9B-4C0E-A50F-04A09BD5D1FF}"/>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2532" name="Slide Number Placeholder 3">
            <a:extLst>
              <a:ext uri="{FF2B5EF4-FFF2-40B4-BE49-F238E27FC236}">
                <a16:creationId xmlns:a16="http://schemas.microsoft.com/office/drawing/2014/main" id="{49CA358C-9B5D-47E1-8F67-16ACB55636D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E557E1C-1537-4736-9461-E30A4975A88E}" type="slidenum">
              <a:rPr lang="en-US" altLang="en-US">
                <a:latin typeface="Tahoma" panose="020B0604030504040204" pitchFamily="34" charset="0"/>
              </a:rPr>
              <a:pPr>
                <a:spcBef>
                  <a:spcPct val="0"/>
                </a:spcBef>
              </a:pPr>
              <a:t>5</a:t>
            </a:fld>
            <a:endParaRPr lang="en-US" altLang="en-US">
              <a:latin typeface="Tahoma" panose="020B060403050404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a:extLst>
              <a:ext uri="{FF2B5EF4-FFF2-40B4-BE49-F238E27FC236}">
                <a16:creationId xmlns:a16="http://schemas.microsoft.com/office/drawing/2014/main" id="{CDD0203E-72FE-426F-B816-DEAC648BDED2}"/>
              </a:ext>
            </a:extLst>
          </p:cNvPr>
          <p:cNvSpPr>
            <a:spLocks noGrp="1" noRot="1" noChangeAspect="1" noTextEdit="1"/>
          </p:cNvSpPr>
          <p:nvPr>
            <p:ph type="sldImg"/>
          </p:nvPr>
        </p:nvSpPr>
        <p:spPr>
          <a:ln/>
        </p:spPr>
      </p:sp>
      <p:sp>
        <p:nvSpPr>
          <p:cNvPr id="24579" name="Notes Placeholder 2">
            <a:extLst>
              <a:ext uri="{FF2B5EF4-FFF2-40B4-BE49-F238E27FC236}">
                <a16:creationId xmlns:a16="http://schemas.microsoft.com/office/drawing/2014/main" id="{700E90AD-131D-4D52-8857-5EDEDA4443B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4580" name="Slide Number Placeholder 3">
            <a:extLst>
              <a:ext uri="{FF2B5EF4-FFF2-40B4-BE49-F238E27FC236}">
                <a16:creationId xmlns:a16="http://schemas.microsoft.com/office/drawing/2014/main" id="{BFCCDB85-24F7-420E-ADF0-73705D7C00C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67A3BAF-D6CE-4F09-9CEC-92B17222D133}" type="slidenum">
              <a:rPr lang="en-US" altLang="en-US">
                <a:latin typeface="Tahoma" panose="020B0604030504040204" pitchFamily="34" charset="0"/>
              </a:rPr>
              <a:pPr>
                <a:spcBef>
                  <a:spcPct val="0"/>
                </a:spcBef>
              </a:pPr>
              <a:t>6</a:t>
            </a:fld>
            <a:endParaRPr lang="en-US" altLang="en-US">
              <a:latin typeface="Tahoma" panose="020B060403050404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a:extLst>
              <a:ext uri="{FF2B5EF4-FFF2-40B4-BE49-F238E27FC236}">
                <a16:creationId xmlns:a16="http://schemas.microsoft.com/office/drawing/2014/main" id="{D420C5F9-B498-455F-9388-5968A4180A99}"/>
              </a:ext>
            </a:extLst>
          </p:cNvPr>
          <p:cNvSpPr>
            <a:spLocks noGrp="1" noRot="1" noChangeAspect="1" noTextEdit="1"/>
          </p:cNvSpPr>
          <p:nvPr>
            <p:ph type="sldImg"/>
          </p:nvPr>
        </p:nvSpPr>
        <p:spPr>
          <a:ln/>
        </p:spPr>
      </p:sp>
      <p:sp>
        <p:nvSpPr>
          <p:cNvPr id="26627" name="Notes Placeholder 2">
            <a:extLst>
              <a:ext uri="{FF2B5EF4-FFF2-40B4-BE49-F238E27FC236}">
                <a16:creationId xmlns:a16="http://schemas.microsoft.com/office/drawing/2014/main" id="{B56C62C4-2398-484C-AD61-B0D41240549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6628" name="Slide Number Placeholder 3">
            <a:extLst>
              <a:ext uri="{FF2B5EF4-FFF2-40B4-BE49-F238E27FC236}">
                <a16:creationId xmlns:a16="http://schemas.microsoft.com/office/drawing/2014/main" id="{E3D91CF2-6530-4EB7-8212-03590F6F5CC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4338905-A121-42BC-883F-438B57F43614}" type="slidenum">
              <a:rPr lang="en-US" altLang="en-US">
                <a:latin typeface="Tahoma" panose="020B0604030504040204" pitchFamily="34" charset="0"/>
              </a:rPr>
              <a:pPr>
                <a:spcBef>
                  <a:spcPct val="0"/>
                </a:spcBef>
              </a:pPr>
              <a:t>7</a:t>
            </a:fld>
            <a:endParaRPr lang="en-US" altLang="en-US">
              <a:latin typeface="Tahoma" panose="020B060403050404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7034DC68-D3C3-4A49-9EA6-19BB617E3239}"/>
              </a:ext>
            </a:extLst>
          </p:cNvPr>
          <p:cNvSpPr>
            <a:spLocks noGrp="1" noRot="1" noChangeAspect="1" noTextEdit="1"/>
          </p:cNvSpPr>
          <p:nvPr>
            <p:ph type="sldImg"/>
          </p:nvPr>
        </p:nvSpPr>
        <p:spPr>
          <a:ln/>
        </p:spPr>
      </p:sp>
      <p:sp>
        <p:nvSpPr>
          <p:cNvPr id="28675" name="Notes Placeholder 2">
            <a:extLst>
              <a:ext uri="{FF2B5EF4-FFF2-40B4-BE49-F238E27FC236}">
                <a16:creationId xmlns:a16="http://schemas.microsoft.com/office/drawing/2014/main" id="{4720EB8F-EF8D-48C2-BDB0-DB13C310B6C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8676" name="Slide Number Placeholder 3">
            <a:extLst>
              <a:ext uri="{FF2B5EF4-FFF2-40B4-BE49-F238E27FC236}">
                <a16:creationId xmlns:a16="http://schemas.microsoft.com/office/drawing/2014/main" id="{42DC4308-DA13-411B-8705-CD19758D7B8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E18B637-1759-4872-932C-59B718B0800C}" type="slidenum">
              <a:rPr lang="en-US" altLang="en-US">
                <a:latin typeface="Tahoma" panose="020B0604030504040204" pitchFamily="34" charset="0"/>
              </a:rPr>
              <a:pPr>
                <a:spcBef>
                  <a:spcPct val="0"/>
                </a:spcBef>
              </a:pPr>
              <a:t>8</a:t>
            </a:fld>
            <a:endParaRPr lang="en-US" altLang="en-US">
              <a:latin typeface="Tahoma" panose="020B060403050404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a:extLst>
              <a:ext uri="{FF2B5EF4-FFF2-40B4-BE49-F238E27FC236}">
                <a16:creationId xmlns:a16="http://schemas.microsoft.com/office/drawing/2014/main" id="{26ABFBD5-DFE4-4FDD-A3AC-497AB99E5DCB}"/>
              </a:ext>
            </a:extLst>
          </p:cNvPr>
          <p:cNvSpPr>
            <a:spLocks noGrp="1" noRot="1" noChangeAspect="1" noTextEdit="1"/>
          </p:cNvSpPr>
          <p:nvPr>
            <p:ph type="sldImg"/>
          </p:nvPr>
        </p:nvSpPr>
        <p:spPr>
          <a:ln/>
        </p:spPr>
      </p:sp>
      <p:sp>
        <p:nvSpPr>
          <p:cNvPr id="30723" name="Notes Placeholder 2">
            <a:extLst>
              <a:ext uri="{FF2B5EF4-FFF2-40B4-BE49-F238E27FC236}">
                <a16:creationId xmlns:a16="http://schemas.microsoft.com/office/drawing/2014/main" id="{1B9B752A-7538-46C1-94D0-1BB38590884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0724" name="Slide Number Placeholder 3">
            <a:extLst>
              <a:ext uri="{FF2B5EF4-FFF2-40B4-BE49-F238E27FC236}">
                <a16:creationId xmlns:a16="http://schemas.microsoft.com/office/drawing/2014/main" id="{3C936278-895C-48F9-819A-9DC7A1A4BAA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D89A1C0-2060-44CF-849D-34EBB5F45729}" type="slidenum">
              <a:rPr lang="en-US" altLang="en-US">
                <a:latin typeface="Tahoma" panose="020B0604030504040204" pitchFamily="34" charset="0"/>
              </a:rPr>
              <a:pPr>
                <a:spcBef>
                  <a:spcPct val="0"/>
                </a:spcBef>
              </a:pPr>
              <a:t>9</a:t>
            </a:fld>
            <a:endParaRPr lang="en-US" altLang="en-US">
              <a:latin typeface="Tahoma" panose="020B060403050404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a:extLst>
              <a:ext uri="{FF2B5EF4-FFF2-40B4-BE49-F238E27FC236}">
                <a16:creationId xmlns:a16="http://schemas.microsoft.com/office/drawing/2014/main" id="{A6F006E7-C136-45FB-88C0-D603E9D963C0}"/>
              </a:ext>
            </a:extLst>
          </p:cNvPr>
          <p:cNvSpPr>
            <a:spLocks noGrp="1" noRot="1" noChangeAspect="1" noTextEdit="1"/>
          </p:cNvSpPr>
          <p:nvPr>
            <p:ph type="sldImg"/>
          </p:nvPr>
        </p:nvSpPr>
        <p:spPr>
          <a:ln/>
        </p:spPr>
      </p:sp>
      <p:sp>
        <p:nvSpPr>
          <p:cNvPr id="32771" name="Notes Placeholder 2">
            <a:extLst>
              <a:ext uri="{FF2B5EF4-FFF2-40B4-BE49-F238E27FC236}">
                <a16:creationId xmlns:a16="http://schemas.microsoft.com/office/drawing/2014/main" id="{07E71E54-A804-44FB-9675-8334684A23B6}"/>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2772" name="Slide Number Placeholder 3">
            <a:extLst>
              <a:ext uri="{FF2B5EF4-FFF2-40B4-BE49-F238E27FC236}">
                <a16:creationId xmlns:a16="http://schemas.microsoft.com/office/drawing/2014/main" id="{88B2F594-FE7A-49B6-B792-581F83BBED9A}"/>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F32BD8D-30CE-4B89-9E1F-0FCBE9A20FC6}" type="slidenum">
              <a:rPr lang="en-US" altLang="en-US">
                <a:latin typeface="Tahoma" panose="020B0604030504040204" pitchFamily="34" charset="0"/>
              </a:rPr>
              <a:pPr>
                <a:spcBef>
                  <a:spcPct val="0"/>
                </a:spcBef>
              </a:pPr>
              <a:t>10</a:t>
            </a:fld>
            <a:endParaRPr lang="en-US" altLang="en-US">
              <a:latin typeface="Tahoma" panose="020B060403050404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a:extLst>
              <a:ext uri="{FF2B5EF4-FFF2-40B4-BE49-F238E27FC236}">
                <a16:creationId xmlns:a16="http://schemas.microsoft.com/office/drawing/2014/main" id="{BDB89A0D-0B8A-4F60-829B-E7FBC54EA3DF}"/>
              </a:ext>
            </a:extLst>
          </p:cNvPr>
          <p:cNvSpPr>
            <a:spLocks noGrp="1" noRot="1" noChangeAspect="1" noTextEdit="1"/>
          </p:cNvSpPr>
          <p:nvPr>
            <p:ph type="sldImg"/>
          </p:nvPr>
        </p:nvSpPr>
        <p:spPr>
          <a:ln/>
        </p:spPr>
      </p:sp>
      <p:sp>
        <p:nvSpPr>
          <p:cNvPr id="34819" name="Notes Placeholder 2">
            <a:extLst>
              <a:ext uri="{FF2B5EF4-FFF2-40B4-BE49-F238E27FC236}">
                <a16:creationId xmlns:a16="http://schemas.microsoft.com/office/drawing/2014/main" id="{944ACD11-0CCA-46A3-9C82-3518F95022E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4820" name="Slide Number Placeholder 3">
            <a:extLst>
              <a:ext uri="{FF2B5EF4-FFF2-40B4-BE49-F238E27FC236}">
                <a16:creationId xmlns:a16="http://schemas.microsoft.com/office/drawing/2014/main" id="{E5439CCC-08D0-438A-8A6B-C7380CB81E1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A12CE3A-0677-4D5E-960A-91EE439CE909}" type="slidenum">
              <a:rPr lang="en-US" altLang="en-US">
                <a:latin typeface="Tahoma" panose="020B0604030504040204" pitchFamily="34" charset="0"/>
              </a:rPr>
              <a:pPr>
                <a:spcBef>
                  <a:spcPct val="0"/>
                </a:spcBef>
              </a:pPr>
              <a:t>11</a:t>
            </a:fld>
            <a:endParaRPr lang="en-US" altLang="en-US">
              <a:latin typeface="Tahoma" panose="020B060403050404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B2FB0BCF-99DA-4898-9524-3EF365C3247E}"/>
              </a:ext>
            </a:extLst>
          </p:cNvPr>
          <p:cNvSpPr>
            <a:spLocks noGrp="1" noRot="1" noChangeAspect="1" noTextEdit="1"/>
          </p:cNvSpPr>
          <p:nvPr>
            <p:ph type="sldImg"/>
          </p:nvPr>
        </p:nvSpPr>
        <p:spPr>
          <a:ln/>
        </p:spPr>
      </p:sp>
      <p:sp>
        <p:nvSpPr>
          <p:cNvPr id="36867" name="Notes Placeholder 2">
            <a:extLst>
              <a:ext uri="{FF2B5EF4-FFF2-40B4-BE49-F238E27FC236}">
                <a16:creationId xmlns:a16="http://schemas.microsoft.com/office/drawing/2014/main" id="{60C81521-FD8E-4805-B7B9-17A3A63D390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6868" name="Slide Number Placeholder 3">
            <a:extLst>
              <a:ext uri="{FF2B5EF4-FFF2-40B4-BE49-F238E27FC236}">
                <a16:creationId xmlns:a16="http://schemas.microsoft.com/office/drawing/2014/main" id="{CC72824E-2C88-4E2D-AC60-1B08387A5CD3}"/>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89DBFCC-2006-492C-AA90-A89B922653F6}" type="slidenum">
              <a:rPr lang="en-US" altLang="en-US">
                <a:latin typeface="Tahoma" panose="020B0604030504040204" pitchFamily="34" charset="0"/>
              </a:rPr>
              <a:pPr>
                <a:spcBef>
                  <a:spcPct val="0"/>
                </a:spcBef>
              </a:pPr>
              <a:t>12</a:t>
            </a:fld>
            <a:endParaRPr lang="en-US" altLang="en-US">
              <a:latin typeface="Tahoma" panose="020B060403050404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F92CC081-330B-4ACE-A169-5FC936817281}"/>
              </a:ext>
            </a:extLst>
          </p:cNvPr>
          <p:cNvSpPr>
            <a:spLocks noGrp="1" noRot="1" noChangeAspect="1" noTextEdit="1"/>
          </p:cNvSpPr>
          <p:nvPr>
            <p:ph type="sldImg"/>
          </p:nvPr>
        </p:nvSpPr>
        <p:spPr>
          <a:ln/>
        </p:spPr>
      </p:sp>
      <p:sp>
        <p:nvSpPr>
          <p:cNvPr id="38915" name="Notes Placeholder 2">
            <a:extLst>
              <a:ext uri="{FF2B5EF4-FFF2-40B4-BE49-F238E27FC236}">
                <a16:creationId xmlns:a16="http://schemas.microsoft.com/office/drawing/2014/main" id="{0C838BA1-FCF4-4476-B721-8F8FF2903DC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38916" name="Slide Number Placeholder 3">
            <a:extLst>
              <a:ext uri="{FF2B5EF4-FFF2-40B4-BE49-F238E27FC236}">
                <a16:creationId xmlns:a16="http://schemas.microsoft.com/office/drawing/2014/main" id="{C111AE27-3A7D-4558-AB8D-382E6FB70289}"/>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E205C00-451D-494A-8724-C0AF8CA0D207}" type="slidenum">
              <a:rPr lang="en-US" altLang="en-US">
                <a:latin typeface="Tahoma" panose="020B0604030504040204" pitchFamily="34" charset="0"/>
              </a:rPr>
              <a:pPr>
                <a:spcBef>
                  <a:spcPct val="0"/>
                </a:spcBef>
              </a:pPr>
              <a:t>13</a:t>
            </a:fld>
            <a:endParaRPr lang="en-US" altLang="en-US">
              <a:latin typeface="Tahoma" panose="020B060403050404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a:extLst>
              <a:ext uri="{FF2B5EF4-FFF2-40B4-BE49-F238E27FC236}">
                <a16:creationId xmlns:a16="http://schemas.microsoft.com/office/drawing/2014/main" id="{BAA65CE9-2236-4B07-A554-225BA68A7502}"/>
              </a:ext>
            </a:extLst>
          </p:cNvPr>
          <p:cNvSpPr>
            <a:spLocks noGrp="1" noRot="1" noChangeAspect="1" noTextEdit="1"/>
          </p:cNvSpPr>
          <p:nvPr>
            <p:ph type="sldImg"/>
          </p:nvPr>
        </p:nvSpPr>
        <p:spPr>
          <a:ln/>
        </p:spPr>
      </p:sp>
      <p:sp>
        <p:nvSpPr>
          <p:cNvPr id="40963" name="Notes Placeholder 2">
            <a:extLst>
              <a:ext uri="{FF2B5EF4-FFF2-40B4-BE49-F238E27FC236}">
                <a16:creationId xmlns:a16="http://schemas.microsoft.com/office/drawing/2014/main" id="{15800D8C-D302-4D63-B070-A0DFE85D7C6E}"/>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40964" name="Slide Number Placeholder 3">
            <a:extLst>
              <a:ext uri="{FF2B5EF4-FFF2-40B4-BE49-F238E27FC236}">
                <a16:creationId xmlns:a16="http://schemas.microsoft.com/office/drawing/2014/main" id="{9B90BBFB-65C4-4C4D-982E-C36A26A03B6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A56920F-5F82-4ACD-B240-992949FE2C26}" type="slidenum">
              <a:rPr lang="en-US" altLang="en-US">
                <a:latin typeface="Tahoma" panose="020B0604030504040204" pitchFamily="34" charset="0"/>
              </a:rPr>
              <a:pPr>
                <a:spcBef>
                  <a:spcPct val="0"/>
                </a:spcBef>
              </a:pPr>
              <a:t>14</a:t>
            </a:fld>
            <a:endParaRPr lang="en-US" altLang="en-US">
              <a:latin typeface="Tahoma" panose="020B060403050404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C089E9C3-A7A1-4EF1-90D8-D10893C7D0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76DF8BF-5010-4B82-917D-44BA90130440}" type="slidenum">
              <a:rPr lang="en-US" altLang="en-US">
                <a:latin typeface="Tahoma" panose="020B0604030504040204" pitchFamily="34" charset="0"/>
              </a:rPr>
              <a:pPr>
                <a:spcBef>
                  <a:spcPct val="0"/>
                </a:spcBef>
              </a:pPr>
              <a:t>16</a:t>
            </a:fld>
            <a:endParaRPr lang="en-US" altLang="en-US">
              <a:latin typeface="Tahoma" panose="020B0604030504040204" pitchFamily="34" charset="0"/>
            </a:endParaRPr>
          </a:p>
        </p:txBody>
      </p:sp>
      <p:sp>
        <p:nvSpPr>
          <p:cNvPr id="44035" name="Rectangle 2">
            <a:extLst>
              <a:ext uri="{FF2B5EF4-FFF2-40B4-BE49-F238E27FC236}">
                <a16:creationId xmlns:a16="http://schemas.microsoft.com/office/drawing/2014/main" id="{FE11D92F-4E2A-45E7-8B84-B3AFF49293DF}"/>
              </a:ext>
            </a:extLst>
          </p:cNvPr>
          <p:cNvSpPr>
            <a:spLocks noChangeArrowheads="1" noTextEdit="1"/>
          </p:cNvSpPr>
          <p:nvPr>
            <p:ph type="sldImg"/>
          </p:nvPr>
        </p:nvSpPr>
        <p:spPr>
          <a:ln/>
        </p:spPr>
      </p:sp>
      <p:sp>
        <p:nvSpPr>
          <p:cNvPr id="44036" name="Rectangle 3">
            <a:extLst>
              <a:ext uri="{FF2B5EF4-FFF2-40B4-BE49-F238E27FC236}">
                <a16:creationId xmlns:a16="http://schemas.microsoft.com/office/drawing/2014/main" id="{AA9ACE42-6530-4441-81C4-863378CF77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9FAD3A7F-5FDC-4A30-A0F2-7A9BBF7576C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4D7D2D9-BE9D-4DD2-B292-25E53564B9FA}" type="slidenum">
              <a:rPr lang="en-US" altLang="en-US">
                <a:latin typeface="Tahoma" panose="020B0604030504040204" pitchFamily="34" charset="0"/>
              </a:rPr>
              <a:pPr>
                <a:spcBef>
                  <a:spcPct val="0"/>
                </a:spcBef>
              </a:pPr>
              <a:t>18</a:t>
            </a:fld>
            <a:endParaRPr lang="en-US" altLang="en-US">
              <a:latin typeface="Tahoma" panose="020B0604030504040204" pitchFamily="34" charset="0"/>
            </a:endParaRPr>
          </a:p>
        </p:txBody>
      </p:sp>
      <p:sp>
        <p:nvSpPr>
          <p:cNvPr id="47107" name="Rectangle 2">
            <a:extLst>
              <a:ext uri="{FF2B5EF4-FFF2-40B4-BE49-F238E27FC236}">
                <a16:creationId xmlns:a16="http://schemas.microsoft.com/office/drawing/2014/main" id="{6C2741C5-3060-49D5-8D48-4909F7309FF8}"/>
              </a:ext>
            </a:extLst>
          </p:cNvPr>
          <p:cNvSpPr>
            <a:spLocks noChangeArrowheads="1" noTextEdit="1"/>
          </p:cNvSpPr>
          <p:nvPr>
            <p:ph type="sldImg"/>
          </p:nvPr>
        </p:nvSpPr>
        <p:spPr>
          <a:ln/>
        </p:spPr>
      </p:sp>
      <p:sp>
        <p:nvSpPr>
          <p:cNvPr id="47108" name="Rectangle 3">
            <a:extLst>
              <a:ext uri="{FF2B5EF4-FFF2-40B4-BE49-F238E27FC236}">
                <a16:creationId xmlns:a16="http://schemas.microsoft.com/office/drawing/2014/main" id="{7DFC1925-335C-4F46-A466-80F65A704E8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E39A860D-C0D7-4640-B4C9-1006C330ED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9125FEF-B25E-4F61-8C8B-E498D07F6D0C}" type="slidenum">
              <a:rPr lang="en-US" altLang="en-US">
                <a:latin typeface="Tahoma" panose="020B0604030504040204" pitchFamily="34" charset="0"/>
              </a:rPr>
              <a:pPr>
                <a:spcBef>
                  <a:spcPct val="0"/>
                </a:spcBef>
              </a:pPr>
              <a:t>19</a:t>
            </a:fld>
            <a:endParaRPr lang="en-US" altLang="en-US">
              <a:latin typeface="Tahoma" panose="020B0604030504040204" pitchFamily="34" charset="0"/>
            </a:endParaRPr>
          </a:p>
        </p:txBody>
      </p:sp>
      <p:sp>
        <p:nvSpPr>
          <p:cNvPr id="49155" name="Rectangle 2">
            <a:extLst>
              <a:ext uri="{FF2B5EF4-FFF2-40B4-BE49-F238E27FC236}">
                <a16:creationId xmlns:a16="http://schemas.microsoft.com/office/drawing/2014/main" id="{B35E315D-AD2F-4B0D-86A7-09E10932AF0E}"/>
              </a:ext>
            </a:extLst>
          </p:cNvPr>
          <p:cNvSpPr>
            <a:spLocks noChangeArrowheads="1" noTextEdit="1"/>
          </p:cNvSpPr>
          <p:nvPr>
            <p:ph type="sldImg"/>
          </p:nvPr>
        </p:nvSpPr>
        <p:spPr>
          <a:ln/>
        </p:spPr>
      </p:sp>
      <p:sp>
        <p:nvSpPr>
          <p:cNvPr id="49156" name="Rectangle 3">
            <a:extLst>
              <a:ext uri="{FF2B5EF4-FFF2-40B4-BE49-F238E27FC236}">
                <a16:creationId xmlns:a16="http://schemas.microsoft.com/office/drawing/2014/main" id="{C4F5DE4E-772F-4519-81A2-9EBF874AF3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65F74392-B1DF-4B83-BCD9-80903FCC60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427E919-66BC-44D3-86B2-53393C372076}" type="slidenum">
              <a:rPr lang="en-US" altLang="en-US">
                <a:latin typeface="Tahoma" panose="020B0604030504040204" pitchFamily="34" charset="0"/>
              </a:rPr>
              <a:pPr>
                <a:spcBef>
                  <a:spcPct val="0"/>
                </a:spcBef>
              </a:pPr>
              <a:t>20</a:t>
            </a:fld>
            <a:endParaRPr lang="en-US" altLang="en-US">
              <a:latin typeface="Tahoma" panose="020B0604030504040204" pitchFamily="34" charset="0"/>
            </a:endParaRPr>
          </a:p>
        </p:txBody>
      </p:sp>
      <p:sp>
        <p:nvSpPr>
          <p:cNvPr id="51203" name="Rectangle 2">
            <a:extLst>
              <a:ext uri="{FF2B5EF4-FFF2-40B4-BE49-F238E27FC236}">
                <a16:creationId xmlns:a16="http://schemas.microsoft.com/office/drawing/2014/main" id="{AF13E744-8DDF-4E48-802E-DA55F45BCA03}"/>
              </a:ext>
            </a:extLst>
          </p:cNvPr>
          <p:cNvSpPr>
            <a:spLocks noChangeArrowheads="1" noTextEdit="1"/>
          </p:cNvSpPr>
          <p:nvPr>
            <p:ph type="sldImg"/>
          </p:nvPr>
        </p:nvSpPr>
        <p:spPr>
          <a:ln/>
        </p:spPr>
      </p:sp>
      <p:sp>
        <p:nvSpPr>
          <p:cNvPr id="51204" name="Rectangle 3">
            <a:extLst>
              <a:ext uri="{FF2B5EF4-FFF2-40B4-BE49-F238E27FC236}">
                <a16:creationId xmlns:a16="http://schemas.microsoft.com/office/drawing/2014/main" id="{CD95E7F0-233A-4FB4-9C69-D3C16D1A3C7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6CC93E17-505D-4C75-ABE5-64D67C02D9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39626CC-BEC8-4456-BBEA-74AA9A9253EA}" type="slidenum">
              <a:rPr lang="en-US" altLang="en-US">
                <a:latin typeface="Tahoma" panose="020B0604030504040204" pitchFamily="34" charset="0"/>
              </a:rPr>
              <a:pPr>
                <a:spcBef>
                  <a:spcPct val="0"/>
                </a:spcBef>
              </a:pPr>
              <a:t>21</a:t>
            </a:fld>
            <a:endParaRPr lang="en-US" altLang="en-US">
              <a:latin typeface="Tahoma" panose="020B0604030504040204" pitchFamily="34" charset="0"/>
            </a:endParaRPr>
          </a:p>
        </p:txBody>
      </p:sp>
      <p:sp>
        <p:nvSpPr>
          <p:cNvPr id="53251" name="Rectangle 2">
            <a:extLst>
              <a:ext uri="{FF2B5EF4-FFF2-40B4-BE49-F238E27FC236}">
                <a16:creationId xmlns:a16="http://schemas.microsoft.com/office/drawing/2014/main" id="{F7568BF1-FEA1-49C7-9798-DB88C8235D61}"/>
              </a:ext>
            </a:extLst>
          </p:cNvPr>
          <p:cNvSpPr>
            <a:spLocks noChangeArrowheads="1" noTextEdit="1"/>
          </p:cNvSpPr>
          <p:nvPr>
            <p:ph type="sldImg"/>
          </p:nvPr>
        </p:nvSpPr>
        <p:spPr>
          <a:ln/>
        </p:spPr>
      </p:sp>
      <p:sp>
        <p:nvSpPr>
          <p:cNvPr id="53252" name="Rectangle 3">
            <a:extLst>
              <a:ext uri="{FF2B5EF4-FFF2-40B4-BE49-F238E27FC236}">
                <a16:creationId xmlns:a16="http://schemas.microsoft.com/office/drawing/2014/main" id="{31E439F8-5CF7-4C33-B7C1-0DE3EBB6921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826D8352-2456-412F-809A-EF20FBFFC7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188151E-5212-407B-A4F6-52EB2DF8F4CD}" type="slidenum">
              <a:rPr lang="en-US" altLang="en-US">
                <a:latin typeface="Tahoma" panose="020B0604030504040204" pitchFamily="34" charset="0"/>
              </a:rPr>
              <a:pPr>
                <a:spcBef>
                  <a:spcPct val="0"/>
                </a:spcBef>
              </a:pPr>
              <a:t>23</a:t>
            </a:fld>
            <a:endParaRPr lang="en-US" altLang="en-US">
              <a:latin typeface="Tahoma" panose="020B0604030504040204" pitchFamily="34" charset="0"/>
            </a:endParaRPr>
          </a:p>
        </p:txBody>
      </p:sp>
      <p:sp>
        <p:nvSpPr>
          <p:cNvPr id="56323" name="Rectangle 2">
            <a:extLst>
              <a:ext uri="{FF2B5EF4-FFF2-40B4-BE49-F238E27FC236}">
                <a16:creationId xmlns:a16="http://schemas.microsoft.com/office/drawing/2014/main" id="{77A32BAB-997A-4B25-B98B-35C4B9BD2ACB}"/>
              </a:ext>
            </a:extLst>
          </p:cNvPr>
          <p:cNvSpPr>
            <a:spLocks noChangeArrowheads="1" noTextEdit="1"/>
          </p:cNvSpPr>
          <p:nvPr>
            <p:ph type="sldImg"/>
          </p:nvPr>
        </p:nvSpPr>
        <p:spPr>
          <a:ln/>
        </p:spPr>
      </p:sp>
      <p:sp>
        <p:nvSpPr>
          <p:cNvPr id="56324" name="Rectangle 3">
            <a:extLst>
              <a:ext uri="{FF2B5EF4-FFF2-40B4-BE49-F238E27FC236}">
                <a16:creationId xmlns:a16="http://schemas.microsoft.com/office/drawing/2014/main" id="{0F8121B2-7431-44EE-956D-E8C7498D65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10F7784B-D03F-4C62-9583-0B95BD75FB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6BBA8B7-6609-440D-983C-16564AB433DB}" type="slidenum">
              <a:rPr lang="en-US" altLang="en-US">
                <a:latin typeface="Tahoma" panose="020B0604030504040204" pitchFamily="34" charset="0"/>
              </a:rPr>
              <a:pPr>
                <a:spcBef>
                  <a:spcPct val="0"/>
                </a:spcBef>
              </a:pPr>
              <a:t>24</a:t>
            </a:fld>
            <a:endParaRPr lang="en-US" altLang="en-US">
              <a:latin typeface="Tahoma" panose="020B0604030504040204" pitchFamily="34" charset="0"/>
            </a:endParaRPr>
          </a:p>
        </p:txBody>
      </p:sp>
      <p:sp>
        <p:nvSpPr>
          <p:cNvPr id="58371" name="Rectangle 2">
            <a:extLst>
              <a:ext uri="{FF2B5EF4-FFF2-40B4-BE49-F238E27FC236}">
                <a16:creationId xmlns:a16="http://schemas.microsoft.com/office/drawing/2014/main" id="{F4AD9A2B-C391-44D8-BF11-C7CA52248BEC}"/>
              </a:ext>
            </a:extLst>
          </p:cNvPr>
          <p:cNvSpPr>
            <a:spLocks noChangeArrowheads="1" noTextEdit="1"/>
          </p:cNvSpPr>
          <p:nvPr>
            <p:ph type="sldImg"/>
          </p:nvPr>
        </p:nvSpPr>
        <p:spPr>
          <a:ln/>
        </p:spPr>
      </p:sp>
      <p:sp>
        <p:nvSpPr>
          <p:cNvPr id="58372" name="Rectangle 3">
            <a:extLst>
              <a:ext uri="{FF2B5EF4-FFF2-40B4-BE49-F238E27FC236}">
                <a16:creationId xmlns:a16="http://schemas.microsoft.com/office/drawing/2014/main" id="{3E8389EB-C330-41E6-AA2E-78B5EC04B98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99D54045-5E21-49E3-B373-0B5AE4CCE4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821A7AE-6FC7-4CBE-BD0D-5467CD651402}" type="slidenum">
              <a:rPr lang="en-US" altLang="en-US">
                <a:latin typeface="Tahoma" panose="020B0604030504040204" pitchFamily="34" charset="0"/>
              </a:rPr>
              <a:pPr>
                <a:spcBef>
                  <a:spcPct val="0"/>
                </a:spcBef>
              </a:pPr>
              <a:t>25</a:t>
            </a:fld>
            <a:endParaRPr lang="en-US" altLang="en-US">
              <a:latin typeface="Tahoma" panose="020B0604030504040204" pitchFamily="34" charset="0"/>
            </a:endParaRPr>
          </a:p>
        </p:txBody>
      </p:sp>
      <p:sp>
        <p:nvSpPr>
          <p:cNvPr id="60419" name="Rectangle 2">
            <a:extLst>
              <a:ext uri="{FF2B5EF4-FFF2-40B4-BE49-F238E27FC236}">
                <a16:creationId xmlns:a16="http://schemas.microsoft.com/office/drawing/2014/main" id="{FAF2B0FF-A32B-445C-91E8-F058D389197E}"/>
              </a:ext>
            </a:extLst>
          </p:cNvPr>
          <p:cNvSpPr>
            <a:spLocks noChangeArrowheads="1" noTextEdit="1"/>
          </p:cNvSpPr>
          <p:nvPr>
            <p:ph type="sldImg"/>
          </p:nvPr>
        </p:nvSpPr>
        <p:spPr>
          <a:ln/>
        </p:spPr>
      </p:sp>
      <p:sp>
        <p:nvSpPr>
          <p:cNvPr id="60420" name="Rectangle 3">
            <a:extLst>
              <a:ext uri="{FF2B5EF4-FFF2-40B4-BE49-F238E27FC236}">
                <a16:creationId xmlns:a16="http://schemas.microsoft.com/office/drawing/2014/main" id="{6A010591-9E7B-4FFD-AC7C-AB30ECD4462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593A2B69-8A6D-4A44-A8A2-4101EDA156B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A5EC1552-EEED-4A7A-A234-6CADBAE14AD1}" type="slidenum">
              <a:rPr lang="en-US" altLang="en-US">
                <a:latin typeface="Tahoma" panose="020B0604030504040204" pitchFamily="34" charset="0"/>
              </a:rPr>
              <a:pPr>
                <a:spcBef>
                  <a:spcPct val="0"/>
                </a:spcBef>
              </a:pPr>
              <a:t>26</a:t>
            </a:fld>
            <a:endParaRPr lang="en-US" altLang="en-US">
              <a:latin typeface="Tahoma" panose="020B0604030504040204" pitchFamily="34" charset="0"/>
            </a:endParaRPr>
          </a:p>
        </p:txBody>
      </p:sp>
      <p:sp>
        <p:nvSpPr>
          <p:cNvPr id="62467" name="Rectangle 2">
            <a:extLst>
              <a:ext uri="{FF2B5EF4-FFF2-40B4-BE49-F238E27FC236}">
                <a16:creationId xmlns:a16="http://schemas.microsoft.com/office/drawing/2014/main" id="{215C0D87-4A82-429A-8FD7-C36E232A2F90}"/>
              </a:ext>
            </a:extLst>
          </p:cNvPr>
          <p:cNvSpPr>
            <a:spLocks noChangeArrowheads="1" noTextEdit="1"/>
          </p:cNvSpPr>
          <p:nvPr>
            <p:ph type="sldImg"/>
          </p:nvPr>
        </p:nvSpPr>
        <p:spPr>
          <a:ln/>
        </p:spPr>
      </p:sp>
      <p:sp>
        <p:nvSpPr>
          <p:cNvPr id="62468" name="Rectangle 3">
            <a:extLst>
              <a:ext uri="{FF2B5EF4-FFF2-40B4-BE49-F238E27FC236}">
                <a16:creationId xmlns:a16="http://schemas.microsoft.com/office/drawing/2014/main" id="{5E438D93-FD27-4483-8656-B1203DCD429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0CF62DE2-A222-4041-AF3B-941D600389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D3B4DC0-E90B-4E05-9B00-5FE5A3295A42}" type="slidenum">
              <a:rPr lang="en-US" altLang="en-US">
                <a:latin typeface="Tahoma" panose="020B0604030504040204" pitchFamily="34" charset="0"/>
              </a:rPr>
              <a:pPr>
                <a:spcBef>
                  <a:spcPct val="0"/>
                </a:spcBef>
              </a:pPr>
              <a:t>27</a:t>
            </a:fld>
            <a:endParaRPr lang="en-US" altLang="en-US">
              <a:latin typeface="Tahoma" panose="020B0604030504040204" pitchFamily="34" charset="0"/>
            </a:endParaRPr>
          </a:p>
        </p:txBody>
      </p:sp>
      <p:sp>
        <p:nvSpPr>
          <p:cNvPr id="64515" name="Rectangle 2">
            <a:extLst>
              <a:ext uri="{FF2B5EF4-FFF2-40B4-BE49-F238E27FC236}">
                <a16:creationId xmlns:a16="http://schemas.microsoft.com/office/drawing/2014/main" id="{F93A40F1-5947-4806-A761-D5FF6ACEFCEA}"/>
              </a:ext>
            </a:extLst>
          </p:cNvPr>
          <p:cNvSpPr>
            <a:spLocks noChangeArrowheads="1" noTextEdit="1"/>
          </p:cNvSpPr>
          <p:nvPr>
            <p:ph type="sldImg"/>
          </p:nvPr>
        </p:nvSpPr>
        <p:spPr>
          <a:ln/>
        </p:spPr>
      </p:sp>
      <p:sp>
        <p:nvSpPr>
          <p:cNvPr id="64516" name="Rectangle 3">
            <a:extLst>
              <a:ext uri="{FF2B5EF4-FFF2-40B4-BE49-F238E27FC236}">
                <a16:creationId xmlns:a16="http://schemas.microsoft.com/office/drawing/2014/main" id="{29C62816-317F-4A71-9720-B1BD2CEB26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8878BF7D-7F53-40E5-84CC-8923CDE5BF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C9FD339-6D2A-4596-89C8-32D0156F00AE}" type="slidenum">
              <a:rPr lang="en-US" altLang="en-US">
                <a:latin typeface="Tahoma" panose="020B0604030504040204" pitchFamily="34" charset="0"/>
              </a:rPr>
              <a:pPr>
                <a:spcBef>
                  <a:spcPct val="0"/>
                </a:spcBef>
              </a:pPr>
              <a:t>28</a:t>
            </a:fld>
            <a:endParaRPr lang="en-US" altLang="en-US">
              <a:latin typeface="Tahoma" panose="020B0604030504040204" pitchFamily="34" charset="0"/>
            </a:endParaRPr>
          </a:p>
        </p:txBody>
      </p:sp>
      <p:sp>
        <p:nvSpPr>
          <p:cNvPr id="66563" name="Rectangle 2">
            <a:extLst>
              <a:ext uri="{FF2B5EF4-FFF2-40B4-BE49-F238E27FC236}">
                <a16:creationId xmlns:a16="http://schemas.microsoft.com/office/drawing/2014/main" id="{003D9550-3474-4E52-B98D-E4617A2B0BA8}"/>
              </a:ext>
            </a:extLst>
          </p:cNvPr>
          <p:cNvSpPr>
            <a:spLocks noChangeArrowheads="1" noTextEdit="1"/>
          </p:cNvSpPr>
          <p:nvPr>
            <p:ph type="sldImg"/>
          </p:nvPr>
        </p:nvSpPr>
        <p:spPr>
          <a:ln/>
        </p:spPr>
      </p:sp>
      <p:sp>
        <p:nvSpPr>
          <p:cNvPr id="66564" name="Rectangle 3">
            <a:extLst>
              <a:ext uri="{FF2B5EF4-FFF2-40B4-BE49-F238E27FC236}">
                <a16:creationId xmlns:a16="http://schemas.microsoft.com/office/drawing/2014/main" id="{E658B5CF-4784-4B13-8561-985FF9BE98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5E348DB4-E625-4CFB-BB82-EB35141332B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3604E93A-4DED-4807-AE22-5B278D1A2D7F}" type="slidenum">
              <a:rPr lang="en-US" altLang="en-US">
                <a:latin typeface="Tahoma" panose="020B0604030504040204" pitchFamily="34" charset="0"/>
              </a:rPr>
              <a:pPr>
                <a:spcBef>
                  <a:spcPct val="0"/>
                </a:spcBef>
              </a:pPr>
              <a:t>29</a:t>
            </a:fld>
            <a:endParaRPr lang="en-US" altLang="en-US">
              <a:latin typeface="Tahoma" panose="020B0604030504040204" pitchFamily="34" charset="0"/>
            </a:endParaRPr>
          </a:p>
        </p:txBody>
      </p:sp>
      <p:sp>
        <p:nvSpPr>
          <p:cNvPr id="68611" name="Rectangle 2">
            <a:extLst>
              <a:ext uri="{FF2B5EF4-FFF2-40B4-BE49-F238E27FC236}">
                <a16:creationId xmlns:a16="http://schemas.microsoft.com/office/drawing/2014/main" id="{ECCADA73-FA03-4395-A95E-23CDA5B94CCD}"/>
              </a:ext>
            </a:extLst>
          </p:cNvPr>
          <p:cNvSpPr>
            <a:spLocks noChangeArrowheads="1" noTextEdit="1"/>
          </p:cNvSpPr>
          <p:nvPr>
            <p:ph type="sldImg"/>
          </p:nvPr>
        </p:nvSpPr>
        <p:spPr>
          <a:ln/>
        </p:spPr>
      </p:sp>
      <p:sp>
        <p:nvSpPr>
          <p:cNvPr id="68612" name="Rectangle 3">
            <a:extLst>
              <a:ext uri="{FF2B5EF4-FFF2-40B4-BE49-F238E27FC236}">
                <a16:creationId xmlns:a16="http://schemas.microsoft.com/office/drawing/2014/main" id="{C5D9BEC9-1C64-4A31-A0D6-E07416BA1D6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44E23637-F32B-46DF-94D6-E8DE9DFD810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5C027BB-23EF-406D-9BE4-66631B3A5845}" type="slidenum">
              <a:rPr lang="en-US" altLang="en-US">
                <a:latin typeface="Tahoma" panose="020B0604030504040204" pitchFamily="34" charset="0"/>
              </a:rPr>
              <a:pPr>
                <a:spcBef>
                  <a:spcPct val="0"/>
                </a:spcBef>
              </a:pPr>
              <a:t>30</a:t>
            </a:fld>
            <a:endParaRPr lang="en-US" altLang="en-US">
              <a:latin typeface="Tahoma" panose="020B0604030504040204" pitchFamily="34" charset="0"/>
            </a:endParaRPr>
          </a:p>
        </p:txBody>
      </p:sp>
      <p:sp>
        <p:nvSpPr>
          <p:cNvPr id="70659" name="Rectangle 2">
            <a:extLst>
              <a:ext uri="{FF2B5EF4-FFF2-40B4-BE49-F238E27FC236}">
                <a16:creationId xmlns:a16="http://schemas.microsoft.com/office/drawing/2014/main" id="{5CEACE73-FA8E-443E-A97F-BE6E989D60BF}"/>
              </a:ext>
            </a:extLst>
          </p:cNvPr>
          <p:cNvSpPr>
            <a:spLocks noChangeArrowheads="1" noTextEdit="1"/>
          </p:cNvSpPr>
          <p:nvPr>
            <p:ph type="sldImg"/>
          </p:nvPr>
        </p:nvSpPr>
        <p:spPr>
          <a:ln/>
        </p:spPr>
      </p:sp>
      <p:sp>
        <p:nvSpPr>
          <p:cNvPr id="70660" name="Rectangle 3">
            <a:extLst>
              <a:ext uri="{FF2B5EF4-FFF2-40B4-BE49-F238E27FC236}">
                <a16:creationId xmlns:a16="http://schemas.microsoft.com/office/drawing/2014/main" id="{A24C4338-0991-4BD9-9970-F1B206A65F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1BF6A2D6-5471-46D5-AA47-16483BA0D5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B448D65-5711-4A52-9992-1355A5F49CF4}" type="slidenum">
              <a:rPr lang="en-US" altLang="en-US">
                <a:latin typeface="Tahoma" panose="020B0604030504040204" pitchFamily="34" charset="0"/>
              </a:rPr>
              <a:pPr>
                <a:spcBef>
                  <a:spcPct val="0"/>
                </a:spcBef>
              </a:pPr>
              <a:t>31</a:t>
            </a:fld>
            <a:endParaRPr lang="en-US" altLang="en-US">
              <a:latin typeface="Tahoma" panose="020B0604030504040204" pitchFamily="34" charset="0"/>
            </a:endParaRPr>
          </a:p>
        </p:txBody>
      </p:sp>
      <p:sp>
        <p:nvSpPr>
          <p:cNvPr id="72707" name="Rectangle 2">
            <a:extLst>
              <a:ext uri="{FF2B5EF4-FFF2-40B4-BE49-F238E27FC236}">
                <a16:creationId xmlns:a16="http://schemas.microsoft.com/office/drawing/2014/main" id="{CE655E86-F1A1-47CF-83FD-D5A5385FCCCD}"/>
              </a:ext>
            </a:extLst>
          </p:cNvPr>
          <p:cNvSpPr>
            <a:spLocks noChangeArrowheads="1" noTextEdit="1"/>
          </p:cNvSpPr>
          <p:nvPr>
            <p:ph type="sldImg"/>
          </p:nvPr>
        </p:nvSpPr>
        <p:spPr>
          <a:ln/>
        </p:spPr>
      </p:sp>
      <p:sp>
        <p:nvSpPr>
          <p:cNvPr id="72708" name="Rectangle 3">
            <a:extLst>
              <a:ext uri="{FF2B5EF4-FFF2-40B4-BE49-F238E27FC236}">
                <a16:creationId xmlns:a16="http://schemas.microsoft.com/office/drawing/2014/main" id="{1A7AC00B-79B1-4EF2-ADA0-368E0859C9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F5D99BCC-3890-414D-A2ED-450961C4DD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CDFDE95-5525-43A8-B8EE-0E0DDF065377}" type="slidenum">
              <a:rPr lang="en-US" altLang="en-US">
                <a:latin typeface="Tahoma" panose="020B0604030504040204" pitchFamily="34" charset="0"/>
              </a:rPr>
              <a:pPr>
                <a:spcBef>
                  <a:spcPct val="0"/>
                </a:spcBef>
              </a:pPr>
              <a:t>32</a:t>
            </a:fld>
            <a:endParaRPr lang="en-US" altLang="en-US">
              <a:latin typeface="Tahoma" panose="020B0604030504040204" pitchFamily="34" charset="0"/>
            </a:endParaRPr>
          </a:p>
        </p:txBody>
      </p:sp>
      <p:sp>
        <p:nvSpPr>
          <p:cNvPr id="74755" name="Rectangle 2">
            <a:extLst>
              <a:ext uri="{FF2B5EF4-FFF2-40B4-BE49-F238E27FC236}">
                <a16:creationId xmlns:a16="http://schemas.microsoft.com/office/drawing/2014/main" id="{09467C5C-A4D4-4C31-8076-C4E55FF7A831}"/>
              </a:ext>
            </a:extLst>
          </p:cNvPr>
          <p:cNvSpPr>
            <a:spLocks noChangeArrowheads="1" noTextEdit="1"/>
          </p:cNvSpPr>
          <p:nvPr>
            <p:ph type="sldImg"/>
          </p:nvPr>
        </p:nvSpPr>
        <p:spPr>
          <a:ln/>
        </p:spPr>
      </p:sp>
      <p:sp>
        <p:nvSpPr>
          <p:cNvPr id="74756" name="Rectangle 3">
            <a:extLst>
              <a:ext uri="{FF2B5EF4-FFF2-40B4-BE49-F238E27FC236}">
                <a16:creationId xmlns:a16="http://schemas.microsoft.com/office/drawing/2014/main" id="{66B15C2F-A8EB-4DE1-828D-609D4E64DA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2C66510D-82E8-4CB0-B8FE-02C3357A107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BDE3A04-044D-42BB-AB48-77CA9F4E82DF}" type="slidenum">
              <a:rPr lang="en-US" altLang="en-US">
                <a:latin typeface="Tahoma" panose="020B0604030504040204" pitchFamily="34" charset="0"/>
              </a:rPr>
              <a:pPr>
                <a:spcBef>
                  <a:spcPct val="0"/>
                </a:spcBef>
              </a:pPr>
              <a:t>33</a:t>
            </a:fld>
            <a:endParaRPr lang="en-US" altLang="en-US">
              <a:latin typeface="Tahoma" panose="020B0604030504040204" pitchFamily="34" charset="0"/>
            </a:endParaRPr>
          </a:p>
        </p:txBody>
      </p:sp>
      <p:sp>
        <p:nvSpPr>
          <p:cNvPr id="76803" name="Rectangle 2">
            <a:extLst>
              <a:ext uri="{FF2B5EF4-FFF2-40B4-BE49-F238E27FC236}">
                <a16:creationId xmlns:a16="http://schemas.microsoft.com/office/drawing/2014/main" id="{2D4F0B8E-3777-4B9B-8ED8-15AC032783A4}"/>
              </a:ext>
            </a:extLst>
          </p:cNvPr>
          <p:cNvSpPr>
            <a:spLocks noChangeArrowheads="1" noTextEdit="1"/>
          </p:cNvSpPr>
          <p:nvPr>
            <p:ph type="sldImg"/>
          </p:nvPr>
        </p:nvSpPr>
        <p:spPr>
          <a:ln/>
        </p:spPr>
      </p:sp>
      <p:sp>
        <p:nvSpPr>
          <p:cNvPr id="76804" name="Rectangle 3">
            <a:extLst>
              <a:ext uri="{FF2B5EF4-FFF2-40B4-BE49-F238E27FC236}">
                <a16:creationId xmlns:a16="http://schemas.microsoft.com/office/drawing/2014/main" id="{23B26496-CA76-4E28-A4A0-806873FE23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F8F0C88A-E744-40B1-8A51-9D65ECD81C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C35DDAE-13A8-4108-BDAD-4B5E060A9603}" type="slidenum">
              <a:rPr lang="en-US" altLang="en-US">
                <a:latin typeface="Tahoma" panose="020B0604030504040204" pitchFamily="34" charset="0"/>
              </a:rPr>
              <a:pPr>
                <a:spcBef>
                  <a:spcPct val="0"/>
                </a:spcBef>
              </a:pPr>
              <a:t>34</a:t>
            </a:fld>
            <a:endParaRPr lang="en-US" altLang="en-US">
              <a:latin typeface="Tahoma" panose="020B0604030504040204" pitchFamily="34" charset="0"/>
            </a:endParaRPr>
          </a:p>
        </p:txBody>
      </p:sp>
      <p:sp>
        <p:nvSpPr>
          <p:cNvPr id="78851" name="Rectangle 2">
            <a:extLst>
              <a:ext uri="{FF2B5EF4-FFF2-40B4-BE49-F238E27FC236}">
                <a16:creationId xmlns:a16="http://schemas.microsoft.com/office/drawing/2014/main" id="{93E9B293-88C8-4151-B85A-14771C7120F5}"/>
              </a:ext>
            </a:extLst>
          </p:cNvPr>
          <p:cNvSpPr>
            <a:spLocks noChangeArrowheads="1" noTextEdit="1"/>
          </p:cNvSpPr>
          <p:nvPr>
            <p:ph type="sldImg"/>
          </p:nvPr>
        </p:nvSpPr>
        <p:spPr>
          <a:ln/>
        </p:spPr>
      </p:sp>
      <p:sp>
        <p:nvSpPr>
          <p:cNvPr id="78852" name="Rectangle 3">
            <a:extLst>
              <a:ext uri="{FF2B5EF4-FFF2-40B4-BE49-F238E27FC236}">
                <a16:creationId xmlns:a16="http://schemas.microsoft.com/office/drawing/2014/main" id="{0CC3B366-D5AD-48AE-8A29-109F5DA3470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04D1006F-24B4-4B24-ABCD-41BAB80783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523D44-E903-43A0-84B3-7AAF2A810F82}" type="slidenum">
              <a:rPr lang="en-US" altLang="en-US">
                <a:latin typeface="Tahoma" panose="020B0604030504040204" pitchFamily="34" charset="0"/>
              </a:rPr>
              <a:pPr>
                <a:spcBef>
                  <a:spcPct val="0"/>
                </a:spcBef>
              </a:pPr>
              <a:t>35</a:t>
            </a:fld>
            <a:endParaRPr lang="en-US" altLang="en-US">
              <a:latin typeface="Tahoma" panose="020B0604030504040204" pitchFamily="34" charset="0"/>
            </a:endParaRPr>
          </a:p>
        </p:txBody>
      </p:sp>
      <p:sp>
        <p:nvSpPr>
          <p:cNvPr id="80899" name="Rectangle 2">
            <a:extLst>
              <a:ext uri="{FF2B5EF4-FFF2-40B4-BE49-F238E27FC236}">
                <a16:creationId xmlns:a16="http://schemas.microsoft.com/office/drawing/2014/main" id="{3C8DD7CA-B7B8-4E5F-AF2E-8D2E00D07D97}"/>
              </a:ext>
            </a:extLst>
          </p:cNvPr>
          <p:cNvSpPr>
            <a:spLocks noChangeArrowheads="1" noTextEdit="1"/>
          </p:cNvSpPr>
          <p:nvPr>
            <p:ph type="sldImg"/>
          </p:nvPr>
        </p:nvSpPr>
        <p:spPr>
          <a:ln/>
        </p:spPr>
      </p:sp>
      <p:sp>
        <p:nvSpPr>
          <p:cNvPr id="80900" name="Rectangle 3">
            <a:extLst>
              <a:ext uri="{FF2B5EF4-FFF2-40B4-BE49-F238E27FC236}">
                <a16:creationId xmlns:a16="http://schemas.microsoft.com/office/drawing/2014/main" id="{F9795571-B74F-44E1-9D1D-B7C6AA1A70D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a:extLst>
              <a:ext uri="{FF2B5EF4-FFF2-40B4-BE49-F238E27FC236}">
                <a16:creationId xmlns:a16="http://schemas.microsoft.com/office/drawing/2014/main" id="{5ADB9524-E1DC-4AE3-A46A-D94E7C0EB8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B32AABB-15F5-480F-A160-7EF02CD3CE59}" type="slidenum">
              <a:rPr lang="en-US" altLang="en-US">
                <a:latin typeface="Tahoma" panose="020B0604030504040204" pitchFamily="34" charset="0"/>
              </a:rPr>
              <a:pPr>
                <a:spcBef>
                  <a:spcPct val="0"/>
                </a:spcBef>
              </a:pPr>
              <a:t>36</a:t>
            </a:fld>
            <a:endParaRPr lang="en-US" altLang="en-US">
              <a:latin typeface="Tahoma" panose="020B0604030504040204" pitchFamily="34" charset="0"/>
            </a:endParaRPr>
          </a:p>
        </p:txBody>
      </p:sp>
      <p:sp>
        <p:nvSpPr>
          <p:cNvPr id="82947" name="Rectangle 2">
            <a:extLst>
              <a:ext uri="{FF2B5EF4-FFF2-40B4-BE49-F238E27FC236}">
                <a16:creationId xmlns:a16="http://schemas.microsoft.com/office/drawing/2014/main" id="{60DA1212-60BF-440E-BF7F-1F449B11DEBA}"/>
              </a:ext>
            </a:extLst>
          </p:cNvPr>
          <p:cNvSpPr>
            <a:spLocks noChangeArrowheads="1" noTextEdit="1"/>
          </p:cNvSpPr>
          <p:nvPr>
            <p:ph type="sldImg"/>
          </p:nvPr>
        </p:nvSpPr>
        <p:spPr>
          <a:ln/>
        </p:spPr>
      </p:sp>
      <p:sp>
        <p:nvSpPr>
          <p:cNvPr id="82948" name="Rectangle 3">
            <a:extLst>
              <a:ext uri="{FF2B5EF4-FFF2-40B4-BE49-F238E27FC236}">
                <a16:creationId xmlns:a16="http://schemas.microsoft.com/office/drawing/2014/main" id="{6579C7BB-B37F-4B3B-BB3E-7305DB2264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29BE3AEC-8625-4F9C-9327-B75B97D52DD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B791326-0EDF-440E-82EE-2B00CD8A4A9B}" type="slidenum">
              <a:rPr lang="en-US" altLang="en-US">
                <a:latin typeface="Tahoma" panose="020B0604030504040204" pitchFamily="34" charset="0"/>
              </a:rPr>
              <a:pPr>
                <a:spcBef>
                  <a:spcPct val="0"/>
                </a:spcBef>
              </a:pPr>
              <a:t>37</a:t>
            </a:fld>
            <a:endParaRPr lang="en-US" altLang="en-US">
              <a:latin typeface="Tahoma" panose="020B0604030504040204" pitchFamily="34" charset="0"/>
            </a:endParaRPr>
          </a:p>
        </p:txBody>
      </p:sp>
      <p:sp>
        <p:nvSpPr>
          <p:cNvPr id="84995" name="Rectangle 2">
            <a:extLst>
              <a:ext uri="{FF2B5EF4-FFF2-40B4-BE49-F238E27FC236}">
                <a16:creationId xmlns:a16="http://schemas.microsoft.com/office/drawing/2014/main" id="{B8C396AD-549E-4A4D-B387-6C4F6D4A582A}"/>
              </a:ext>
            </a:extLst>
          </p:cNvPr>
          <p:cNvSpPr>
            <a:spLocks noChangeArrowheads="1" noTextEdit="1"/>
          </p:cNvSpPr>
          <p:nvPr>
            <p:ph type="sldImg"/>
          </p:nvPr>
        </p:nvSpPr>
        <p:spPr>
          <a:ln/>
        </p:spPr>
      </p:sp>
      <p:sp>
        <p:nvSpPr>
          <p:cNvPr id="84996" name="Rectangle 3">
            <a:extLst>
              <a:ext uri="{FF2B5EF4-FFF2-40B4-BE49-F238E27FC236}">
                <a16:creationId xmlns:a16="http://schemas.microsoft.com/office/drawing/2014/main" id="{90B8CD60-80E8-4D98-BA9D-1988B065450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9EC314E7-2CC8-486D-BDCA-9BFFDFD908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90AC3E8-A84F-42F8-A2A2-F6C8A8D4AC6B}" type="slidenum">
              <a:rPr lang="en-US" altLang="en-US">
                <a:latin typeface="Tahoma" panose="020B0604030504040204" pitchFamily="34" charset="0"/>
              </a:rPr>
              <a:pPr>
                <a:spcBef>
                  <a:spcPct val="0"/>
                </a:spcBef>
              </a:pPr>
              <a:t>38</a:t>
            </a:fld>
            <a:endParaRPr lang="en-US" altLang="en-US">
              <a:latin typeface="Tahoma" panose="020B0604030504040204" pitchFamily="34" charset="0"/>
            </a:endParaRPr>
          </a:p>
        </p:txBody>
      </p:sp>
      <p:sp>
        <p:nvSpPr>
          <p:cNvPr id="87043" name="Rectangle 2">
            <a:extLst>
              <a:ext uri="{FF2B5EF4-FFF2-40B4-BE49-F238E27FC236}">
                <a16:creationId xmlns:a16="http://schemas.microsoft.com/office/drawing/2014/main" id="{5AF234FE-8FE7-4633-8667-5D989CAD7B82}"/>
              </a:ext>
            </a:extLst>
          </p:cNvPr>
          <p:cNvSpPr>
            <a:spLocks noChangeArrowheads="1" noTextEdit="1"/>
          </p:cNvSpPr>
          <p:nvPr>
            <p:ph type="sldImg"/>
          </p:nvPr>
        </p:nvSpPr>
        <p:spPr>
          <a:ln/>
        </p:spPr>
      </p:sp>
      <p:sp>
        <p:nvSpPr>
          <p:cNvPr id="87044" name="Rectangle 3">
            <a:extLst>
              <a:ext uri="{FF2B5EF4-FFF2-40B4-BE49-F238E27FC236}">
                <a16:creationId xmlns:a16="http://schemas.microsoft.com/office/drawing/2014/main" id="{393B0311-341B-41DA-9E41-275FB35BAE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DB50D178-EB36-455C-A2B6-0B792319C78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18D0A11-B3D3-48DC-A5CF-79F6E5D8B3C0}" type="slidenum">
              <a:rPr lang="en-US" altLang="en-US">
                <a:latin typeface="Tahoma" panose="020B0604030504040204" pitchFamily="34" charset="0"/>
              </a:rPr>
              <a:pPr>
                <a:spcBef>
                  <a:spcPct val="0"/>
                </a:spcBef>
              </a:pPr>
              <a:t>39</a:t>
            </a:fld>
            <a:endParaRPr lang="en-US" altLang="en-US">
              <a:latin typeface="Tahoma" panose="020B0604030504040204" pitchFamily="34" charset="0"/>
            </a:endParaRPr>
          </a:p>
        </p:txBody>
      </p:sp>
      <p:sp>
        <p:nvSpPr>
          <p:cNvPr id="89091" name="Rectangle 2">
            <a:extLst>
              <a:ext uri="{FF2B5EF4-FFF2-40B4-BE49-F238E27FC236}">
                <a16:creationId xmlns:a16="http://schemas.microsoft.com/office/drawing/2014/main" id="{E0B85304-4D46-4785-90B5-5C9B6FE68315}"/>
              </a:ext>
            </a:extLst>
          </p:cNvPr>
          <p:cNvSpPr>
            <a:spLocks noChangeArrowheads="1" noTextEdit="1"/>
          </p:cNvSpPr>
          <p:nvPr>
            <p:ph type="sldImg"/>
          </p:nvPr>
        </p:nvSpPr>
        <p:spPr>
          <a:ln/>
        </p:spPr>
      </p:sp>
      <p:sp>
        <p:nvSpPr>
          <p:cNvPr id="89092" name="Rectangle 3">
            <a:extLst>
              <a:ext uri="{FF2B5EF4-FFF2-40B4-BE49-F238E27FC236}">
                <a16:creationId xmlns:a16="http://schemas.microsoft.com/office/drawing/2014/main" id="{710F9002-1830-4A35-ADC8-FD2F11B771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24F9AF06-A75A-4ED2-BB18-93067C0D89A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359B90E-3ED8-425C-B0E7-3E3450FEC076}" type="slidenum">
              <a:rPr lang="en-US" altLang="en-US">
                <a:latin typeface="Tahoma" panose="020B0604030504040204" pitchFamily="34" charset="0"/>
              </a:rPr>
              <a:pPr>
                <a:spcBef>
                  <a:spcPct val="0"/>
                </a:spcBef>
              </a:pPr>
              <a:t>40</a:t>
            </a:fld>
            <a:endParaRPr lang="en-US" altLang="en-US">
              <a:latin typeface="Tahoma" panose="020B0604030504040204" pitchFamily="34" charset="0"/>
            </a:endParaRPr>
          </a:p>
        </p:txBody>
      </p:sp>
      <p:sp>
        <p:nvSpPr>
          <p:cNvPr id="91139" name="Rectangle 2">
            <a:extLst>
              <a:ext uri="{FF2B5EF4-FFF2-40B4-BE49-F238E27FC236}">
                <a16:creationId xmlns:a16="http://schemas.microsoft.com/office/drawing/2014/main" id="{39600FF2-8E1E-4328-8A90-FD6663DCAD8E}"/>
              </a:ext>
            </a:extLst>
          </p:cNvPr>
          <p:cNvSpPr>
            <a:spLocks noChangeArrowheads="1" noTextEdit="1"/>
          </p:cNvSpPr>
          <p:nvPr>
            <p:ph type="sldImg"/>
          </p:nvPr>
        </p:nvSpPr>
        <p:spPr>
          <a:ln/>
        </p:spPr>
      </p:sp>
      <p:sp>
        <p:nvSpPr>
          <p:cNvPr id="91140" name="Rectangle 3">
            <a:extLst>
              <a:ext uri="{FF2B5EF4-FFF2-40B4-BE49-F238E27FC236}">
                <a16:creationId xmlns:a16="http://schemas.microsoft.com/office/drawing/2014/main" id="{5DFEBF01-C591-4FB5-A455-51528E2B23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DEBB2998-7DFE-4106-8C6C-A6CBC9C99DCC}"/>
              </a:ext>
            </a:extLst>
          </p:cNvPr>
          <p:cNvSpPr>
            <a:spLocks noGrp="1" noRot="1" noChangeAspect="1" noTextEdit="1"/>
          </p:cNvSpPr>
          <p:nvPr>
            <p:ph type="sldImg"/>
          </p:nvPr>
        </p:nvSpPr>
        <p:spPr>
          <a:ln/>
        </p:spPr>
      </p:sp>
      <p:sp>
        <p:nvSpPr>
          <p:cNvPr id="98307" name="Notes Placeholder 2">
            <a:extLst>
              <a:ext uri="{FF2B5EF4-FFF2-40B4-BE49-F238E27FC236}">
                <a16:creationId xmlns:a16="http://schemas.microsoft.com/office/drawing/2014/main" id="{DE4BF824-2BED-4680-BE6A-9A07A6AB867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IN" altLang="en-US"/>
          </a:p>
        </p:txBody>
      </p:sp>
      <p:sp>
        <p:nvSpPr>
          <p:cNvPr id="98308" name="Slide Number Placeholder 3">
            <a:extLst>
              <a:ext uri="{FF2B5EF4-FFF2-40B4-BE49-F238E27FC236}">
                <a16:creationId xmlns:a16="http://schemas.microsoft.com/office/drawing/2014/main" id="{91801B66-705E-48C8-83A8-4A545B2702E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B756DAE-8C30-4564-A3D5-87D4442226A7}" type="slidenum">
              <a:rPr lang="en-US" altLang="en-US">
                <a:latin typeface="Tahoma" panose="020B0604030504040204" pitchFamily="34" charset="0"/>
              </a:rPr>
              <a:pPr>
                <a:spcBef>
                  <a:spcPct val="0"/>
                </a:spcBef>
              </a:pPr>
              <a:t>46</a:t>
            </a:fld>
            <a:endParaRPr lang="en-US" altLang="en-US">
              <a:latin typeface="Tahoma" panose="020B060403050404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a:extLst>
              <a:ext uri="{FF2B5EF4-FFF2-40B4-BE49-F238E27FC236}">
                <a16:creationId xmlns:a16="http://schemas.microsoft.com/office/drawing/2014/main" id="{32804887-CB62-418E-AC17-8873B6C57C1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DA9DD778-BF35-4BE4-9C2E-C9D7969B456C}" type="slidenum">
              <a:rPr lang="en-US" altLang="en-US">
                <a:latin typeface="Tahoma" panose="020B0604030504040204" pitchFamily="34" charset="0"/>
              </a:rPr>
              <a:pPr>
                <a:spcBef>
                  <a:spcPct val="0"/>
                </a:spcBef>
              </a:pPr>
              <a:t>62</a:t>
            </a:fld>
            <a:endParaRPr lang="en-US" altLang="en-US">
              <a:latin typeface="Tahoma" panose="020B0604030504040204" pitchFamily="34" charset="0"/>
            </a:endParaRPr>
          </a:p>
        </p:txBody>
      </p:sp>
      <p:sp>
        <p:nvSpPr>
          <p:cNvPr id="115715" name="Rectangle 2">
            <a:extLst>
              <a:ext uri="{FF2B5EF4-FFF2-40B4-BE49-F238E27FC236}">
                <a16:creationId xmlns:a16="http://schemas.microsoft.com/office/drawing/2014/main" id="{C74715CE-D94B-46A3-A979-0590A3F6FC3C}"/>
              </a:ext>
            </a:extLst>
          </p:cNvPr>
          <p:cNvSpPr>
            <a:spLocks noChangeArrowheads="1" noTextEdit="1"/>
          </p:cNvSpPr>
          <p:nvPr>
            <p:ph type="sldImg"/>
          </p:nvPr>
        </p:nvSpPr>
        <p:spPr>
          <a:ln/>
        </p:spPr>
      </p:sp>
      <p:sp>
        <p:nvSpPr>
          <p:cNvPr id="115716" name="Rectangle 3">
            <a:extLst>
              <a:ext uri="{FF2B5EF4-FFF2-40B4-BE49-F238E27FC236}">
                <a16:creationId xmlns:a16="http://schemas.microsoft.com/office/drawing/2014/main" id="{51443412-2EBB-4CDE-818F-129E110175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a:extLst>
              <a:ext uri="{FF2B5EF4-FFF2-40B4-BE49-F238E27FC236}">
                <a16:creationId xmlns:a16="http://schemas.microsoft.com/office/drawing/2014/main" id="{8CECD46D-D67D-405C-BDED-2735826D312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99A4DD0B-5769-4994-82A5-E125D41CD8E1}" type="slidenum">
              <a:rPr lang="en-US" altLang="en-US">
                <a:latin typeface="Tahoma" panose="020B0604030504040204" pitchFamily="34" charset="0"/>
              </a:rPr>
              <a:pPr>
                <a:spcBef>
                  <a:spcPct val="0"/>
                </a:spcBef>
              </a:pPr>
              <a:t>64</a:t>
            </a:fld>
            <a:endParaRPr lang="en-US" altLang="en-US">
              <a:latin typeface="Tahoma" panose="020B0604030504040204" pitchFamily="34" charset="0"/>
            </a:endParaRPr>
          </a:p>
        </p:txBody>
      </p:sp>
      <p:sp>
        <p:nvSpPr>
          <p:cNvPr id="117763" name="Rectangle 2">
            <a:extLst>
              <a:ext uri="{FF2B5EF4-FFF2-40B4-BE49-F238E27FC236}">
                <a16:creationId xmlns:a16="http://schemas.microsoft.com/office/drawing/2014/main" id="{6F64CEFC-4179-4B9A-B2C9-242CF09464BB}"/>
              </a:ext>
            </a:extLst>
          </p:cNvPr>
          <p:cNvSpPr>
            <a:spLocks noChangeArrowheads="1" noTextEdit="1"/>
          </p:cNvSpPr>
          <p:nvPr>
            <p:ph type="sldImg"/>
          </p:nvPr>
        </p:nvSpPr>
        <p:spPr>
          <a:ln/>
        </p:spPr>
      </p:sp>
      <p:sp>
        <p:nvSpPr>
          <p:cNvPr id="117764" name="Rectangle 3">
            <a:extLst>
              <a:ext uri="{FF2B5EF4-FFF2-40B4-BE49-F238E27FC236}">
                <a16:creationId xmlns:a16="http://schemas.microsoft.com/office/drawing/2014/main" id="{98927AFB-5738-47B1-9C55-7EA6051D07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a:extLst>
              <a:ext uri="{FF2B5EF4-FFF2-40B4-BE49-F238E27FC236}">
                <a16:creationId xmlns:a16="http://schemas.microsoft.com/office/drawing/2014/main" id="{1A05BC7F-97B5-4161-A27C-E50E36BFAAC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defRPr>
            </a:lvl1pPr>
            <a:lvl2pPr marL="742950" indent="-285750">
              <a:spcBef>
                <a:spcPct val="30000"/>
              </a:spcBef>
              <a:defRPr sz="1200">
                <a:solidFill>
                  <a:schemeClr val="tx1"/>
                </a:solidFill>
                <a:latin typeface="Times New Roman" panose="02020603050405020304" pitchFamily="18" charset="0"/>
              </a:defRPr>
            </a:lvl2pPr>
            <a:lvl3pPr marL="1143000" indent="-228600">
              <a:spcBef>
                <a:spcPct val="30000"/>
              </a:spcBef>
              <a:defRPr sz="1200">
                <a:solidFill>
                  <a:schemeClr val="tx1"/>
                </a:solidFill>
                <a:latin typeface="Times New Roman" panose="02020603050405020304" pitchFamily="18" charset="0"/>
              </a:defRPr>
            </a:lvl3pPr>
            <a:lvl4pPr marL="1600200" indent="-228600">
              <a:spcBef>
                <a:spcPct val="30000"/>
              </a:spcBef>
              <a:defRPr sz="1200">
                <a:solidFill>
                  <a:schemeClr val="tx1"/>
                </a:solidFill>
                <a:latin typeface="Times New Roman" panose="02020603050405020304" pitchFamily="18" charset="0"/>
              </a:defRPr>
            </a:lvl4pPr>
            <a:lvl5pPr marL="2057400" indent="-228600">
              <a:spcBef>
                <a:spcPct val="30000"/>
              </a:spcBef>
              <a:defRPr sz="1200">
                <a:solidFill>
                  <a:schemeClr val="tx1"/>
                </a:solidFill>
                <a:latin typeface="Times New Roman" panose="02020603050405020304" pitchFamily="18" charset="0"/>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6F1AAE4-0043-4A82-8ACB-E1162CF2C732}" type="slidenum">
              <a:rPr lang="en-US" altLang="en-US">
                <a:latin typeface="Tahoma" panose="020B0604030504040204" pitchFamily="34" charset="0"/>
              </a:rPr>
              <a:pPr>
                <a:spcBef>
                  <a:spcPct val="0"/>
                </a:spcBef>
              </a:pPr>
              <a:t>65</a:t>
            </a:fld>
            <a:endParaRPr lang="en-US" altLang="en-US">
              <a:latin typeface="Tahoma" panose="020B0604030504040204" pitchFamily="34" charset="0"/>
            </a:endParaRPr>
          </a:p>
        </p:txBody>
      </p:sp>
      <p:sp>
        <p:nvSpPr>
          <p:cNvPr id="119811" name="Rectangle 2">
            <a:extLst>
              <a:ext uri="{FF2B5EF4-FFF2-40B4-BE49-F238E27FC236}">
                <a16:creationId xmlns:a16="http://schemas.microsoft.com/office/drawing/2014/main" id="{69F34A6C-BCD3-4E78-A369-3A9645730EEB}"/>
              </a:ext>
            </a:extLst>
          </p:cNvPr>
          <p:cNvSpPr>
            <a:spLocks noChangeArrowheads="1" noTextEdit="1"/>
          </p:cNvSpPr>
          <p:nvPr>
            <p:ph type="sldImg"/>
          </p:nvPr>
        </p:nvSpPr>
        <p:spPr>
          <a:ln/>
        </p:spPr>
      </p:sp>
      <p:sp>
        <p:nvSpPr>
          <p:cNvPr id="119812" name="Rectangle 3">
            <a:extLst>
              <a:ext uri="{FF2B5EF4-FFF2-40B4-BE49-F238E27FC236}">
                <a16:creationId xmlns:a16="http://schemas.microsoft.com/office/drawing/2014/main" id="{932FD3E1-996E-43E1-9919-759D858F2F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210EC19-1C8D-4377-A20E-FCF56EBBF03C}"/>
              </a:ext>
            </a:extLst>
          </p:cNvPr>
          <p:cNvSpPr/>
          <p:nvPr/>
        </p:nvSpPr>
        <p:spPr>
          <a:xfrm>
            <a:off x="904875" y="3648075"/>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6195882E-9124-4D37-990C-6DAB05137E12}"/>
              </a:ext>
            </a:extLst>
          </p:cNvPr>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DFC17454-8B64-4C4C-B052-E877B8337716}"/>
              </a:ext>
            </a:extLst>
          </p:cNvPr>
          <p:cNvSpPr/>
          <p:nvPr/>
        </p:nvSpPr>
        <p:spPr>
          <a:xfrm>
            <a:off x="904875" y="3648075"/>
            <a:ext cx="228600" cy="1279525"/>
          </a:xfrm>
          <a:prstGeom prst="rect">
            <a:avLst/>
          </a:prstGeom>
          <a:solidFill>
            <a:srgbClr val="92D050"/>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CE00D892-9497-484B-9F46-A946888A2C6C}"/>
              </a:ext>
            </a:extLst>
          </p:cNvPr>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8" name="Title 7"/>
          <p:cNvSpPr>
            <a:spLocks noGrp="1"/>
          </p:cNvSpPr>
          <p:nvPr>
            <p:ph type="ctrTitle"/>
          </p:nvPr>
        </p:nvSpPr>
        <p:spPr>
          <a:xfrm>
            <a:off x="1219200" y="3886200"/>
            <a:ext cx="6858000" cy="990600"/>
          </a:xfrm>
        </p:spPr>
        <p:txBody>
          <a:bodyPr anchor="t"/>
          <a:lstStyle>
            <a:lvl1pPr algn="r">
              <a:defRPr sz="3200">
                <a:solidFill>
                  <a:schemeClr val="tx1"/>
                </a:solidFill>
              </a:defRPr>
            </a:lvl1pPr>
          </a:lstStyle>
          <a:p>
            <a:r>
              <a:rPr lang="en-US"/>
              <a:t>Click to edit Master title style</a:t>
            </a:r>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10" name="Date Placeholder 27">
            <a:extLst>
              <a:ext uri="{FF2B5EF4-FFF2-40B4-BE49-F238E27FC236}">
                <a16:creationId xmlns:a16="http://schemas.microsoft.com/office/drawing/2014/main" id="{E42743AD-B36B-45B0-A76B-3C37E7E653D4}"/>
              </a:ext>
            </a:extLst>
          </p:cNvPr>
          <p:cNvSpPr>
            <a:spLocks noGrp="1"/>
          </p:cNvSpPr>
          <p:nvPr>
            <p:ph type="dt" sz="half" idx="10"/>
          </p:nvPr>
        </p:nvSpPr>
        <p:spPr>
          <a:xfrm>
            <a:off x="6400800" y="6354763"/>
            <a:ext cx="2286000" cy="366712"/>
          </a:xfrm>
        </p:spPr>
        <p:txBody>
          <a:bodyPr/>
          <a:lstStyle>
            <a:lvl1pPr>
              <a:defRPr sz="1400"/>
            </a:lvl1pPr>
          </a:lstStyle>
          <a:p>
            <a:pPr>
              <a:defRPr/>
            </a:pPr>
            <a:endParaRPr lang="en-US"/>
          </a:p>
        </p:txBody>
      </p:sp>
      <p:sp>
        <p:nvSpPr>
          <p:cNvPr id="11" name="Footer Placeholder 16">
            <a:extLst>
              <a:ext uri="{FF2B5EF4-FFF2-40B4-BE49-F238E27FC236}">
                <a16:creationId xmlns:a16="http://schemas.microsoft.com/office/drawing/2014/main" id="{64EA576D-44C9-4950-885B-8F401CB3AE9B}"/>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12" name="Slide Number Placeholder 28">
            <a:extLst>
              <a:ext uri="{FF2B5EF4-FFF2-40B4-BE49-F238E27FC236}">
                <a16:creationId xmlns:a16="http://schemas.microsoft.com/office/drawing/2014/main" id="{BEFA94E5-A7F7-40BA-8A5D-CC7E5548ADC1}"/>
              </a:ext>
            </a:extLst>
          </p:cNvPr>
          <p:cNvSpPr>
            <a:spLocks noGrp="1"/>
          </p:cNvSpPr>
          <p:nvPr>
            <p:ph type="sldNum" sz="quarter" idx="12"/>
          </p:nvPr>
        </p:nvSpPr>
        <p:spPr>
          <a:xfrm>
            <a:off x="1216025" y="6354763"/>
            <a:ext cx="1219200" cy="366712"/>
          </a:xfrm>
        </p:spPr>
        <p:txBody>
          <a:bodyPr/>
          <a:lstStyle>
            <a:lvl1pPr>
              <a:defRPr/>
            </a:lvl1pPr>
          </a:lstStyle>
          <a:p>
            <a:fld id="{D2EEC57D-BB31-4194-AC5D-6A3D379E1A41}" type="slidenum">
              <a:rPr lang="en-US" altLang="en-US"/>
              <a:pPr/>
              <a:t>‹#›</a:t>
            </a:fld>
            <a:endParaRPr lang="en-US" altLang="en-US"/>
          </a:p>
        </p:txBody>
      </p:sp>
    </p:spTree>
    <p:extLst>
      <p:ext uri="{BB962C8B-B14F-4D97-AF65-F5344CB8AC3E}">
        <p14:creationId xmlns:p14="http://schemas.microsoft.com/office/powerpoint/2010/main" val="9098053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381000" y="1600200"/>
            <a:ext cx="8229600" cy="49377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13">
            <a:extLst>
              <a:ext uri="{FF2B5EF4-FFF2-40B4-BE49-F238E27FC236}">
                <a16:creationId xmlns:a16="http://schemas.microsoft.com/office/drawing/2014/main" id="{779524B4-1A9D-4D4F-ADAF-911269D9BB8E}"/>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AF9B4C74-FD66-47C6-8423-635666B530A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B0BBFBDF-E1A2-4843-BB6C-1E06B86AA3BD}"/>
              </a:ext>
            </a:extLst>
          </p:cNvPr>
          <p:cNvSpPr>
            <a:spLocks noGrp="1"/>
          </p:cNvSpPr>
          <p:nvPr>
            <p:ph type="sldNum" sz="quarter" idx="12"/>
          </p:nvPr>
        </p:nvSpPr>
        <p:spPr/>
        <p:txBody>
          <a:bodyPr/>
          <a:lstStyle>
            <a:lvl1pPr>
              <a:defRPr/>
            </a:lvl1pPr>
          </a:lstStyle>
          <a:p>
            <a:fld id="{A239B305-546C-456F-9ED6-E9C64F95288E}" type="slidenum">
              <a:rPr lang="en-US" altLang="en-US"/>
              <a:pPr/>
              <a:t>‹#›</a:t>
            </a:fld>
            <a:endParaRPr lang="en-US" altLang="en-US"/>
          </a:p>
        </p:txBody>
      </p:sp>
    </p:spTree>
    <p:extLst>
      <p:ext uri="{BB962C8B-B14F-4D97-AF65-F5344CB8AC3E}">
        <p14:creationId xmlns:p14="http://schemas.microsoft.com/office/powerpoint/2010/main" val="2005643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F1C854F-231E-49E8-AFC0-932806D57E3D}"/>
              </a:ext>
            </a:extLst>
          </p:cNvPr>
          <p:cNvSpPr/>
          <p:nvPr/>
        </p:nvSpPr>
        <p:spPr>
          <a:xfrm>
            <a:off x="914400" y="2819400"/>
            <a:ext cx="7315200" cy="1279525"/>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3738D6E5-A970-4487-8A91-D5CD17F85A6D}"/>
              </a:ext>
            </a:extLst>
          </p:cNvPr>
          <p:cNvSpPr/>
          <p:nvPr/>
        </p:nvSpPr>
        <p:spPr>
          <a:xfrm>
            <a:off x="914400" y="2819400"/>
            <a:ext cx="228600" cy="1279525"/>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219200" y="2971800"/>
            <a:ext cx="6858000" cy="1066800"/>
          </a:xfrm>
        </p:spPr>
        <p:txBody>
          <a:bodyPr anchor="t"/>
          <a:lstStyle>
            <a:lvl1pPr algn="r">
              <a:buNone/>
              <a:defRPr sz="3200" b="0" cap="none" baseline="0"/>
            </a:lvl1pPr>
          </a:lstStyle>
          <a:p>
            <a:r>
              <a:rPr lang="en-US"/>
              <a:t>Click to edit Master title style</a:t>
            </a:r>
          </a:p>
        </p:txBody>
      </p:sp>
      <p:sp>
        <p:nvSpPr>
          <p:cNvPr id="3" name="Text Placeholder 2"/>
          <p:cNvSpPr>
            <a:spLocks noGrp="1"/>
          </p:cNvSpPr>
          <p:nvPr>
            <p:ph type="body" idx="1"/>
          </p:nvPr>
        </p:nvSpPr>
        <p:spPr>
          <a:xfrm>
            <a:off x="1295400" y="4267200"/>
            <a:ext cx="6781800" cy="1143000"/>
          </a:xfrm>
        </p:spPr>
        <p:txBody>
          <a:bodyPr/>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6" name="Date Placeholder 3">
            <a:extLst>
              <a:ext uri="{FF2B5EF4-FFF2-40B4-BE49-F238E27FC236}">
                <a16:creationId xmlns:a16="http://schemas.microsoft.com/office/drawing/2014/main" id="{2691C218-F6D5-47E9-B45A-7336D503D6BF}"/>
              </a:ext>
            </a:extLst>
          </p:cNvPr>
          <p:cNvSpPr>
            <a:spLocks noGrp="1"/>
          </p:cNvSpPr>
          <p:nvPr>
            <p:ph type="dt" sz="half" idx="10"/>
          </p:nvPr>
        </p:nvSpPr>
        <p:spPr>
          <a:xfrm>
            <a:off x="6400800" y="6354763"/>
            <a:ext cx="2286000" cy="366712"/>
          </a:xfrm>
        </p:spPr>
        <p:txBody>
          <a:bodyPr/>
          <a:lstStyle>
            <a:lvl1pPr>
              <a:defRPr/>
            </a:lvl1pPr>
          </a:lstStyle>
          <a:p>
            <a:pPr>
              <a:defRPr/>
            </a:pPr>
            <a:endParaRPr lang="en-US"/>
          </a:p>
        </p:txBody>
      </p:sp>
      <p:sp>
        <p:nvSpPr>
          <p:cNvPr id="7" name="Footer Placeholder 4">
            <a:extLst>
              <a:ext uri="{FF2B5EF4-FFF2-40B4-BE49-F238E27FC236}">
                <a16:creationId xmlns:a16="http://schemas.microsoft.com/office/drawing/2014/main" id="{8EC45EB3-9677-405D-8FE3-A4FC2C0C6AC4}"/>
              </a:ext>
            </a:extLst>
          </p:cNvPr>
          <p:cNvSpPr>
            <a:spLocks noGrp="1"/>
          </p:cNvSpPr>
          <p:nvPr>
            <p:ph type="ftr" sz="quarter" idx="11"/>
          </p:nvPr>
        </p:nvSpPr>
        <p:spPr>
          <a:xfrm>
            <a:off x="2898775" y="6354763"/>
            <a:ext cx="3475038" cy="366712"/>
          </a:xfrm>
        </p:spPr>
        <p:txBody>
          <a:bodyPr/>
          <a:lstStyle>
            <a:lvl1pPr>
              <a:defRPr/>
            </a:lvl1pPr>
          </a:lstStyle>
          <a:p>
            <a:pPr>
              <a:defRPr/>
            </a:pPr>
            <a:endParaRPr lang="en-US"/>
          </a:p>
        </p:txBody>
      </p:sp>
      <p:sp>
        <p:nvSpPr>
          <p:cNvPr id="8" name="Slide Number Placeholder 5">
            <a:extLst>
              <a:ext uri="{FF2B5EF4-FFF2-40B4-BE49-F238E27FC236}">
                <a16:creationId xmlns:a16="http://schemas.microsoft.com/office/drawing/2014/main" id="{FC618661-E6EB-4815-A235-C99ED64DDE47}"/>
              </a:ext>
            </a:extLst>
          </p:cNvPr>
          <p:cNvSpPr>
            <a:spLocks noGrp="1"/>
          </p:cNvSpPr>
          <p:nvPr>
            <p:ph type="sldNum" sz="quarter" idx="12"/>
          </p:nvPr>
        </p:nvSpPr>
        <p:spPr>
          <a:xfrm>
            <a:off x="1069975" y="6354763"/>
            <a:ext cx="1520825" cy="366712"/>
          </a:xfrm>
        </p:spPr>
        <p:txBody>
          <a:bodyPr/>
          <a:lstStyle>
            <a:lvl1pPr>
              <a:defRPr/>
            </a:lvl1pPr>
          </a:lstStyle>
          <a:p>
            <a:fld id="{16470E61-D46A-4DC2-93B5-1EE9189A8526}" type="slidenum">
              <a:rPr lang="en-US" altLang="en-US"/>
              <a:pPr/>
              <a:t>‹#›</a:t>
            </a:fld>
            <a:endParaRPr lang="en-US" altLang="en-US"/>
          </a:p>
        </p:txBody>
      </p:sp>
    </p:spTree>
    <p:extLst>
      <p:ext uri="{BB962C8B-B14F-4D97-AF65-F5344CB8AC3E}">
        <p14:creationId xmlns:p14="http://schemas.microsoft.com/office/powerpoint/2010/main" val="3521806789"/>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9" name="Content Placeholder 8"/>
          <p:cNvSpPr>
            <a:spLocks noGrp="1"/>
          </p:cNvSpPr>
          <p:nvPr>
            <p:ph sz="quarter" idx="1"/>
          </p:nvPr>
        </p:nvSpPr>
        <p:spPr>
          <a:xfrm>
            <a:off x="457200" y="1219200"/>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632198" y="1216152"/>
            <a:ext cx="4041648" cy="4937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FE3B4529-90A5-4C16-ACF7-AD584B03DADE}"/>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52180DAA-6569-427C-9B13-36D4F4937321}"/>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233B41B9-744D-4B41-82C9-5A16EA77AC1D}"/>
              </a:ext>
            </a:extLst>
          </p:cNvPr>
          <p:cNvSpPr>
            <a:spLocks noGrp="1"/>
          </p:cNvSpPr>
          <p:nvPr>
            <p:ph type="sldNum" sz="quarter" idx="12"/>
          </p:nvPr>
        </p:nvSpPr>
        <p:spPr/>
        <p:txBody>
          <a:bodyPr/>
          <a:lstStyle>
            <a:lvl1pPr>
              <a:defRPr/>
            </a:lvl1pPr>
          </a:lstStyle>
          <a:p>
            <a:fld id="{1A4404C5-AF67-48B5-B03E-DF23BF83D2C6}" type="slidenum">
              <a:rPr lang="en-US" altLang="en-US"/>
              <a:pPr/>
              <a:t>‹#›</a:t>
            </a:fld>
            <a:endParaRPr lang="en-US" altLang="en-US"/>
          </a:p>
        </p:txBody>
      </p:sp>
    </p:spTree>
    <p:extLst>
      <p:ext uri="{BB962C8B-B14F-4D97-AF65-F5344CB8AC3E}">
        <p14:creationId xmlns:p14="http://schemas.microsoft.com/office/powerpoint/2010/main" val="370387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lang="en-US"/>
              <a:t>Click to edit Master title style</a:t>
            </a:r>
          </a:p>
        </p:txBody>
      </p:sp>
      <p:sp>
        <p:nvSpPr>
          <p:cNvPr id="3" name="Text Placeholder 2"/>
          <p:cNvSpPr>
            <a:spLocks noGrp="1"/>
          </p:cNvSpPr>
          <p:nvPr>
            <p:ph type="body" idx="1"/>
          </p:nvPr>
        </p:nvSpPr>
        <p:spPr>
          <a:xfrm>
            <a:off x="457200" y="1285875"/>
            <a:ext cx="4040188" cy="685800"/>
          </a:xfrm>
          <a:noFill/>
          <a:ln>
            <a:noFill/>
          </a:ln>
        </p:spPr>
        <p:txBody>
          <a:bodyPr anchor="b">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anchor="b"/>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quarter" idx="2"/>
          </p:nvPr>
        </p:nvSpPr>
        <p:spPr>
          <a:xfrm>
            <a:off x="457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quarter" idx="4"/>
          </p:nvPr>
        </p:nvSpPr>
        <p:spPr>
          <a:xfrm>
            <a:off x="4648200" y="2133600"/>
            <a:ext cx="40386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13">
            <a:extLst>
              <a:ext uri="{FF2B5EF4-FFF2-40B4-BE49-F238E27FC236}">
                <a16:creationId xmlns:a16="http://schemas.microsoft.com/office/drawing/2014/main" id="{77D51D5E-7AEF-4F24-BE46-1EC9B2FE7BFF}"/>
              </a:ext>
            </a:extLst>
          </p:cNvPr>
          <p:cNvSpPr>
            <a:spLocks noGrp="1"/>
          </p:cNvSpPr>
          <p:nvPr>
            <p:ph type="dt" sz="half" idx="10"/>
          </p:nvPr>
        </p:nvSpPr>
        <p:spPr/>
        <p:txBody>
          <a:bodyPr/>
          <a:lstStyle>
            <a:lvl1pPr>
              <a:defRPr/>
            </a:lvl1pPr>
          </a:lstStyle>
          <a:p>
            <a:pPr>
              <a:defRPr/>
            </a:pPr>
            <a:endParaRPr lang="en-US"/>
          </a:p>
        </p:txBody>
      </p:sp>
      <p:sp>
        <p:nvSpPr>
          <p:cNvPr id="8" name="Footer Placeholder 2">
            <a:extLst>
              <a:ext uri="{FF2B5EF4-FFF2-40B4-BE49-F238E27FC236}">
                <a16:creationId xmlns:a16="http://schemas.microsoft.com/office/drawing/2014/main" id="{99EF46A7-A157-4168-B04D-2D26EF25716A}"/>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22">
            <a:extLst>
              <a:ext uri="{FF2B5EF4-FFF2-40B4-BE49-F238E27FC236}">
                <a16:creationId xmlns:a16="http://schemas.microsoft.com/office/drawing/2014/main" id="{C1A30FA2-953C-49C4-8274-238612D8930C}"/>
              </a:ext>
            </a:extLst>
          </p:cNvPr>
          <p:cNvSpPr>
            <a:spLocks noGrp="1"/>
          </p:cNvSpPr>
          <p:nvPr>
            <p:ph type="sldNum" sz="quarter" idx="12"/>
          </p:nvPr>
        </p:nvSpPr>
        <p:spPr/>
        <p:txBody>
          <a:bodyPr/>
          <a:lstStyle>
            <a:lvl1pPr>
              <a:defRPr/>
            </a:lvl1pPr>
          </a:lstStyle>
          <a:p>
            <a:fld id="{C0EBB126-0E8F-4410-AD43-D4710866D41C}" type="slidenum">
              <a:rPr lang="en-US" altLang="en-US"/>
              <a:pPr/>
              <a:t>‹#›</a:t>
            </a:fld>
            <a:endParaRPr lang="en-US" altLang="en-US"/>
          </a:p>
        </p:txBody>
      </p:sp>
    </p:spTree>
    <p:extLst>
      <p:ext uri="{BB962C8B-B14F-4D97-AF65-F5344CB8AC3E}">
        <p14:creationId xmlns:p14="http://schemas.microsoft.com/office/powerpoint/2010/main" val="822255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Isosceles Triangle 2">
            <a:extLst>
              <a:ext uri="{FF2B5EF4-FFF2-40B4-BE49-F238E27FC236}">
                <a16:creationId xmlns:a16="http://schemas.microsoft.com/office/drawing/2014/main" id="{F23D7137-A2D7-4047-ADB5-AABF456014FA}"/>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457200" y="228600"/>
            <a:ext cx="8229600" cy="914400"/>
          </a:xfrm>
        </p:spPr>
        <p:txBody>
          <a:bodyPr/>
          <a:lstStyle/>
          <a:p>
            <a:r>
              <a:rPr lang="en-US"/>
              <a:t>Click to edit Master title style</a:t>
            </a:r>
          </a:p>
        </p:txBody>
      </p:sp>
      <p:sp>
        <p:nvSpPr>
          <p:cNvPr id="4" name="Date Placeholder 2">
            <a:extLst>
              <a:ext uri="{FF2B5EF4-FFF2-40B4-BE49-F238E27FC236}">
                <a16:creationId xmlns:a16="http://schemas.microsoft.com/office/drawing/2014/main" id="{CE9826D3-7C8C-4188-83D3-C4F93B91B98A}"/>
              </a:ext>
            </a:extLst>
          </p:cNvPr>
          <p:cNvSpPr>
            <a:spLocks noGrp="1"/>
          </p:cNvSpPr>
          <p:nvPr>
            <p:ph type="dt" sz="half" idx="10"/>
          </p:nvPr>
        </p:nvSpPr>
        <p:spPr/>
        <p:txBody>
          <a:bodyPr/>
          <a:lstStyle>
            <a:lvl1pPr>
              <a:defRPr/>
            </a:lvl1pPr>
          </a:lstStyle>
          <a:p>
            <a:pPr>
              <a:defRPr/>
            </a:pPr>
            <a:endParaRPr lang="en-US"/>
          </a:p>
        </p:txBody>
      </p:sp>
      <p:sp>
        <p:nvSpPr>
          <p:cNvPr id="5" name="Footer Placeholder 3">
            <a:extLst>
              <a:ext uri="{FF2B5EF4-FFF2-40B4-BE49-F238E27FC236}">
                <a16:creationId xmlns:a16="http://schemas.microsoft.com/office/drawing/2014/main" id="{E964A7B2-0F08-43CB-99B2-69C402E1A477}"/>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163E100E-EACE-4E11-8CFC-0B0C281D330C}"/>
              </a:ext>
            </a:extLst>
          </p:cNvPr>
          <p:cNvSpPr>
            <a:spLocks noGrp="1"/>
          </p:cNvSpPr>
          <p:nvPr>
            <p:ph type="sldNum" sz="quarter" idx="12"/>
          </p:nvPr>
        </p:nvSpPr>
        <p:spPr/>
        <p:txBody>
          <a:bodyPr/>
          <a:lstStyle>
            <a:lvl1pPr>
              <a:defRPr/>
            </a:lvl1pPr>
          </a:lstStyle>
          <a:p>
            <a:fld id="{811A5262-85BA-4D51-AA82-18A390022679}" type="slidenum">
              <a:rPr lang="en-US" altLang="en-US"/>
              <a:pPr/>
              <a:t>‹#›</a:t>
            </a:fld>
            <a:endParaRPr lang="en-US" altLang="en-US"/>
          </a:p>
        </p:txBody>
      </p:sp>
    </p:spTree>
    <p:extLst>
      <p:ext uri="{BB962C8B-B14F-4D97-AF65-F5344CB8AC3E}">
        <p14:creationId xmlns:p14="http://schemas.microsoft.com/office/powerpoint/2010/main" val="3503922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Straight Connector 11">
            <a:extLst>
              <a:ext uri="{FF2B5EF4-FFF2-40B4-BE49-F238E27FC236}">
                <a16:creationId xmlns:a16="http://schemas.microsoft.com/office/drawing/2014/main" id="{49F76575-67CD-46F5-863E-475DE0B052B4}"/>
              </a:ext>
            </a:extLst>
          </p:cNvPr>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3" name="Isosceles Triangle 2">
            <a:extLst>
              <a:ext uri="{FF2B5EF4-FFF2-40B4-BE49-F238E27FC236}">
                <a16:creationId xmlns:a16="http://schemas.microsoft.com/office/drawing/2014/main" id="{F6DB8D2A-9E5C-4DAF-B674-641C180C073B}"/>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4" name="Date Placeholder 1">
            <a:extLst>
              <a:ext uri="{FF2B5EF4-FFF2-40B4-BE49-F238E27FC236}">
                <a16:creationId xmlns:a16="http://schemas.microsoft.com/office/drawing/2014/main" id="{9C1C08D9-1447-49E6-B0B0-5A90D4C5A6F6}"/>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FC1FA4A4-E7FE-4844-8F3A-74EEDA1F95D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3">
            <a:extLst>
              <a:ext uri="{FF2B5EF4-FFF2-40B4-BE49-F238E27FC236}">
                <a16:creationId xmlns:a16="http://schemas.microsoft.com/office/drawing/2014/main" id="{FF9D6DBE-0B3C-435D-8A87-0A9148FD9454}"/>
              </a:ext>
            </a:extLst>
          </p:cNvPr>
          <p:cNvSpPr>
            <a:spLocks noGrp="1"/>
          </p:cNvSpPr>
          <p:nvPr>
            <p:ph type="sldNum" sz="quarter" idx="12"/>
          </p:nvPr>
        </p:nvSpPr>
        <p:spPr/>
        <p:txBody>
          <a:bodyPr/>
          <a:lstStyle>
            <a:lvl1pPr>
              <a:defRPr/>
            </a:lvl1pPr>
          </a:lstStyle>
          <a:p>
            <a:fld id="{5986A26C-10B4-4B03-995B-95DBF7DB40DD}" type="slidenum">
              <a:rPr lang="en-US" altLang="en-US"/>
              <a:pPr/>
              <a:t>‹#›</a:t>
            </a:fld>
            <a:endParaRPr lang="en-US" altLang="en-US"/>
          </a:p>
        </p:txBody>
      </p:sp>
    </p:spTree>
    <p:extLst>
      <p:ext uri="{BB962C8B-B14F-4D97-AF65-F5344CB8AC3E}">
        <p14:creationId xmlns:p14="http://schemas.microsoft.com/office/powerpoint/2010/main" val="3875516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Straight Connector 11">
            <a:extLst>
              <a:ext uri="{FF2B5EF4-FFF2-40B4-BE49-F238E27FC236}">
                <a16:creationId xmlns:a16="http://schemas.microsoft.com/office/drawing/2014/main" id="{314ACE80-4A4B-4414-813A-581A7E94F990}"/>
              </a:ext>
            </a:extLst>
          </p:cNvPr>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6" name="Straight Connector 12">
            <a:extLst>
              <a:ext uri="{FF2B5EF4-FFF2-40B4-BE49-F238E27FC236}">
                <a16:creationId xmlns:a16="http://schemas.microsoft.com/office/drawing/2014/main" id="{CF3AD113-2B46-486B-AC3A-963FECE38707}"/>
              </a:ext>
            </a:extLst>
          </p:cNvPr>
          <p:cNvSpPr>
            <a:spLocks noChangeShapeType="1"/>
          </p:cNvSpPr>
          <p:nvPr/>
        </p:nvSpPr>
        <p:spPr bwMode="auto">
          <a:xfrm rot="5400000">
            <a:off x="3160712" y="3324226"/>
            <a:ext cx="6035675"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7" name="Isosceles Triangle 6">
            <a:extLst>
              <a:ext uri="{FF2B5EF4-FFF2-40B4-BE49-F238E27FC236}">
                <a16:creationId xmlns:a16="http://schemas.microsoft.com/office/drawing/2014/main" id="{084000F4-9308-4B82-A4CA-4DDDC37054A8}"/>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6324600" y="304800"/>
            <a:ext cx="2514600" cy="838200"/>
          </a:xfrm>
        </p:spPr>
        <p:txBody>
          <a:bodyPr>
            <a:noAutofit/>
          </a:bodyPr>
          <a:lstStyle>
            <a:lvl1pPr algn="l">
              <a:buNone/>
              <a:defRPr sz="2000" b="1">
                <a:solidFill>
                  <a:schemeClr val="tx2"/>
                </a:solidFill>
                <a:latin typeface="+mn-lt"/>
                <a:ea typeface="+mn-ea"/>
                <a:cs typeface="+mn-cs"/>
              </a:defRPr>
            </a:lvl1pPr>
          </a:lstStyle>
          <a:p>
            <a:r>
              <a:rPr lang="en-US"/>
              <a:t>Click to edit Master title style</a:t>
            </a:r>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2" name="Content Placeholder 11"/>
          <p:cNvSpPr>
            <a:spLocks noGrp="1"/>
          </p:cNvSpPr>
          <p:nvPr>
            <p:ph sz="quarter" idx="1"/>
          </p:nvPr>
        </p:nvSpPr>
        <p:spPr>
          <a:xfrm>
            <a:off x="304800" y="304800"/>
            <a:ext cx="5715000" cy="5715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4">
            <a:extLst>
              <a:ext uri="{FF2B5EF4-FFF2-40B4-BE49-F238E27FC236}">
                <a16:creationId xmlns:a16="http://schemas.microsoft.com/office/drawing/2014/main" id="{86A3B70D-9F2A-4F6E-A485-8EEF4E18ECC9}"/>
              </a:ext>
            </a:extLst>
          </p:cNvPr>
          <p:cNvSpPr>
            <a:spLocks noGrp="1"/>
          </p:cNvSpPr>
          <p:nvPr>
            <p:ph type="dt" sz="half" idx="10"/>
          </p:nvPr>
        </p:nvSpPr>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D9C77F48-8A72-46AC-8B06-FA124700E52A}"/>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F0F52701-7464-41DE-A036-CB2F16E0BCCE}"/>
              </a:ext>
            </a:extLst>
          </p:cNvPr>
          <p:cNvSpPr>
            <a:spLocks noGrp="1"/>
          </p:cNvSpPr>
          <p:nvPr>
            <p:ph type="sldNum" sz="quarter" idx="12"/>
          </p:nvPr>
        </p:nvSpPr>
        <p:spPr/>
        <p:txBody>
          <a:bodyPr/>
          <a:lstStyle>
            <a:lvl1pPr>
              <a:defRPr/>
            </a:lvl1pPr>
          </a:lstStyle>
          <a:p>
            <a:fld id="{BAA9C0E7-46D0-47A7-96BA-E631D02E633E}" type="slidenum">
              <a:rPr lang="en-US" altLang="en-US"/>
              <a:pPr/>
              <a:t>‹#›</a:t>
            </a:fld>
            <a:endParaRPr lang="en-US" altLang="en-US"/>
          </a:p>
        </p:txBody>
      </p:sp>
    </p:spTree>
    <p:extLst>
      <p:ext uri="{BB962C8B-B14F-4D97-AF65-F5344CB8AC3E}">
        <p14:creationId xmlns:p14="http://schemas.microsoft.com/office/powerpoint/2010/main" val="1121739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Straight Connector 11">
            <a:extLst>
              <a:ext uri="{FF2B5EF4-FFF2-40B4-BE49-F238E27FC236}">
                <a16:creationId xmlns:a16="http://schemas.microsoft.com/office/drawing/2014/main" id="{42F432D0-A520-412E-8D05-D53FC03BAD0F}"/>
              </a:ext>
            </a:extLst>
          </p:cNvPr>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6" name="Isosceles Triangle 5">
            <a:extLst>
              <a:ext uri="{FF2B5EF4-FFF2-40B4-BE49-F238E27FC236}">
                <a16:creationId xmlns:a16="http://schemas.microsoft.com/office/drawing/2014/main" id="{987F7307-AD4B-40BD-96D7-78362460C0F8}"/>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AEF0A310-7310-47E1-AAE6-B1225E5C6CDA}"/>
              </a:ext>
            </a:extLst>
          </p:cNvPr>
          <p:cNvSpPr/>
          <p:nvPr/>
        </p:nvSpPr>
        <p:spPr>
          <a:xfrm>
            <a:off x="457200" y="500063"/>
            <a:ext cx="182563"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lang="en-US"/>
              <a:t>Click to edit Master title style</a:t>
            </a:r>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normAutofit/>
          </a:bodyPr>
          <a:lstStyle>
            <a:lvl1pPr marL="0" indent="0">
              <a:spcBef>
                <a:spcPts val="600"/>
              </a:spcBef>
              <a:buNone/>
              <a:defRPr sz="3200"/>
            </a:lvl1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457200" y="1219200"/>
            <a:ext cx="8229600" cy="533400"/>
          </a:xfrm>
        </p:spPr>
        <p:txBody>
          <a:bodyPr anchor="ctr"/>
          <a:lstStyle>
            <a:lvl1pPr marL="0" indent="0" algn="l">
              <a:buFontTx/>
              <a:buNone/>
              <a:defRPr sz="1400"/>
            </a:lvl1pPr>
            <a:lvl2pPr>
              <a:defRPr sz="1200"/>
            </a:lvl2pPr>
            <a:lvl3pPr>
              <a:defRPr sz="1000"/>
            </a:lvl3pPr>
            <a:lvl4pPr>
              <a:defRPr sz="900"/>
            </a:lvl4pPr>
            <a:lvl5pPr>
              <a:defRPr sz="900"/>
            </a:lvl5pPr>
          </a:lstStyle>
          <a:p>
            <a:pPr lvl="0"/>
            <a:r>
              <a:rPr lang="en-US"/>
              <a:t>Click to edit Master text styles</a:t>
            </a:r>
          </a:p>
        </p:txBody>
      </p:sp>
      <p:sp>
        <p:nvSpPr>
          <p:cNvPr id="8" name="Date Placeholder 4">
            <a:extLst>
              <a:ext uri="{FF2B5EF4-FFF2-40B4-BE49-F238E27FC236}">
                <a16:creationId xmlns:a16="http://schemas.microsoft.com/office/drawing/2014/main" id="{CBD8B330-B28A-4966-927B-C425397471A7}"/>
              </a:ext>
            </a:extLst>
          </p:cNvPr>
          <p:cNvSpPr>
            <a:spLocks noGrp="1"/>
          </p:cNvSpPr>
          <p:nvPr>
            <p:ph type="dt" sz="half" idx="10"/>
          </p:nvPr>
        </p:nvSpPr>
        <p:spPr/>
        <p:txBody>
          <a:bodyPr/>
          <a:lstStyle>
            <a:lvl1pPr>
              <a:defRPr/>
            </a:lvl1pPr>
          </a:lstStyle>
          <a:p>
            <a:pPr>
              <a:defRPr/>
            </a:pPr>
            <a:endParaRPr lang="en-US"/>
          </a:p>
        </p:txBody>
      </p:sp>
      <p:sp>
        <p:nvSpPr>
          <p:cNvPr id="9" name="Footer Placeholder 5">
            <a:extLst>
              <a:ext uri="{FF2B5EF4-FFF2-40B4-BE49-F238E27FC236}">
                <a16:creationId xmlns:a16="http://schemas.microsoft.com/office/drawing/2014/main" id="{FEE07467-10A9-4AF0-B15F-728C58F48951}"/>
              </a:ext>
            </a:extLst>
          </p:cNvPr>
          <p:cNvSpPr>
            <a:spLocks noGrp="1"/>
          </p:cNvSpPr>
          <p:nvPr>
            <p:ph type="ftr" sz="quarter" idx="11"/>
          </p:nvPr>
        </p:nvSpPr>
        <p:spPr/>
        <p:txBody>
          <a:bodyPr/>
          <a:lstStyle>
            <a:lvl1pPr>
              <a:defRPr/>
            </a:lvl1pPr>
          </a:lstStyle>
          <a:p>
            <a:pPr>
              <a:defRPr/>
            </a:pPr>
            <a:endParaRPr lang="en-US"/>
          </a:p>
        </p:txBody>
      </p:sp>
      <p:sp>
        <p:nvSpPr>
          <p:cNvPr id="10" name="Slide Number Placeholder 6">
            <a:extLst>
              <a:ext uri="{FF2B5EF4-FFF2-40B4-BE49-F238E27FC236}">
                <a16:creationId xmlns:a16="http://schemas.microsoft.com/office/drawing/2014/main" id="{7026B379-D862-48BD-BAA6-097E075512C3}"/>
              </a:ext>
            </a:extLst>
          </p:cNvPr>
          <p:cNvSpPr>
            <a:spLocks noGrp="1"/>
          </p:cNvSpPr>
          <p:nvPr>
            <p:ph type="sldNum" sz="quarter" idx="12"/>
          </p:nvPr>
        </p:nvSpPr>
        <p:spPr/>
        <p:txBody>
          <a:bodyPr/>
          <a:lstStyle>
            <a:lvl1pPr>
              <a:defRPr/>
            </a:lvl1pPr>
          </a:lstStyle>
          <a:p>
            <a:fld id="{9AE9668D-1B99-4D24-B183-3C6CF7669EAD}" type="slidenum">
              <a:rPr lang="en-US" altLang="en-US"/>
              <a:pPr/>
              <a:t>‹#›</a:t>
            </a:fld>
            <a:endParaRPr lang="en-US" altLang="en-US"/>
          </a:p>
        </p:txBody>
      </p:sp>
    </p:spTree>
    <p:extLst>
      <p:ext uri="{BB962C8B-B14F-4D97-AF65-F5344CB8AC3E}">
        <p14:creationId xmlns:p14="http://schemas.microsoft.com/office/powerpoint/2010/main" val="68797359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C67C4CD3-AA42-4F0B-8855-CF20BA092098}"/>
              </a:ext>
            </a:extLst>
          </p:cNvPr>
          <p:cNvSpPr>
            <a:spLocks noGrp="1"/>
          </p:cNvSpPr>
          <p:nvPr>
            <p:ph type="dt" sz="half" idx="10"/>
          </p:nvPr>
        </p:nvSpPr>
        <p:spPr/>
        <p:txBody>
          <a:bodyPr/>
          <a:lstStyle>
            <a:lvl1pPr>
              <a:defRPr/>
            </a:lvl1pPr>
          </a:lstStyle>
          <a:p>
            <a:pPr>
              <a:defRPr/>
            </a:pPr>
            <a:endParaRPr lang="en-US"/>
          </a:p>
        </p:txBody>
      </p:sp>
      <p:sp>
        <p:nvSpPr>
          <p:cNvPr id="5" name="Footer Placeholder 2">
            <a:extLst>
              <a:ext uri="{FF2B5EF4-FFF2-40B4-BE49-F238E27FC236}">
                <a16:creationId xmlns:a16="http://schemas.microsoft.com/office/drawing/2014/main" id="{38F72B3E-317E-4CFD-A53E-B58C9A7D74A6}"/>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22">
            <a:extLst>
              <a:ext uri="{FF2B5EF4-FFF2-40B4-BE49-F238E27FC236}">
                <a16:creationId xmlns:a16="http://schemas.microsoft.com/office/drawing/2014/main" id="{AB0BD09A-3ABF-4F2C-90AA-CB14F0B94D8A}"/>
              </a:ext>
            </a:extLst>
          </p:cNvPr>
          <p:cNvSpPr>
            <a:spLocks noGrp="1"/>
          </p:cNvSpPr>
          <p:nvPr>
            <p:ph type="sldNum" sz="quarter" idx="12"/>
          </p:nvPr>
        </p:nvSpPr>
        <p:spPr/>
        <p:txBody>
          <a:bodyPr/>
          <a:lstStyle>
            <a:lvl1pPr>
              <a:defRPr/>
            </a:lvl1pPr>
          </a:lstStyle>
          <a:p>
            <a:fld id="{417C3F74-07BB-4539-B432-D54C8B53DDF9}" type="slidenum">
              <a:rPr lang="en-US" altLang="en-US"/>
              <a:pPr/>
              <a:t>‹#›</a:t>
            </a:fld>
            <a:endParaRPr lang="en-US" altLang="en-US"/>
          </a:p>
        </p:txBody>
      </p:sp>
    </p:spTree>
    <p:extLst>
      <p:ext uri="{BB962C8B-B14F-4D97-AF65-F5344CB8AC3E}">
        <p14:creationId xmlns:p14="http://schemas.microsoft.com/office/powerpoint/2010/main" val="29874612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Straight Connector 11">
            <a:extLst>
              <a:ext uri="{FF2B5EF4-FFF2-40B4-BE49-F238E27FC236}">
                <a16:creationId xmlns:a16="http://schemas.microsoft.com/office/drawing/2014/main" id="{C4C91C31-FB09-49DE-943D-A577816FE7C3}"/>
              </a:ext>
            </a:extLst>
          </p:cNvPr>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5" name="Isosceles Triangle 4">
            <a:extLst>
              <a:ext uri="{FF2B5EF4-FFF2-40B4-BE49-F238E27FC236}">
                <a16:creationId xmlns:a16="http://schemas.microsoft.com/office/drawing/2014/main" id="{262971F5-8298-4C0A-A702-FA9BD57EFE33}"/>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Straight Connector 14">
            <a:extLst>
              <a:ext uri="{FF2B5EF4-FFF2-40B4-BE49-F238E27FC236}">
                <a16:creationId xmlns:a16="http://schemas.microsoft.com/office/drawing/2014/main" id="{E9B779FC-2BE8-4DF0-A29F-55C178834198}"/>
              </a:ext>
            </a:extLst>
          </p:cNvPr>
          <p:cNvSpPr>
            <a:spLocks noChangeShapeType="1"/>
          </p:cNvSpPr>
          <p:nvPr/>
        </p:nvSpPr>
        <p:spPr bwMode="auto">
          <a:xfrm rot="5400000">
            <a:off x="3630612" y="3201988"/>
            <a:ext cx="5851525"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C631DEFF-D3E2-4CD0-AC93-957A7B216D21}"/>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48F1CB37-734F-4B8C-BFEE-860C0FD09FA5}"/>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26697BB6-69D1-4E0B-8DB9-6CE8E8DF714C}"/>
              </a:ext>
            </a:extLst>
          </p:cNvPr>
          <p:cNvSpPr>
            <a:spLocks noGrp="1"/>
          </p:cNvSpPr>
          <p:nvPr>
            <p:ph type="sldNum" sz="quarter" idx="12"/>
          </p:nvPr>
        </p:nvSpPr>
        <p:spPr/>
        <p:txBody>
          <a:bodyPr/>
          <a:lstStyle>
            <a:lvl1pPr>
              <a:defRPr/>
            </a:lvl1pPr>
          </a:lstStyle>
          <a:p>
            <a:fld id="{90EF8F77-7308-4DA3-ACCA-72AD90FA36F5}" type="slidenum">
              <a:rPr lang="en-US" altLang="en-US"/>
              <a:pPr/>
              <a:t>‹#›</a:t>
            </a:fld>
            <a:endParaRPr lang="en-US" altLang="en-US"/>
          </a:p>
        </p:txBody>
      </p:sp>
    </p:spTree>
    <p:extLst>
      <p:ext uri="{BB962C8B-B14F-4D97-AF65-F5344CB8AC3E}">
        <p14:creationId xmlns:p14="http://schemas.microsoft.com/office/powerpoint/2010/main" val="9333296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AndTx">
  <p:cSld name="Title, Ch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1143000" y="228600"/>
            <a:ext cx="7793038" cy="1143000"/>
          </a:xfrm>
        </p:spPr>
        <p:txBody>
          <a:bodyPr/>
          <a:lstStyle/>
          <a:p>
            <a:r>
              <a:rPr lang="en-US"/>
              <a:t>Click to edit Master title style</a:t>
            </a:r>
            <a:endParaRPr lang="en-IN"/>
          </a:p>
        </p:txBody>
      </p:sp>
      <p:sp>
        <p:nvSpPr>
          <p:cNvPr id="3" name="Chart Placeholder 2"/>
          <p:cNvSpPr>
            <a:spLocks noGrp="1"/>
          </p:cNvSpPr>
          <p:nvPr>
            <p:ph type="chart" sz="half" idx="1"/>
          </p:nvPr>
        </p:nvSpPr>
        <p:spPr>
          <a:xfrm>
            <a:off x="762000" y="1676400"/>
            <a:ext cx="3810000" cy="4114800"/>
          </a:xfrm>
        </p:spPr>
        <p:txBody>
          <a:bodyPr>
            <a:normAutofit/>
          </a:bodyPr>
          <a:lstStyle/>
          <a:p>
            <a:pPr lvl="0"/>
            <a:endParaRPr lang="en-IN" noProof="0"/>
          </a:p>
        </p:txBody>
      </p:sp>
      <p:sp>
        <p:nvSpPr>
          <p:cNvPr id="4" name="Text Placeholder 3"/>
          <p:cNvSpPr>
            <a:spLocks noGrp="1"/>
          </p:cNvSpPr>
          <p:nvPr>
            <p:ph type="body" sz="half" idx="2"/>
          </p:nvPr>
        </p:nvSpPr>
        <p:spPr>
          <a:xfrm>
            <a:off x="4724400" y="1676400"/>
            <a:ext cx="381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13">
            <a:extLst>
              <a:ext uri="{FF2B5EF4-FFF2-40B4-BE49-F238E27FC236}">
                <a16:creationId xmlns:a16="http://schemas.microsoft.com/office/drawing/2014/main" id="{F64F78AF-CE01-40A2-9EFB-D321E07F02C5}"/>
              </a:ext>
            </a:extLst>
          </p:cNvPr>
          <p:cNvSpPr>
            <a:spLocks noGrp="1"/>
          </p:cNvSpPr>
          <p:nvPr>
            <p:ph type="dt" sz="half" idx="10"/>
          </p:nvPr>
        </p:nvSpPr>
        <p:spPr/>
        <p:txBody>
          <a:bodyPr/>
          <a:lstStyle>
            <a:lvl1pPr>
              <a:defRPr/>
            </a:lvl1pPr>
          </a:lstStyle>
          <a:p>
            <a:pPr>
              <a:defRPr/>
            </a:pPr>
            <a:endParaRPr lang="en-US"/>
          </a:p>
        </p:txBody>
      </p:sp>
      <p:sp>
        <p:nvSpPr>
          <p:cNvPr id="6" name="Footer Placeholder 2">
            <a:extLst>
              <a:ext uri="{FF2B5EF4-FFF2-40B4-BE49-F238E27FC236}">
                <a16:creationId xmlns:a16="http://schemas.microsoft.com/office/drawing/2014/main" id="{6558820D-BD3D-483C-8D79-7E89E4B8467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22">
            <a:extLst>
              <a:ext uri="{FF2B5EF4-FFF2-40B4-BE49-F238E27FC236}">
                <a16:creationId xmlns:a16="http://schemas.microsoft.com/office/drawing/2014/main" id="{A136088A-A9FD-4275-9915-9EFFF4691B31}"/>
              </a:ext>
            </a:extLst>
          </p:cNvPr>
          <p:cNvSpPr>
            <a:spLocks noGrp="1"/>
          </p:cNvSpPr>
          <p:nvPr>
            <p:ph type="sldNum" sz="quarter" idx="12"/>
          </p:nvPr>
        </p:nvSpPr>
        <p:spPr/>
        <p:txBody>
          <a:bodyPr/>
          <a:lstStyle>
            <a:lvl1pPr>
              <a:defRPr/>
            </a:lvl1pPr>
          </a:lstStyle>
          <a:p>
            <a:fld id="{B84AF900-5F69-4E3B-A230-4B6916E8F45D}" type="slidenum">
              <a:rPr lang="en-US" altLang="en-US"/>
              <a:pPr/>
              <a:t>‹#›</a:t>
            </a:fld>
            <a:endParaRPr lang="en-US" altLang="en-US"/>
          </a:p>
        </p:txBody>
      </p:sp>
    </p:spTree>
    <p:extLst>
      <p:ext uri="{BB962C8B-B14F-4D97-AF65-F5344CB8AC3E}">
        <p14:creationId xmlns:p14="http://schemas.microsoft.com/office/powerpoint/2010/main" val="3120554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457200" y="1600200"/>
            <a:ext cx="82296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57200" y="3938588"/>
            <a:ext cx="82296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BC5315C-2C2B-4AAD-81A6-192C890128CB}"/>
              </a:ext>
            </a:extLst>
          </p:cNvPr>
          <p:cNvSpPr>
            <a:spLocks noGrp="1"/>
          </p:cNvSpPr>
          <p:nvPr>
            <p:ph type="dt" sz="half" idx="10"/>
          </p:nvPr>
        </p:nvSpPr>
        <p:spPr>
          <a:xfrm>
            <a:off x="457200" y="6245225"/>
            <a:ext cx="2133600" cy="476250"/>
          </a:xfrm>
        </p:spPr>
        <p:txBody>
          <a:bodyPr/>
          <a:lstStyle>
            <a:lvl1pPr>
              <a:defRPr/>
            </a:lvl1pPr>
          </a:lstStyle>
          <a:p>
            <a:pPr>
              <a:defRPr/>
            </a:pPr>
            <a:endParaRPr lang="en-US" altLang="zh-TW"/>
          </a:p>
        </p:txBody>
      </p:sp>
      <p:sp>
        <p:nvSpPr>
          <p:cNvPr id="6" name="Footer Placeholder 5">
            <a:extLst>
              <a:ext uri="{FF2B5EF4-FFF2-40B4-BE49-F238E27FC236}">
                <a16:creationId xmlns:a16="http://schemas.microsoft.com/office/drawing/2014/main" id="{739B4643-F2AF-4AAC-A886-285FB9E8893F}"/>
              </a:ext>
            </a:extLst>
          </p:cNvPr>
          <p:cNvSpPr>
            <a:spLocks noGrp="1"/>
          </p:cNvSpPr>
          <p:nvPr>
            <p:ph type="ftr" sz="quarter" idx="11"/>
          </p:nvPr>
        </p:nvSpPr>
        <p:spPr>
          <a:xfrm>
            <a:off x="3124200" y="6245225"/>
            <a:ext cx="2895600" cy="476250"/>
          </a:xfrm>
        </p:spPr>
        <p:txBody>
          <a:bodyPr/>
          <a:lstStyle>
            <a:lvl1pPr>
              <a:defRPr/>
            </a:lvl1pPr>
          </a:lstStyle>
          <a:p>
            <a:pPr>
              <a:defRPr/>
            </a:pPr>
            <a:endParaRPr lang="en-US" altLang="zh-TW"/>
          </a:p>
        </p:txBody>
      </p:sp>
      <p:sp>
        <p:nvSpPr>
          <p:cNvPr id="7" name="Slide Number Placeholder 6">
            <a:extLst>
              <a:ext uri="{FF2B5EF4-FFF2-40B4-BE49-F238E27FC236}">
                <a16:creationId xmlns:a16="http://schemas.microsoft.com/office/drawing/2014/main" id="{C3C4B494-AD8F-40E8-B65D-C47EACCD54C0}"/>
              </a:ext>
            </a:extLst>
          </p:cNvPr>
          <p:cNvSpPr>
            <a:spLocks noGrp="1"/>
          </p:cNvSpPr>
          <p:nvPr>
            <p:ph type="sldNum" sz="quarter" idx="12"/>
          </p:nvPr>
        </p:nvSpPr>
        <p:spPr>
          <a:xfrm>
            <a:off x="6553200" y="6245225"/>
            <a:ext cx="2133600" cy="476250"/>
          </a:xfrm>
        </p:spPr>
        <p:txBody>
          <a:bodyPr/>
          <a:lstStyle>
            <a:lvl1pPr>
              <a:defRPr/>
            </a:lvl1pPr>
          </a:lstStyle>
          <a:p>
            <a:fld id="{781004DE-DF98-4036-A3CE-28B6765398D9}" type="slidenum">
              <a:rPr lang="en-US" altLang="zh-TW"/>
              <a:pPr/>
              <a:t>‹#›</a:t>
            </a:fld>
            <a:endParaRPr lang="en-US" altLang="zh-TW"/>
          </a:p>
        </p:txBody>
      </p:sp>
    </p:spTree>
    <p:extLst>
      <p:ext uri="{BB962C8B-B14F-4D97-AF65-F5344CB8AC3E}">
        <p14:creationId xmlns:p14="http://schemas.microsoft.com/office/powerpoint/2010/main" val="2885488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endParaRPr lang="en-IN"/>
          </a:p>
        </p:txBody>
      </p:sp>
      <p:sp>
        <p:nvSpPr>
          <p:cNvPr id="3" name="Table Placeholder 2"/>
          <p:cNvSpPr>
            <a:spLocks noGrp="1"/>
          </p:cNvSpPr>
          <p:nvPr>
            <p:ph type="tbl" idx="1"/>
          </p:nvPr>
        </p:nvSpPr>
        <p:spPr>
          <a:xfrm>
            <a:off x="457200" y="1600200"/>
            <a:ext cx="8229600" cy="4525963"/>
          </a:xfrm>
        </p:spPr>
        <p:txBody>
          <a:bodyPr>
            <a:normAutofit/>
          </a:bodyPr>
          <a:lstStyle/>
          <a:p>
            <a:pPr lvl="0"/>
            <a:endParaRPr lang="en-IN" noProof="0"/>
          </a:p>
        </p:txBody>
      </p:sp>
      <p:sp>
        <p:nvSpPr>
          <p:cNvPr id="4" name="Date Placeholder 3">
            <a:extLst>
              <a:ext uri="{FF2B5EF4-FFF2-40B4-BE49-F238E27FC236}">
                <a16:creationId xmlns:a16="http://schemas.microsoft.com/office/drawing/2014/main" id="{B50D8912-D0FA-421F-8CB4-452AFC8182E3}"/>
              </a:ext>
            </a:extLst>
          </p:cNvPr>
          <p:cNvSpPr>
            <a:spLocks noGrp="1"/>
          </p:cNvSpPr>
          <p:nvPr>
            <p:ph type="dt" sz="half" idx="10"/>
          </p:nvPr>
        </p:nvSpPr>
        <p:spPr>
          <a:xfrm>
            <a:off x="457200" y="6245225"/>
            <a:ext cx="2133600" cy="476250"/>
          </a:xfrm>
        </p:spPr>
        <p:txBody>
          <a:bodyPr/>
          <a:lstStyle>
            <a:lvl1pPr>
              <a:defRPr/>
            </a:lvl1pPr>
          </a:lstStyle>
          <a:p>
            <a:pPr>
              <a:defRPr/>
            </a:pPr>
            <a:endParaRPr lang="en-US" altLang="zh-TW"/>
          </a:p>
        </p:txBody>
      </p:sp>
      <p:sp>
        <p:nvSpPr>
          <p:cNvPr id="5" name="Footer Placeholder 4">
            <a:extLst>
              <a:ext uri="{FF2B5EF4-FFF2-40B4-BE49-F238E27FC236}">
                <a16:creationId xmlns:a16="http://schemas.microsoft.com/office/drawing/2014/main" id="{D365FA29-EBD0-4CC9-9C0A-126064B14FB2}"/>
              </a:ext>
            </a:extLst>
          </p:cNvPr>
          <p:cNvSpPr>
            <a:spLocks noGrp="1"/>
          </p:cNvSpPr>
          <p:nvPr>
            <p:ph type="ftr" sz="quarter" idx="11"/>
          </p:nvPr>
        </p:nvSpPr>
        <p:spPr>
          <a:xfrm>
            <a:off x="3124200" y="6245225"/>
            <a:ext cx="2895600" cy="476250"/>
          </a:xfrm>
        </p:spPr>
        <p:txBody>
          <a:bodyPr/>
          <a:lstStyle>
            <a:lvl1pPr>
              <a:defRPr/>
            </a:lvl1pPr>
          </a:lstStyle>
          <a:p>
            <a:pPr>
              <a:defRPr/>
            </a:pPr>
            <a:endParaRPr lang="en-US" altLang="zh-TW"/>
          </a:p>
        </p:txBody>
      </p:sp>
      <p:sp>
        <p:nvSpPr>
          <p:cNvPr id="6" name="Slide Number Placeholder 5">
            <a:extLst>
              <a:ext uri="{FF2B5EF4-FFF2-40B4-BE49-F238E27FC236}">
                <a16:creationId xmlns:a16="http://schemas.microsoft.com/office/drawing/2014/main" id="{DB1FA3C2-BF3A-4BAE-BEC2-0DF144AC9D32}"/>
              </a:ext>
            </a:extLst>
          </p:cNvPr>
          <p:cNvSpPr>
            <a:spLocks noGrp="1"/>
          </p:cNvSpPr>
          <p:nvPr>
            <p:ph type="sldNum" sz="quarter" idx="12"/>
          </p:nvPr>
        </p:nvSpPr>
        <p:spPr>
          <a:xfrm>
            <a:off x="6553200" y="6245225"/>
            <a:ext cx="2133600" cy="476250"/>
          </a:xfrm>
        </p:spPr>
        <p:txBody>
          <a:bodyPr/>
          <a:lstStyle>
            <a:lvl1pPr>
              <a:defRPr/>
            </a:lvl1pPr>
          </a:lstStyle>
          <a:p>
            <a:fld id="{F1469396-F8EF-4206-8E88-8787D3B9BFC4}" type="slidenum">
              <a:rPr lang="en-US" altLang="zh-TW"/>
              <a:pPr/>
              <a:t>‹#›</a:t>
            </a:fld>
            <a:endParaRPr lang="en-US" altLang="zh-TW"/>
          </a:p>
        </p:txBody>
      </p:sp>
    </p:spTree>
    <p:extLst>
      <p:ext uri="{BB962C8B-B14F-4D97-AF65-F5344CB8AC3E}">
        <p14:creationId xmlns:p14="http://schemas.microsoft.com/office/powerpoint/2010/main" val="32013396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21">
            <a:extLst>
              <a:ext uri="{FF2B5EF4-FFF2-40B4-BE49-F238E27FC236}">
                <a16:creationId xmlns:a16="http://schemas.microsoft.com/office/drawing/2014/main" id="{EE039D6D-0598-4B32-A8A1-AD7F3174A2BA}"/>
              </a:ext>
            </a:extLst>
          </p:cNvPr>
          <p:cNvSpPr>
            <a:spLocks noGrp="1"/>
          </p:cNvSpPr>
          <p:nvPr>
            <p:ph type="title"/>
          </p:nvPr>
        </p:nvSpPr>
        <p:spPr bwMode="auto">
          <a:xfrm>
            <a:off x="457200" y="152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12">
            <a:extLst>
              <a:ext uri="{FF2B5EF4-FFF2-40B4-BE49-F238E27FC236}">
                <a16:creationId xmlns:a16="http://schemas.microsoft.com/office/drawing/2014/main" id="{109E6701-C903-452C-AE25-FA91D92ACD4D}"/>
              </a:ext>
            </a:extLst>
          </p:cNvPr>
          <p:cNvSpPr>
            <a:spLocks noGrp="1"/>
          </p:cNvSpPr>
          <p:nvPr>
            <p:ph type="body" idx="1"/>
          </p:nvPr>
        </p:nvSpPr>
        <p:spPr bwMode="auto">
          <a:xfrm>
            <a:off x="457200" y="1219200"/>
            <a:ext cx="8229600" cy="4910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992FE184-8EAC-4F36-9DB9-AB630F0640EC}"/>
              </a:ext>
            </a:extLst>
          </p:cNvPr>
          <p:cNvSpPr>
            <a:spLocks noGrp="1"/>
          </p:cNvSpPr>
          <p:nvPr>
            <p:ph type="dt" sz="half" idx="2"/>
          </p:nvPr>
        </p:nvSpPr>
        <p:spPr>
          <a:xfrm>
            <a:off x="6400800" y="6356350"/>
            <a:ext cx="2289175" cy="365125"/>
          </a:xfrm>
          <a:prstGeom prst="rect">
            <a:avLst/>
          </a:prstGeom>
        </p:spPr>
        <p:txBody>
          <a:bodyPr vert="horz"/>
          <a:lstStyle>
            <a:lvl1pPr algn="l" eaLnBrk="1" latinLnBrk="0" hangingPunct="1">
              <a:defRPr kumimoji="0" sz="1400">
                <a:solidFill>
                  <a:schemeClr val="tx2"/>
                </a:solidFill>
              </a:defRPr>
            </a:lvl1pPr>
          </a:lstStyle>
          <a:p>
            <a:pPr>
              <a:defRPr/>
            </a:pPr>
            <a:endParaRPr lang="en-US"/>
          </a:p>
        </p:txBody>
      </p:sp>
      <p:sp>
        <p:nvSpPr>
          <p:cNvPr id="3" name="Footer Placeholder 2">
            <a:extLst>
              <a:ext uri="{FF2B5EF4-FFF2-40B4-BE49-F238E27FC236}">
                <a16:creationId xmlns:a16="http://schemas.microsoft.com/office/drawing/2014/main" id="{6466E885-9BE9-4580-BBF6-22145E3D42F9}"/>
              </a:ext>
            </a:extLst>
          </p:cNvPr>
          <p:cNvSpPr>
            <a:spLocks noGrp="1"/>
          </p:cNvSpPr>
          <p:nvPr>
            <p:ph type="ftr" sz="quarter" idx="3"/>
          </p:nvPr>
        </p:nvSpPr>
        <p:spPr>
          <a:xfrm>
            <a:off x="2898775" y="6356350"/>
            <a:ext cx="3505200" cy="365125"/>
          </a:xfrm>
          <a:prstGeom prst="rect">
            <a:avLst/>
          </a:prstGeom>
        </p:spPr>
        <p:txBody>
          <a:bodyPr vert="horz"/>
          <a:lstStyle>
            <a:lvl1pPr algn="r" eaLnBrk="1" latinLnBrk="0" hangingPunct="1">
              <a:defRPr kumimoji="0" sz="1400">
                <a:solidFill>
                  <a:schemeClr val="tx2"/>
                </a:solidFill>
              </a:defRPr>
            </a:lvl1pPr>
          </a:lstStyle>
          <a:p>
            <a:pPr>
              <a:defRPr/>
            </a:pPr>
            <a:endParaRPr lang="en-US"/>
          </a:p>
        </p:txBody>
      </p:sp>
      <p:sp>
        <p:nvSpPr>
          <p:cNvPr id="23" name="Slide Number Placeholder 22">
            <a:extLst>
              <a:ext uri="{FF2B5EF4-FFF2-40B4-BE49-F238E27FC236}">
                <a16:creationId xmlns:a16="http://schemas.microsoft.com/office/drawing/2014/main" id="{02D13CB3-D04B-44F0-B366-0BA63027BEE9}"/>
              </a:ext>
            </a:extLst>
          </p:cNvPr>
          <p:cNvSpPr>
            <a:spLocks noGrp="1"/>
          </p:cNvSpPr>
          <p:nvPr>
            <p:ph type="sldNum" sz="quarter" idx="4"/>
          </p:nvPr>
        </p:nvSpPr>
        <p:spPr>
          <a:xfrm>
            <a:off x="612775" y="6356350"/>
            <a:ext cx="1981200" cy="365125"/>
          </a:xfrm>
          <a:prstGeom prst="rect">
            <a:avLst/>
          </a:prstGeom>
        </p:spPr>
        <p:txBody>
          <a:bodyPr vert="horz" wrap="square" lIns="91440" tIns="45720" rIns="91440" bIns="45720" numCol="1" anchor="t" anchorCtr="0" compatLnSpc="1">
            <a:prstTxWarp prst="textNoShape">
              <a:avLst/>
            </a:prstTxWarp>
          </a:bodyPr>
          <a:lstStyle>
            <a:lvl1pPr eaLnBrk="1" hangingPunct="1">
              <a:defRPr sz="1400">
                <a:solidFill>
                  <a:schemeClr val="tx2"/>
                </a:solidFill>
              </a:defRPr>
            </a:lvl1pPr>
          </a:lstStyle>
          <a:p>
            <a:fld id="{1693A8A7-8DB2-47F9-BEDD-48CC9B83326A}" type="slidenum">
              <a:rPr lang="en-US" altLang="en-US"/>
              <a:pPr/>
              <a:t>‹#›</a:t>
            </a:fld>
            <a:endParaRPr lang="en-US" altLang="en-US"/>
          </a:p>
        </p:txBody>
      </p:sp>
      <p:sp>
        <p:nvSpPr>
          <p:cNvPr id="1031" name="Straight Connector 27">
            <a:extLst>
              <a:ext uri="{FF2B5EF4-FFF2-40B4-BE49-F238E27FC236}">
                <a16:creationId xmlns:a16="http://schemas.microsoft.com/office/drawing/2014/main" id="{47FB0D15-E1AD-4C04-B6BB-8B2CCC8EE4DB}"/>
              </a:ext>
            </a:extLst>
          </p:cNvPr>
          <p:cNvSpPr>
            <a:spLocks noChangeShapeType="1"/>
          </p:cNvSpPr>
          <p:nvPr/>
        </p:nvSpPr>
        <p:spPr bwMode="auto">
          <a:xfrm>
            <a:off x="457200" y="6353175"/>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1032" name="Straight Connector 28">
            <a:extLst>
              <a:ext uri="{FF2B5EF4-FFF2-40B4-BE49-F238E27FC236}">
                <a16:creationId xmlns:a16="http://schemas.microsoft.com/office/drawing/2014/main" id="{5BD90683-0BEA-4E1A-A37D-AC2ABFD0B5CC}"/>
              </a:ext>
            </a:extLst>
          </p:cNvPr>
          <p:cNvSpPr>
            <a:spLocks noChangeShapeType="1"/>
          </p:cNvSpPr>
          <p:nvPr/>
        </p:nvSpPr>
        <p:spPr bwMode="auto">
          <a:xfrm>
            <a:off x="457200" y="1143000"/>
            <a:ext cx="82296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10" name="Isosceles Triangle 9">
            <a:extLst>
              <a:ext uri="{FF2B5EF4-FFF2-40B4-BE49-F238E27FC236}">
                <a16:creationId xmlns:a16="http://schemas.microsoft.com/office/drawing/2014/main" id="{993A507E-C194-41AE-A52E-F0CC8F56D3FE}"/>
              </a:ext>
            </a:extLst>
          </p:cNvPr>
          <p:cNvSpPr>
            <a:spLocks noChangeAspect="1"/>
          </p:cNvSpPr>
          <p:nvPr/>
        </p:nvSpPr>
        <p:spPr>
          <a:xfrm rot="5400000">
            <a:off x="419100" y="6467475"/>
            <a:ext cx="190500" cy="120650"/>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34" name="Rectangle 1038">
            <a:extLst>
              <a:ext uri="{FF2B5EF4-FFF2-40B4-BE49-F238E27FC236}">
                <a16:creationId xmlns:a16="http://schemas.microsoft.com/office/drawing/2014/main" id="{0CFFF5DC-5FEA-404D-9D5C-59EFD2FC49D4}"/>
              </a:ext>
            </a:extLst>
          </p:cNvPr>
          <p:cNvSpPr>
            <a:spLocks noChangeArrowheads="1"/>
          </p:cNvSpPr>
          <p:nvPr userDrawn="1"/>
        </p:nvSpPr>
        <p:spPr bwMode="gray">
          <a:xfrm>
            <a:off x="533400" y="13716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ahoma" panose="020B0604030504040204" pitchFamily="34" charset="0"/>
              </a:defRPr>
            </a:lvl1pPr>
            <a:lvl2pPr marL="742950" indent="-285750">
              <a:defRPr sz="2400">
                <a:solidFill>
                  <a:schemeClr val="tx1"/>
                </a:solidFill>
                <a:latin typeface="Tahoma" panose="020B0604030504040204" pitchFamily="34" charset="0"/>
              </a:defRPr>
            </a:lvl2pPr>
            <a:lvl3pPr marL="1143000" indent="-228600">
              <a:defRPr sz="2400">
                <a:solidFill>
                  <a:schemeClr val="tx1"/>
                </a:solidFill>
                <a:latin typeface="Tahoma" panose="020B0604030504040204" pitchFamily="34" charset="0"/>
              </a:defRPr>
            </a:lvl3pPr>
            <a:lvl4pPr marL="1600200" indent="-228600">
              <a:defRPr sz="2400">
                <a:solidFill>
                  <a:schemeClr val="tx1"/>
                </a:solidFill>
                <a:latin typeface="Tahoma" panose="020B0604030504040204" pitchFamily="34" charset="0"/>
              </a:defRPr>
            </a:lvl4pPr>
            <a:lvl5pPr marL="2057400" indent="-228600">
              <a:defRPr sz="2400">
                <a:solidFill>
                  <a:schemeClr val="tx1"/>
                </a:solidFill>
                <a:latin typeface="Tahoma" panose="020B0604030504040204" pitchFamily="34" charset="0"/>
              </a:defRPr>
            </a:lvl5pPr>
            <a:lvl6pPr marL="2514600" indent="-228600" eaLnBrk="0" fontAlgn="base" hangingPunct="0">
              <a:spcBef>
                <a:spcPct val="0"/>
              </a:spcBef>
              <a:spcAft>
                <a:spcPct val="0"/>
              </a:spcAft>
              <a:defRPr sz="2400">
                <a:solidFill>
                  <a:schemeClr val="tx1"/>
                </a:solidFill>
                <a:latin typeface="Tahoma" panose="020B0604030504040204" pitchFamily="34" charset="0"/>
              </a:defRPr>
            </a:lvl6pPr>
            <a:lvl7pPr marL="2971800" indent="-228600" eaLnBrk="0" fontAlgn="base" hangingPunct="0">
              <a:spcBef>
                <a:spcPct val="0"/>
              </a:spcBef>
              <a:spcAft>
                <a:spcPct val="0"/>
              </a:spcAft>
              <a:defRPr sz="2400">
                <a:solidFill>
                  <a:schemeClr val="tx1"/>
                </a:solidFill>
                <a:latin typeface="Tahoma" panose="020B0604030504040204" pitchFamily="34" charset="0"/>
              </a:defRPr>
            </a:lvl7pPr>
            <a:lvl8pPr marL="3429000" indent="-228600" eaLnBrk="0" fontAlgn="base" hangingPunct="0">
              <a:spcBef>
                <a:spcPct val="0"/>
              </a:spcBef>
              <a:spcAft>
                <a:spcPct val="0"/>
              </a:spcAft>
              <a:defRPr sz="2400">
                <a:solidFill>
                  <a:schemeClr val="tx1"/>
                </a:solidFill>
                <a:latin typeface="Tahoma" panose="020B0604030504040204" pitchFamily="34" charset="0"/>
              </a:defRPr>
            </a:lvl8pPr>
            <a:lvl9pPr marL="3886200" indent="-228600" eaLnBrk="0" fontAlgn="base" hangingPunct="0">
              <a:spcBef>
                <a:spcPct val="0"/>
              </a:spcBef>
              <a:spcAft>
                <a:spcPct val="0"/>
              </a:spcAft>
              <a:defRPr sz="2400">
                <a:solidFill>
                  <a:schemeClr val="tx1"/>
                </a:solidFill>
                <a:latin typeface="Tahoma" panose="020B0604030504040204" pitchFamily="34" charset="0"/>
              </a:defRPr>
            </a:lvl9pPr>
          </a:lstStyle>
          <a:p>
            <a:pPr algn="ctr" eaLnBrk="1" hangingPunct="1">
              <a:defRPr/>
            </a:pPr>
            <a:endParaRPr kumimoji="1" lang="en-US" altLang="en-US"/>
          </a:p>
        </p:txBody>
      </p:sp>
    </p:spTree>
  </p:cSld>
  <p:clrMap bg1="lt1" tx1="dk1" bg2="lt2" tx2="dk2" accent1="accent1" accent2="accent2" accent3="accent3" accent4="accent4" accent5="accent5" accent6="accent6" hlink="hlink" folHlink="folHlink"/>
  <p:sldLayoutIdLst>
    <p:sldLayoutId id="2147483997" r:id="rId1"/>
    <p:sldLayoutId id="2147483992" r:id="rId2"/>
    <p:sldLayoutId id="2147483998" r:id="rId3"/>
    <p:sldLayoutId id="2147483993" r:id="rId4"/>
    <p:sldLayoutId id="2147483994" r:id="rId5"/>
    <p:sldLayoutId id="2147483999" r:id="rId6"/>
    <p:sldLayoutId id="2147484000" r:id="rId7"/>
    <p:sldLayoutId id="2147484001" r:id="rId8"/>
    <p:sldLayoutId id="2147484002" r:id="rId9"/>
    <p:sldLayoutId id="2147483995" r:id="rId10"/>
    <p:sldLayoutId id="2147484003" r:id="rId11"/>
    <p:sldLayoutId id="2147483996" r:id="rId12"/>
    <p:sldLayoutId id="2147484004" r:id="rId13"/>
    <p:sldLayoutId id="2147484005" r:id="rId14"/>
  </p:sldLayoutIdLst>
  <p:txStyles>
    <p:titleStyle>
      <a:lvl1pPr algn="l" rtl="0" eaLnBrk="0" fontAlgn="base" hangingPunct="0">
        <a:spcBef>
          <a:spcPct val="0"/>
        </a:spcBef>
        <a:spcAft>
          <a:spcPct val="0"/>
        </a:spcAft>
        <a:defRPr sz="3200" kern="1200">
          <a:solidFill>
            <a:schemeClr val="tx2"/>
          </a:solidFill>
          <a:latin typeface="+mj-lt"/>
          <a:ea typeface="+mj-ea"/>
          <a:cs typeface="+mj-cs"/>
        </a:defRPr>
      </a:lvl1pPr>
      <a:lvl2pPr algn="l" rtl="0" eaLnBrk="0" fontAlgn="base" hangingPunct="0">
        <a:spcBef>
          <a:spcPct val="0"/>
        </a:spcBef>
        <a:spcAft>
          <a:spcPct val="0"/>
        </a:spcAft>
        <a:defRPr sz="3200">
          <a:solidFill>
            <a:schemeClr val="tx2"/>
          </a:solidFill>
          <a:latin typeface="Bookman Old Style" pitchFamily="18" charset="0"/>
        </a:defRPr>
      </a:lvl2pPr>
      <a:lvl3pPr algn="l" rtl="0" eaLnBrk="0" fontAlgn="base" hangingPunct="0">
        <a:spcBef>
          <a:spcPct val="0"/>
        </a:spcBef>
        <a:spcAft>
          <a:spcPct val="0"/>
        </a:spcAft>
        <a:defRPr sz="3200">
          <a:solidFill>
            <a:schemeClr val="tx2"/>
          </a:solidFill>
          <a:latin typeface="Bookman Old Style" pitchFamily="18" charset="0"/>
        </a:defRPr>
      </a:lvl3pPr>
      <a:lvl4pPr algn="l" rtl="0" eaLnBrk="0" fontAlgn="base" hangingPunct="0">
        <a:spcBef>
          <a:spcPct val="0"/>
        </a:spcBef>
        <a:spcAft>
          <a:spcPct val="0"/>
        </a:spcAft>
        <a:defRPr sz="3200">
          <a:solidFill>
            <a:schemeClr val="tx2"/>
          </a:solidFill>
          <a:latin typeface="Bookman Old Style" pitchFamily="18" charset="0"/>
        </a:defRPr>
      </a:lvl4pPr>
      <a:lvl5pPr algn="l" rtl="0" eaLnBrk="0" fontAlgn="base" hangingPunct="0">
        <a:spcBef>
          <a:spcPct val="0"/>
        </a:spcBef>
        <a:spcAft>
          <a:spcPct val="0"/>
        </a:spcAft>
        <a:defRPr sz="3200">
          <a:solidFill>
            <a:schemeClr val="tx2"/>
          </a:solidFill>
          <a:latin typeface="Bookman Old Style" pitchFamily="18" charset="0"/>
        </a:defRPr>
      </a:lvl5pPr>
      <a:lvl6pPr marL="457200" algn="l" rtl="0" fontAlgn="base">
        <a:spcBef>
          <a:spcPct val="0"/>
        </a:spcBef>
        <a:spcAft>
          <a:spcPct val="0"/>
        </a:spcAft>
        <a:defRPr sz="3200">
          <a:solidFill>
            <a:schemeClr val="tx2"/>
          </a:solidFill>
          <a:latin typeface="Bookman Old Style" pitchFamily="18" charset="0"/>
        </a:defRPr>
      </a:lvl6pPr>
      <a:lvl7pPr marL="914400" algn="l" rtl="0" fontAlgn="base">
        <a:spcBef>
          <a:spcPct val="0"/>
        </a:spcBef>
        <a:spcAft>
          <a:spcPct val="0"/>
        </a:spcAft>
        <a:defRPr sz="3200">
          <a:solidFill>
            <a:schemeClr val="tx2"/>
          </a:solidFill>
          <a:latin typeface="Bookman Old Style" pitchFamily="18" charset="0"/>
        </a:defRPr>
      </a:lvl7pPr>
      <a:lvl8pPr marL="1371600" algn="l" rtl="0" fontAlgn="base">
        <a:spcBef>
          <a:spcPct val="0"/>
        </a:spcBef>
        <a:spcAft>
          <a:spcPct val="0"/>
        </a:spcAft>
        <a:defRPr sz="3200">
          <a:solidFill>
            <a:schemeClr val="tx2"/>
          </a:solidFill>
          <a:latin typeface="Bookman Old Style" pitchFamily="18" charset="0"/>
        </a:defRPr>
      </a:lvl8pPr>
      <a:lvl9pPr marL="1828800" algn="l" rtl="0" fontAlgn="base">
        <a:spcBef>
          <a:spcPct val="0"/>
        </a:spcBef>
        <a:spcAft>
          <a:spcPct val="0"/>
        </a:spcAft>
        <a:defRPr sz="3200">
          <a:solidFill>
            <a:schemeClr val="tx2"/>
          </a:solidFill>
          <a:latin typeface="Bookman Old Style" pitchFamily="18" charset="0"/>
        </a:defRPr>
      </a:lvl9pPr>
    </p:titleStyle>
    <p:bodyStyle>
      <a:lvl1pPr marL="273050" indent="-273050" algn="l" rtl="0" eaLnBrk="0" fontAlgn="base" hangingPunct="0">
        <a:spcBef>
          <a:spcPts val="600"/>
        </a:spcBef>
        <a:spcAft>
          <a:spcPct val="0"/>
        </a:spcAft>
        <a:buClr>
          <a:schemeClr val="accent1"/>
        </a:buClr>
        <a:buSzPct val="76000"/>
        <a:buFont typeface="Wingdings 3" panose="05040102010807070707" pitchFamily="18" charset="2"/>
        <a:buChar char=""/>
        <a:defRPr sz="2600" kern="1200">
          <a:solidFill>
            <a:schemeClr val="tx1"/>
          </a:solidFill>
          <a:latin typeface="+mn-lt"/>
          <a:ea typeface="+mn-ea"/>
          <a:cs typeface="+mn-cs"/>
        </a:defRPr>
      </a:lvl1pPr>
      <a:lvl2pPr marL="547688" indent="-273050" algn="l" rtl="0" eaLnBrk="0" fontAlgn="base" hangingPunct="0">
        <a:spcBef>
          <a:spcPts val="500"/>
        </a:spcBef>
        <a:spcAft>
          <a:spcPct val="0"/>
        </a:spcAft>
        <a:buClr>
          <a:schemeClr val="accent2"/>
        </a:buClr>
        <a:buSzPct val="76000"/>
        <a:buFont typeface="Wingdings 3" panose="05040102010807070707" pitchFamily="18" charset="2"/>
        <a:buChar char=""/>
        <a:defRPr sz="2300" kern="1200">
          <a:solidFill>
            <a:schemeClr val="tx2"/>
          </a:solidFill>
          <a:latin typeface="+mn-lt"/>
          <a:ea typeface="+mn-ea"/>
          <a:cs typeface="+mn-cs"/>
        </a:defRPr>
      </a:lvl2pPr>
      <a:lvl3pPr marL="822325" indent="-228600" algn="l" rtl="0" eaLnBrk="0" fontAlgn="base" hangingPunct="0">
        <a:spcBef>
          <a:spcPts val="500"/>
        </a:spcBef>
        <a:spcAft>
          <a:spcPct val="0"/>
        </a:spcAft>
        <a:buClr>
          <a:srgbClr val="BCBCBC"/>
        </a:buClr>
        <a:buSzPct val="76000"/>
        <a:buFont typeface="Wingdings 3" panose="050401020108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400"/>
        </a:spcBef>
        <a:spcAft>
          <a:spcPct val="0"/>
        </a:spcAft>
        <a:buClr>
          <a:srgbClr val="D6903D"/>
        </a:buClr>
        <a:buSzPct val="70000"/>
        <a:buFont typeface="Wingdings" panose="05000000000000000000" pitchFamily="2" charset="2"/>
        <a:buChar char=""/>
        <a:defRPr sz="2000" kern="1200">
          <a:solidFill>
            <a:schemeClr val="tx1"/>
          </a:solidFill>
          <a:latin typeface="+mn-lt"/>
          <a:ea typeface="+mn-ea"/>
          <a:cs typeface="+mn-cs"/>
        </a:defRPr>
      </a:lvl4pPr>
      <a:lvl5pPr marL="1371600" indent="-228600" algn="l" rtl="0" eaLnBrk="0" fontAlgn="base" hangingPunct="0">
        <a:spcBef>
          <a:spcPts val="300"/>
        </a:spcBef>
        <a:spcAft>
          <a:spcPct val="0"/>
        </a:spcAft>
        <a:buClr>
          <a:schemeClr val="accent2"/>
        </a:buClr>
        <a:buSzPct val="70000"/>
        <a:buFont typeface="Wingdings" panose="05000000000000000000" pitchFamily="2" charset="2"/>
        <a:buChar char=""/>
        <a:defRPr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3.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5">
            <a:extLst>
              <a:ext uri="{FF2B5EF4-FFF2-40B4-BE49-F238E27FC236}">
                <a16:creationId xmlns:a16="http://schemas.microsoft.com/office/drawing/2014/main" id="{8948BE50-3EF7-4D1A-AF8F-F22D6E34B80F}"/>
              </a:ext>
            </a:extLst>
          </p:cNvPr>
          <p:cNvSpPr>
            <a:spLocks noGrp="1"/>
          </p:cNvSpPr>
          <p:nvPr>
            <p:ph type="ctrTitle"/>
          </p:nvPr>
        </p:nvSpPr>
        <p:spPr/>
        <p:txBody>
          <a:bodyPr/>
          <a:lstStyle/>
          <a:p>
            <a:pPr eaLnBrk="1" hangingPunct="1"/>
            <a:r>
              <a:rPr lang="en-IN" altLang="en-US"/>
              <a:t>E-R Modelling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0D71A339-343B-4FA4-B5CB-82345492AC49}"/>
              </a:ext>
            </a:extLst>
          </p:cNvPr>
          <p:cNvSpPr>
            <a:spLocks noGrp="1" noChangeArrowheads="1"/>
          </p:cNvSpPr>
          <p:nvPr>
            <p:ph type="title"/>
          </p:nvPr>
        </p:nvSpPr>
        <p:spPr/>
        <p:txBody>
          <a:bodyPr/>
          <a:lstStyle/>
          <a:p>
            <a:pPr eaLnBrk="1" hangingPunct="1"/>
            <a:r>
              <a:rPr lang="en-US" altLang="en-US"/>
              <a:t>Building Blocks of ERD</a:t>
            </a:r>
          </a:p>
        </p:txBody>
      </p:sp>
      <p:sp>
        <p:nvSpPr>
          <p:cNvPr id="15363" name="Slide Number Placeholder 4">
            <a:extLst>
              <a:ext uri="{FF2B5EF4-FFF2-40B4-BE49-F238E27FC236}">
                <a16:creationId xmlns:a16="http://schemas.microsoft.com/office/drawing/2014/main" id="{A5E7F255-1275-4E46-AFD2-6F53AD5E838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981B40CB-2A24-4A46-92E7-186922AEF45A}" type="slidenum">
              <a:rPr lang="en-US" altLang="en-US" sz="1400">
                <a:solidFill>
                  <a:schemeClr val="tx2"/>
                </a:solidFill>
                <a:latin typeface="Tahoma" panose="020B0604030504040204" pitchFamily="34" charset="0"/>
              </a:rPr>
              <a:pPr>
                <a:spcBef>
                  <a:spcPct val="0"/>
                </a:spcBef>
                <a:buClrTx/>
                <a:buSzTx/>
                <a:buFontTx/>
                <a:buNone/>
              </a:pPr>
              <a:t>2</a:t>
            </a:fld>
            <a:endParaRPr lang="en-US" altLang="en-US" sz="1400">
              <a:solidFill>
                <a:schemeClr val="tx2"/>
              </a:solidFill>
              <a:latin typeface="Tahoma" panose="020B0604030504040204" pitchFamily="34" charset="0"/>
            </a:endParaRPr>
          </a:p>
        </p:txBody>
      </p:sp>
      <p:graphicFrame>
        <p:nvGraphicFramePr>
          <p:cNvPr id="15" name="Table 14">
            <a:extLst>
              <a:ext uri="{FF2B5EF4-FFF2-40B4-BE49-F238E27FC236}">
                <a16:creationId xmlns:a16="http://schemas.microsoft.com/office/drawing/2014/main" id="{CD5219FC-DF17-42C1-BC9B-986364F6CF86}"/>
              </a:ext>
            </a:extLst>
          </p:cNvPr>
          <p:cNvGraphicFramePr>
            <a:graphicFrameLocks noGrp="1"/>
          </p:cNvGraphicFramePr>
          <p:nvPr/>
        </p:nvGraphicFramePr>
        <p:xfrm>
          <a:off x="457200" y="2133600"/>
          <a:ext cx="7924800" cy="2565400"/>
        </p:xfrm>
        <a:graphic>
          <a:graphicData uri="http://schemas.openxmlformats.org/drawingml/2006/table">
            <a:tbl>
              <a:tblPr firstRow="1" bandRow="1">
                <a:tableStyleId>{F5AB1C69-6EDB-4FF4-983F-18BD219EF322}</a:tableStyleId>
              </a:tblPr>
              <a:tblGrid>
                <a:gridCol w="1981200">
                  <a:extLst>
                    <a:ext uri="{9D8B030D-6E8A-4147-A177-3AD203B41FA5}">
                      <a16:colId xmlns:a16="http://schemas.microsoft.com/office/drawing/2014/main" val="20000"/>
                    </a:ext>
                  </a:extLst>
                </a:gridCol>
                <a:gridCol w="3581400">
                  <a:extLst>
                    <a:ext uri="{9D8B030D-6E8A-4147-A177-3AD203B41FA5}">
                      <a16:colId xmlns:a16="http://schemas.microsoft.com/office/drawing/2014/main" val="20001"/>
                    </a:ext>
                  </a:extLst>
                </a:gridCol>
                <a:gridCol w="2362200">
                  <a:extLst>
                    <a:ext uri="{9D8B030D-6E8A-4147-A177-3AD203B41FA5}">
                      <a16:colId xmlns:a16="http://schemas.microsoft.com/office/drawing/2014/main" val="20002"/>
                    </a:ext>
                  </a:extLst>
                </a:gridCol>
              </a:tblGrid>
              <a:tr h="370840">
                <a:tc>
                  <a:txBody>
                    <a:bodyPr/>
                    <a:lstStyle/>
                    <a:p>
                      <a:r>
                        <a:rPr lang="en-US" dirty="0"/>
                        <a:t>Type</a:t>
                      </a:r>
                    </a:p>
                  </a:txBody>
                  <a:tcPr/>
                </a:tc>
                <a:tc>
                  <a:txBody>
                    <a:bodyPr/>
                    <a:lstStyle/>
                    <a:p>
                      <a:r>
                        <a:rPr lang="en-US" dirty="0"/>
                        <a:t>English</a:t>
                      </a:r>
                      <a:r>
                        <a:rPr lang="en-US" baseline="0" dirty="0"/>
                        <a:t> Grammar Equivalent</a:t>
                      </a:r>
                      <a:endParaRPr lang="en-US" dirty="0"/>
                    </a:p>
                  </a:txBody>
                  <a:tcPr/>
                </a:tc>
                <a:tc>
                  <a:txBody>
                    <a:bodyPr/>
                    <a:lstStyle/>
                    <a:p>
                      <a:r>
                        <a:rPr lang="en-US" dirty="0"/>
                        <a:t>Example</a:t>
                      </a:r>
                    </a:p>
                  </a:txBody>
                  <a:tcPr/>
                </a:tc>
                <a:extLst>
                  <a:ext uri="{0D108BD9-81ED-4DB2-BD59-A6C34878D82A}">
                    <a16:rowId xmlns:a16="http://schemas.microsoft.com/office/drawing/2014/main" val="10000"/>
                  </a:ext>
                </a:extLst>
              </a:tr>
              <a:tr h="370840">
                <a:tc>
                  <a:txBody>
                    <a:bodyPr/>
                    <a:lstStyle/>
                    <a:p>
                      <a:r>
                        <a:rPr lang="en-US" dirty="0"/>
                        <a:t>Entity</a:t>
                      </a:r>
                    </a:p>
                  </a:txBody>
                  <a:tcPr/>
                </a:tc>
                <a:tc>
                  <a:txBody>
                    <a:bodyPr/>
                    <a:lstStyle/>
                    <a:p>
                      <a:r>
                        <a:rPr lang="en-US" dirty="0"/>
                        <a:t>Proper Noun</a:t>
                      </a:r>
                    </a:p>
                  </a:txBody>
                  <a:tcPr/>
                </a:tc>
                <a:tc>
                  <a:txBody>
                    <a:bodyPr/>
                    <a:lstStyle/>
                    <a:p>
                      <a:r>
                        <a:rPr lang="en-US" dirty="0"/>
                        <a:t>Student,</a:t>
                      </a:r>
                      <a:r>
                        <a:rPr lang="en-US" baseline="0" dirty="0"/>
                        <a:t> Employee, Instructor, Courses, Room</a:t>
                      </a:r>
                      <a:endParaRPr lang="en-US" dirty="0"/>
                    </a:p>
                  </a:txBody>
                  <a:tcPr/>
                </a:tc>
                <a:extLst>
                  <a:ext uri="{0D108BD9-81ED-4DB2-BD59-A6C34878D82A}">
                    <a16:rowId xmlns:a16="http://schemas.microsoft.com/office/drawing/2014/main" val="10001"/>
                  </a:ext>
                </a:extLst>
              </a:tr>
              <a:tr h="370840">
                <a:tc>
                  <a:txBody>
                    <a:bodyPr/>
                    <a:lstStyle/>
                    <a:p>
                      <a:r>
                        <a:rPr lang="en-US" dirty="0"/>
                        <a:t>Relationship</a:t>
                      </a:r>
                    </a:p>
                  </a:txBody>
                  <a:tcPr/>
                </a:tc>
                <a:tc>
                  <a:txBody>
                    <a:bodyPr/>
                    <a:lstStyle/>
                    <a:p>
                      <a:r>
                        <a:rPr lang="en-US" dirty="0"/>
                        <a:t>Verb</a:t>
                      </a:r>
                    </a:p>
                  </a:txBody>
                  <a:tcPr/>
                </a:tc>
                <a:tc>
                  <a:txBody>
                    <a:bodyPr/>
                    <a:lstStyle/>
                    <a:p>
                      <a:r>
                        <a:rPr lang="en-US" dirty="0"/>
                        <a:t>has, teaches,</a:t>
                      </a:r>
                      <a:r>
                        <a:rPr lang="en-US" baseline="0" dirty="0"/>
                        <a:t> belongs, handles</a:t>
                      </a:r>
                      <a:endParaRPr lang="en-US" dirty="0"/>
                    </a:p>
                  </a:txBody>
                  <a:tcPr/>
                </a:tc>
                <a:extLst>
                  <a:ext uri="{0D108BD9-81ED-4DB2-BD59-A6C34878D82A}">
                    <a16:rowId xmlns:a16="http://schemas.microsoft.com/office/drawing/2014/main" val="10002"/>
                  </a:ext>
                </a:extLst>
              </a:tr>
              <a:tr h="370840">
                <a:tc>
                  <a:txBody>
                    <a:bodyPr/>
                    <a:lstStyle/>
                    <a:p>
                      <a:r>
                        <a:rPr lang="en-US" dirty="0"/>
                        <a:t>Attribute</a:t>
                      </a:r>
                    </a:p>
                  </a:txBody>
                  <a:tcPr/>
                </a:tc>
                <a:tc>
                  <a:txBody>
                    <a:bodyPr/>
                    <a:lstStyle/>
                    <a:p>
                      <a:r>
                        <a:rPr lang="en-US" dirty="0"/>
                        <a:t>Adjective</a:t>
                      </a:r>
                    </a:p>
                  </a:txBody>
                  <a:tcPr/>
                </a:tc>
                <a:tc>
                  <a:txBody>
                    <a:bodyPr/>
                    <a:lstStyle/>
                    <a:p>
                      <a:r>
                        <a:rPr lang="en-US" dirty="0"/>
                        <a:t>Height, Age, Gender,</a:t>
                      </a:r>
                      <a:r>
                        <a:rPr lang="en-US" baseline="0" dirty="0"/>
                        <a:t> Nationality, First name</a:t>
                      </a:r>
                      <a:endParaRPr lang="en-US" dirty="0"/>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148830A0-6C67-455A-A5C0-50E323DF42B5}"/>
              </a:ext>
            </a:extLst>
          </p:cNvPr>
          <p:cNvSpPr>
            <a:spLocks noGrp="1" noChangeArrowheads="1"/>
          </p:cNvSpPr>
          <p:nvPr>
            <p:ph type="title"/>
          </p:nvPr>
        </p:nvSpPr>
        <p:spPr/>
        <p:txBody>
          <a:bodyPr/>
          <a:lstStyle/>
          <a:p>
            <a:pPr eaLnBrk="1" hangingPunct="1"/>
            <a:r>
              <a:rPr lang="en-US" altLang="en-US"/>
              <a:t>ERD –Two Popular Notation</a:t>
            </a:r>
          </a:p>
        </p:txBody>
      </p:sp>
      <p:sp>
        <p:nvSpPr>
          <p:cNvPr id="17411" name="Slide Number Placeholder 4">
            <a:extLst>
              <a:ext uri="{FF2B5EF4-FFF2-40B4-BE49-F238E27FC236}">
                <a16:creationId xmlns:a16="http://schemas.microsoft.com/office/drawing/2014/main" id="{7E7FFE1E-9E99-4C00-B557-5CCF602198F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151BB870-947E-46DF-A8EB-D38D2E122A66}" type="slidenum">
              <a:rPr lang="en-US" altLang="en-US" sz="1400">
                <a:solidFill>
                  <a:schemeClr val="tx2"/>
                </a:solidFill>
                <a:latin typeface="Tahoma" panose="020B0604030504040204" pitchFamily="34" charset="0"/>
              </a:rPr>
              <a:pPr>
                <a:spcBef>
                  <a:spcPct val="0"/>
                </a:spcBef>
                <a:buClrTx/>
                <a:buSzTx/>
                <a:buFontTx/>
                <a:buNone/>
              </a:pPr>
              <a:t>3</a:t>
            </a:fld>
            <a:endParaRPr lang="en-US" altLang="en-US" sz="1400">
              <a:solidFill>
                <a:schemeClr val="tx2"/>
              </a:solidFill>
              <a:latin typeface="Tahoma" panose="020B0604030504040204" pitchFamily="34" charset="0"/>
            </a:endParaRPr>
          </a:p>
        </p:txBody>
      </p:sp>
      <p:sp>
        <p:nvSpPr>
          <p:cNvPr id="17412" name="Rectangle 3">
            <a:extLst>
              <a:ext uri="{FF2B5EF4-FFF2-40B4-BE49-F238E27FC236}">
                <a16:creationId xmlns:a16="http://schemas.microsoft.com/office/drawing/2014/main" id="{CA58ADEB-5FEF-4D0B-84AA-F040684B3DB7}"/>
              </a:ext>
            </a:extLst>
          </p:cNvPr>
          <p:cNvSpPr>
            <a:spLocks noGrp="1" noChangeArrowheads="1"/>
          </p:cNvSpPr>
          <p:nvPr>
            <p:ph sz="quarter" idx="1"/>
          </p:nvPr>
        </p:nvSpPr>
        <p:spPr>
          <a:xfrm>
            <a:off x="457200" y="1295400"/>
            <a:ext cx="6172200" cy="914400"/>
          </a:xfrm>
        </p:spPr>
        <p:txBody>
          <a:bodyPr/>
          <a:lstStyle/>
          <a:p>
            <a:pPr eaLnBrk="1" hangingPunct="1"/>
            <a:r>
              <a:rPr lang="en-US" altLang="en-US" sz="2400"/>
              <a:t>Chen Notation            Crow’s Foot Notation</a:t>
            </a:r>
          </a:p>
          <a:p>
            <a:pPr eaLnBrk="1" hangingPunct="1"/>
            <a:endParaRPr lang="en-US" altLang="en-US"/>
          </a:p>
        </p:txBody>
      </p:sp>
      <p:pic>
        <p:nvPicPr>
          <p:cNvPr id="17413" name="Picture 2">
            <a:extLst>
              <a:ext uri="{FF2B5EF4-FFF2-40B4-BE49-F238E27FC236}">
                <a16:creationId xmlns:a16="http://schemas.microsoft.com/office/drawing/2014/main" id="{82F1FD55-1397-4D6E-96AF-7B61C1F941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752600"/>
            <a:ext cx="6248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4" name="Picture 7" descr="Image result for crow's foot notation">
            <a:extLst>
              <a:ext uri="{FF2B5EF4-FFF2-40B4-BE49-F238E27FC236}">
                <a16:creationId xmlns:a16="http://schemas.microsoft.com/office/drawing/2014/main" id="{C700D909-A390-4E24-8225-8B4AB25CC43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3429000"/>
            <a:ext cx="201295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2E950AB5-137D-4BE5-A1B1-F6FDBD864422}"/>
              </a:ext>
            </a:extLst>
          </p:cNvPr>
          <p:cNvSpPr>
            <a:spLocks noGrp="1" noChangeArrowheads="1"/>
          </p:cNvSpPr>
          <p:nvPr>
            <p:ph type="title"/>
          </p:nvPr>
        </p:nvSpPr>
        <p:spPr/>
        <p:txBody>
          <a:bodyPr/>
          <a:lstStyle/>
          <a:p>
            <a:pPr eaLnBrk="1" hangingPunct="1"/>
            <a:r>
              <a:rPr lang="en-US" altLang="en-US" b="1"/>
              <a:t>Chen Notation </a:t>
            </a:r>
            <a:r>
              <a:rPr lang="en-US" altLang="en-US"/>
              <a:t>- Symbol</a:t>
            </a:r>
          </a:p>
        </p:txBody>
      </p:sp>
      <p:sp>
        <p:nvSpPr>
          <p:cNvPr id="19459" name="Slide Number Placeholder 4">
            <a:extLst>
              <a:ext uri="{FF2B5EF4-FFF2-40B4-BE49-F238E27FC236}">
                <a16:creationId xmlns:a16="http://schemas.microsoft.com/office/drawing/2014/main" id="{5AAC9935-8FB9-4ED7-9A96-74BD4C08D8F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C850E078-A5F0-4A52-BF34-80D6216799F9}" type="slidenum">
              <a:rPr lang="en-US" altLang="en-US" sz="1400">
                <a:solidFill>
                  <a:schemeClr val="tx2"/>
                </a:solidFill>
                <a:latin typeface="Tahoma" panose="020B0604030504040204" pitchFamily="34" charset="0"/>
              </a:rPr>
              <a:pPr>
                <a:spcBef>
                  <a:spcPct val="0"/>
                </a:spcBef>
                <a:buClrTx/>
                <a:buSzTx/>
                <a:buFontTx/>
                <a:buNone/>
              </a:pPr>
              <a:t>4</a:t>
            </a:fld>
            <a:endParaRPr lang="en-US" altLang="en-US" sz="1400">
              <a:solidFill>
                <a:schemeClr val="tx2"/>
              </a:solidFill>
              <a:latin typeface="Tahoma" panose="020B0604030504040204" pitchFamily="34" charset="0"/>
            </a:endParaRPr>
          </a:p>
        </p:txBody>
      </p:sp>
      <p:sp>
        <p:nvSpPr>
          <p:cNvPr id="19460" name="Rectangle 5">
            <a:extLst>
              <a:ext uri="{FF2B5EF4-FFF2-40B4-BE49-F238E27FC236}">
                <a16:creationId xmlns:a16="http://schemas.microsoft.com/office/drawing/2014/main" id="{1DD1B8A6-C61B-44B2-A09F-B27DCFA465F4}"/>
              </a:ext>
            </a:extLst>
          </p:cNvPr>
          <p:cNvSpPr>
            <a:spLocks noChangeArrowheads="1"/>
          </p:cNvSpPr>
          <p:nvPr/>
        </p:nvSpPr>
        <p:spPr bwMode="auto">
          <a:xfrm>
            <a:off x="990600" y="15240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
        <p:nvSpPr>
          <p:cNvPr id="19461" name="AutoShape 5">
            <a:extLst>
              <a:ext uri="{FF2B5EF4-FFF2-40B4-BE49-F238E27FC236}">
                <a16:creationId xmlns:a16="http://schemas.microsoft.com/office/drawing/2014/main" id="{38B77A6E-31B1-4BBD-8509-8B16A6EA1F41}"/>
              </a:ext>
            </a:extLst>
          </p:cNvPr>
          <p:cNvSpPr>
            <a:spLocks noChangeArrowheads="1"/>
          </p:cNvSpPr>
          <p:nvPr/>
        </p:nvSpPr>
        <p:spPr bwMode="auto">
          <a:xfrm>
            <a:off x="914400" y="2971800"/>
            <a:ext cx="1524000" cy="1371600"/>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cxnSp>
        <p:nvCxnSpPr>
          <p:cNvPr id="19462" name="Straight Connector 15">
            <a:extLst>
              <a:ext uri="{FF2B5EF4-FFF2-40B4-BE49-F238E27FC236}">
                <a16:creationId xmlns:a16="http://schemas.microsoft.com/office/drawing/2014/main" id="{AD805505-BB06-4A98-8BEB-A726096661F6}"/>
              </a:ext>
            </a:extLst>
          </p:cNvPr>
          <p:cNvCxnSpPr>
            <a:cxnSpLocks noChangeShapeType="1"/>
          </p:cNvCxnSpPr>
          <p:nvPr/>
        </p:nvCxnSpPr>
        <p:spPr bwMode="auto">
          <a:xfrm>
            <a:off x="457200" y="5486400"/>
            <a:ext cx="24384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0" name="TextBox 37">
            <a:extLst>
              <a:ext uri="{FF2B5EF4-FFF2-40B4-BE49-F238E27FC236}">
                <a16:creationId xmlns:a16="http://schemas.microsoft.com/office/drawing/2014/main" id="{D1385A27-5C4C-4E80-B98E-1A213A44975F}"/>
              </a:ext>
            </a:extLst>
          </p:cNvPr>
          <p:cNvSpPr txBox="1">
            <a:spLocks noChangeArrowheads="1"/>
          </p:cNvSpPr>
          <p:nvPr/>
        </p:nvSpPr>
        <p:spPr bwMode="auto">
          <a:xfrm>
            <a:off x="304800" y="5029200"/>
            <a:ext cx="284163"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1</a:t>
            </a:r>
          </a:p>
        </p:txBody>
      </p:sp>
      <p:sp>
        <p:nvSpPr>
          <p:cNvPr id="11" name="TextBox 37">
            <a:extLst>
              <a:ext uri="{FF2B5EF4-FFF2-40B4-BE49-F238E27FC236}">
                <a16:creationId xmlns:a16="http://schemas.microsoft.com/office/drawing/2014/main" id="{99C9DFBC-976A-4D95-837D-22C267810968}"/>
              </a:ext>
            </a:extLst>
          </p:cNvPr>
          <p:cNvSpPr txBox="1">
            <a:spLocks noChangeArrowheads="1"/>
          </p:cNvSpPr>
          <p:nvPr/>
        </p:nvSpPr>
        <p:spPr bwMode="auto">
          <a:xfrm>
            <a:off x="2895600" y="5029200"/>
            <a:ext cx="333375"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M</a:t>
            </a:r>
          </a:p>
        </p:txBody>
      </p:sp>
      <p:sp>
        <p:nvSpPr>
          <p:cNvPr id="19465" name="TextBox 11">
            <a:extLst>
              <a:ext uri="{FF2B5EF4-FFF2-40B4-BE49-F238E27FC236}">
                <a16:creationId xmlns:a16="http://schemas.microsoft.com/office/drawing/2014/main" id="{4175313F-30EA-4C45-8132-107D33046CEE}"/>
              </a:ext>
            </a:extLst>
          </p:cNvPr>
          <p:cNvSpPr txBox="1">
            <a:spLocks noChangeArrowheads="1"/>
          </p:cNvSpPr>
          <p:nvPr/>
        </p:nvSpPr>
        <p:spPr bwMode="auto">
          <a:xfrm>
            <a:off x="3124200" y="1676400"/>
            <a:ext cx="43211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400">
                <a:latin typeface="Tahoma" panose="020B0604030504040204" pitchFamily="34" charset="0"/>
              </a:rPr>
              <a:t>Rectangle represents an </a:t>
            </a:r>
            <a:r>
              <a:rPr lang="en-US" altLang="en-US" sz="2400" b="1">
                <a:latin typeface="Tahoma" panose="020B0604030504040204" pitchFamily="34" charset="0"/>
              </a:rPr>
              <a:t>Entity</a:t>
            </a:r>
          </a:p>
        </p:txBody>
      </p:sp>
      <p:sp>
        <p:nvSpPr>
          <p:cNvPr id="19466" name="TextBox 12">
            <a:extLst>
              <a:ext uri="{FF2B5EF4-FFF2-40B4-BE49-F238E27FC236}">
                <a16:creationId xmlns:a16="http://schemas.microsoft.com/office/drawing/2014/main" id="{A66B8DDA-86AC-4820-B634-63A9C0010AB0}"/>
              </a:ext>
            </a:extLst>
          </p:cNvPr>
          <p:cNvSpPr txBox="1">
            <a:spLocks noChangeArrowheads="1"/>
          </p:cNvSpPr>
          <p:nvPr/>
        </p:nvSpPr>
        <p:spPr bwMode="auto">
          <a:xfrm>
            <a:off x="3200400" y="3200400"/>
            <a:ext cx="497046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400">
                <a:latin typeface="Tahoma" panose="020B0604030504040204" pitchFamily="34" charset="0"/>
              </a:rPr>
              <a:t>Diamond represents a </a:t>
            </a:r>
            <a:r>
              <a:rPr lang="en-US" altLang="en-US" sz="2400" b="1">
                <a:latin typeface="Tahoma" panose="020B0604030504040204" pitchFamily="34" charset="0"/>
              </a:rPr>
              <a:t>Relationship</a:t>
            </a:r>
          </a:p>
        </p:txBody>
      </p:sp>
      <p:sp>
        <p:nvSpPr>
          <p:cNvPr id="19467" name="TextBox 13">
            <a:extLst>
              <a:ext uri="{FF2B5EF4-FFF2-40B4-BE49-F238E27FC236}">
                <a16:creationId xmlns:a16="http://schemas.microsoft.com/office/drawing/2014/main" id="{DF61FFD9-A853-4805-A5A8-21B704CE9E49}"/>
              </a:ext>
            </a:extLst>
          </p:cNvPr>
          <p:cNvSpPr txBox="1">
            <a:spLocks noChangeArrowheads="1"/>
          </p:cNvSpPr>
          <p:nvPr/>
        </p:nvSpPr>
        <p:spPr bwMode="auto">
          <a:xfrm>
            <a:off x="3352800" y="5029200"/>
            <a:ext cx="56276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400">
                <a:latin typeface="Tahoma" panose="020B0604030504040204" pitchFamily="34" charset="0"/>
              </a:rPr>
              <a:t>Lines with labels represents </a:t>
            </a:r>
            <a:r>
              <a:rPr lang="en-US" altLang="en-US" sz="2400" b="1">
                <a:latin typeface="Tahoma" panose="020B0604030504040204" pitchFamily="34" charset="0"/>
              </a:rPr>
              <a:t>Cardinality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4CF7734-73F2-49C9-9BC3-CB5635EF4F29}"/>
              </a:ext>
            </a:extLst>
          </p:cNvPr>
          <p:cNvSpPr>
            <a:spLocks noGrp="1" noChangeArrowheads="1"/>
          </p:cNvSpPr>
          <p:nvPr>
            <p:ph type="title"/>
          </p:nvPr>
        </p:nvSpPr>
        <p:spPr/>
        <p:txBody>
          <a:bodyPr/>
          <a:lstStyle/>
          <a:p>
            <a:pPr eaLnBrk="1" hangingPunct="1"/>
            <a:r>
              <a:rPr lang="en-US" altLang="en-US"/>
              <a:t>Entity (Chen Notation)</a:t>
            </a:r>
          </a:p>
        </p:txBody>
      </p:sp>
      <p:sp>
        <p:nvSpPr>
          <p:cNvPr id="21507" name="Slide Number Placeholder 4">
            <a:extLst>
              <a:ext uri="{FF2B5EF4-FFF2-40B4-BE49-F238E27FC236}">
                <a16:creationId xmlns:a16="http://schemas.microsoft.com/office/drawing/2014/main" id="{EAACD744-DD32-4EC6-BBDF-BEB897B3CC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CC35F381-E1BE-4F73-A7CE-8BA07BE87010}" type="slidenum">
              <a:rPr lang="en-US" altLang="en-US" sz="1400">
                <a:solidFill>
                  <a:schemeClr val="tx2"/>
                </a:solidFill>
                <a:latin typeface="Tahoma" panose="020B0604030504040204" pitchFamily="34" charset="0"/>
              </a:rPr>
              <a:pPr>
                <a:spcBef>
                  <a:spcPct val="0"/>
                </a:spcBef>
                <a:buClrTx/>
                <a:buSzTx/>
                <a:buFontTx/>
                <a:buNone/>
              </a:pPr>
              <a:t>5</a:t>
            </a:fld>
            <a:endParaRPr lang="en-US" altLang="en-US" sz="1400">
              <a:solidFill>
                <a:schemeClr val="tx2"/>
              </a:solidFill>
              <a:latin typeface="Tahoma" panose="020B0604030504040204" pitchFamily="34" charset="0"/>
            </a:endParaRPr>
          </a:p>
        </p:txBody>
      </p:sp>
      <p:sp>
        <p:nvSpPr>
          <p:cNvPr id="21508" name="Rectangle 3">
            <a:extLst>
              <a:ext uri="{FF2B5EF4-FFF2-40B4-BE49-F238E27FC236}">
                <a16:creationId xmlns:a16="http://schemas.microsoft.com/office/drawing/2014/main" id="{CEE3C8CB-CDD2-454F-9095-B84A73DA1B3F}"/>
              </a:ext>
            </a:extLst>
          </p:cNvPr>
          <p:cNvSpPr>
            <a:spLocks noGrp="1" noChangeArrowheads="1"/>
          </p:cNvSpPr>
          <p:nvPr>
            <p:ph sz="quarter" idx="1"/>
          </p:nvPr>
        </p:nvSpPr>
        <p:spPr>
          <a:xfrm>
            <a:off x="381000" y="1600200"/>
            <a:ext cx="8229600" cy="4937125"/>
          </a:xfrm>
        </p:spPr>
        <p:txBody>
          <a:bodyPr/>
          <a:lstStyle/>
          <a:p>
            <a:pPr eaLnBrk="1" hangingPunct="1"/>
            <a:r>
              <a:rPr lang="en-US" altLang="en-US" sz="2400"/>
              <a:t>is a real-world object distinguishable or unique from other objects. </a:t>
            </a:r>
          </a:p>
          <a:p>
            <a:pPr eaLnBrk="1" hangingPunct="1"/>
            <a:r>
              <a:rPr lang="en-US" altLang="en-US" sz="2400"/>
              <a:t>An entity can be a </a:t>
            </a:r>
            <a:r>
              <a:rPr lang="en-US" altLang="en-US" sz="2400" b="1"/>
              <a:t>concrete</a:t>
            </a:r>
            <a:r>
              <a:rPr lang="en-US" altLang="en-US" sz="2400"/>
              <a:t> or </a:t>
            </a:r>
            <a:r>
              <a:rPr lang="en-US" altLang="en-US" sz="2400" b="1"/>
              <a:t>physical</a:t>
            </a:r>
            <a:r>
              <a:rPr lang="en-US" altLang="en-US" sz="2400"/>
              <a:t> object like </a:t>
            </a:r>
            <a:r>
              <a:rPr lang="en-US" altLang="en-US" sz="2400" i="1"/>
              <a:t>employee</a:t>
            </a:r>
            <a:r>
              <a:rPr lang="en-US" altLang="en-US" sz="2400"/>
              <a:t>, </a:t>
            </a:r>
            <a:r>
              <a:rPr lang="en-US" altLang="en-US" sz="2400" i="1"/>
              <a:t>student</a:t>
            </a:r>
            <a:r>
              <a:rPr lang="en-US" altLang="en-US" sz="2400"/>
              <a:t>, </a:t>
            </a:r>
            <a:r>
              <a:rPr lang="en-US" altLang="en-US" sz="2400" i="1"/>
              <a:t>faculty</a:t>
            </a:r>
            <a:r>
              <a:rPr lang="en-US" altLang="en-US" sz="2400"/>
              <a:t>, </a:t>
            </a:r>
            <a:r>
              <a:rPr lang="en-US" altLang="en-US" sz="2400" i="1"/>
              <a:t>customer</a:t>
            </a:r>
            <a:r>
              <a:rPr lang="en-US" altLang="en-US" sz="2400"/>
              <a:t> etc. Or it could also be </a:t>
            </a:r>
            <a:r>
              <a:rPr lang="en-US" altLang="en-US" sz="2400" b="1"/>
              <a:t>conceptual</a:t>
            </a:r>
            <a:r>
              <a:rPr lang="en-US" altLang="en-US" sz="2400"/>
              <a:t> or </a:t>
            </a:r>
            <a:r>
              <a:rPr lang="en-US" altLang="en-US" sz="2400" b="1"/>
              <a:t>abstract </a:t>
            </a:r>
            <a:r>
              <a:rPr lang="en-US" altLang="en-US" sz="2400"/>
              <a:t>like </a:t>
            </a:r>
            <a:r>
              <a:rPr lang="en-US" altLang="en-US" sz="2400" i="1"/>
              <a:t>transaction</a:t>
            </a:r>
            <a:r>
              <a:rPr lang="en-US" altLang="en-US" sz="2400"/>
              <a:t>, </a:t>
            </a:r>
            <a:r>
              <a:rPr lang="en-US" altLang="en-US" sz="2400" i="1"/>
              <a:t>order</a:t>
            </a:r>
            <a:r>
              <a:rPr lang="en-US" altLang="en-US" sz="2400"/>
              <a:t>, </a:t>
            </a:r>
            <a:r>
              <a:rPr lang="en-US" altLang="en-US" sz="2400" i="1"/>
              <a:t>course</a:t>
            </a:r>
            <a:r>
              <a:rPr lang="en-US" altLang="en-US" sz="2400"/>
              <a:t>, </a:t>
            </a:r>
            <a:r>
              <a:rPr lang="en-US" altLang="en-US" sz="2400" i="1"/>
              <a:t>subjects</a:t>
            </a:r>
            <a:r>
              <a:rPr lang="en-US" altLang="en-US" sz="2400"/>
              <a:t> etc.</a:t>
            </a:r>
          </a:p>
          <a:p>
            <a:pPr eaLnBrk="1" hangingPunct="1"/>
            <a:r>
              <a:rPr lang="en-US" altLang="en-US" sz="2400"/>
              <a:t>It can be thought of as a noun like </a:t>
            </a:r>
            <a:r>
              <a:rPr lang="en-US" altLang="en-US" sz="2400" i="1"/>
              <a:t>student, employee </a:t>
            </a:r>
            <a:r>
              <a:rPr lang="en-US" altLang="en-US" sz="2400"/>
              <a:t>etc.</a:t>
            </a:r>
          </a:p>
          <a:p>
            <a:pPr eaLnBrk="1" hangingPunct="1"/>
            <a:r>
              <a:rPr lang="en-US" altLang="en-US" sz="2400"/>
              <a:t>It is normally represented by a rectangle shape.</a:t>
            </a:r>
          </a:p>
          <a:p>
            <a:pPr eaLnBrk="1" hangingPunct="1"/>
            <a:endParaRPr lang="en-US" altLang="en-US"/>
          </a:p>
        </p:txBody>
      </p:sp>
      <p:sp>
        <p:nvSpPr>
          <p:cNvPr id="21509" name="Rectangle 5">
            <a:extLst>
              <a:ext uri="{FF2B5EF4-FFF2-40B4-BE49-F238E27FC236}">
                <a16:creationId xmlns:a16="http://schemas.microsoft.com/office/drawing/2014/main" id="{135BBA34-9193-4CA2-96E6-22AEE0D306D0}"/>
              </a:ext>
            </a:extLst>
          </p:cNvPr>
          <p:cNvSpPr>
            <a:spLocks noChangeArrowheads="1"/>
          </p:cNvSpPr>
          <p:nvPr/>
        </p:nvSpPr>
        <p:spPr bwMode="auto">
          <a:xfrm>
            <a:off x="3352800" y="47244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2CEBB55-36B9-44F0-85E8-266A03445BA7}"/>
              </a:ext>
            </a:extLst>
          </p:cNvPr>
          <p:cNvSpPr>
            <a:spLocks noGrp="1" noChangeArrowheads="1"/>
          </p:cNvSpPr>
          <p:nvPr>
            <p:ph type="title"/>
          </p:nvPr>
        </p:nvSpPr>
        <p:spPr>
          <a:xfrm>
            <a:off x="533400" y="533400"/>
            <a:ext cx="8077200" cy="533400"/>
          </a:xfrm>
        </p:spPr>
        <p:txBody>
          <a:bodyPr>
            <a:normAutofit fontScale="90000"/>
          </a:bodyPr>
          <a:lstStyle/>
          <a:p>
            <a:pPr eaLnBrk="1" fontAlgn="auto" hangingPunct="1">
              <a:spcAft>
                <a:spcPts val="0"/>
              </a:spcAft>
              <a:defRPr/>
            </a:pPr>
            <a:br>
              <a:rPr lang="en-US" b="1" dirty="0"/>
            </a:br>
            <a:br>
              <a:rPr lang="en-US" b="1" dirty="0"/>
            </a:br>
            <a:br>
              <a:rPr lang="en-US" b="1" dirty="0"/>
            </a:br>
            <a:r>
              <a:rPr lang="en-US" b="1" dirty="0"/>
              <a:t>Entity Could be a…</a:t>
            </a:r>
            <a:endParaRPr lang="en-US" dirty="0"/>
          </a:p>
        </p:txBody>
      </p:sp>
      <p:sp>
        <p:nvSpPr>
          <p:cNvPr id="23555" name="Slide Number Placeholder 4">
            <a:extLst>
              <a:ext uri="{FF2B5EF4-FFF2-40B4-BE49-F238E27FC236}">
                <a16:creationId xmlns:a16="http://schemas.microsoft.com/office/drawing/2014/main" id="{0BD51F57-6945-42F8-A1D0-BC1D98522DEA}"/>
              </a:ext>
            </a:extLst>
          </p:cNvPr>
          <p:cNvSpPr>
            <a:spLocks noGrp="1"/>
          </p:cNvSpPr>
          <p:nvPr>
            <p:ph type="sldNum" sz="quarter" idx="12"/>
          </p:nvPr>
        </p:nvSpPr>
        <p:spPr bwMode="auto">
          <a:xfrm>
            <a:off x="655638" y="6046788"/>
            <a:ext cx="1981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A991F554-CC2A-4B6F-B9CC-02E96DA234FD}" type="slidenum">
              <a:rPr lang="en-US" altLang="en-US" sz="1400">
                <a:solidFill>
                  <a:schemeClr val="tx2"/>
                </a:solidFill>
                <a:latin typeface="Tahoma" panose="020B0604030504040204" pitchFamily="34" charset="0"/>
              </a:rPr>
              <a:pPr>
                <a:spcBef>
                  <a:spcPct val="0"/>
                </a:spcBef>
                <a:buClrTx/>
                <a:buSzTx/>
                <a:buFontTx/>
                <a:buNone/>
              </a:pPr>
              <a:t>6</a:t>
            </a:fld>
            <a:endParaRPr lang="en-US" altLang="en-US" sz="1400">
              <a:solidFill>
                <a:schemeClr val="tx2"/>
              </a:solidFill>
              <a:latin typeface="Tahoma" panose="020B0604030504040204" pitchFamily="34" charset="0"/>
            </a:endParaRPr>
          </a:p>
        </p:txBody>
      </p:sp>
      <p:sp>
        <p:nvSpPr>
          <p:cNvPr id="23556" name="Rectangle 3">
            <a:extLst>
              <a:ext uri="{FF2B5EF4-FFF2-40B4-BE49-F238E27FC236}">
                <a16:creationId xmlns:a16="http://schemas.microsoft.com/office/drawing/2014/main" id="{9263A2B5-A3AE-41B8-896D-4C05655B1805}"/>
              </a:ext>
            </a:extLst>
          </p:cNvPr>
          <p:cNvSpPr>
            <a:spLocks noGrp="1" noChangeArrowheads="1"/>
          </p:cNvSpPr>
          <p:nvPr>
            <p:ph sz="quarter" idx="1"/>
          </p:nvPr>
        </p:nvSpPr>
        <p:spPr>
          <a:xfrm>
            <a:off x="533400" y="838200"/>
            <a:ext cx="8077200" cy="533400"/>
          </a:xfrm>
        </p:spPr>
        <p:txBody>
          <a:bodyPr/>
          <a:lstStyle/>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eaLnBrk="1" hangingPunct="1"/>
            <a:endParaRPr lang="en-US" altLang="en-US"/>
          </a:p>
        </p:txBody>
      </p:sp>
      <p:pic>
        <p:nvPicPr>
          <p:cNvPr id="6" name="Picture 5" descr="MP900184925.JPG">
            <a:extLst>
              <a:ext uri="{FF2B5EF4-FFF2-40B4-BE49-F238E27FC236}">
                <a16:creationId xmlns:a16="http://schemas.microsoft.com/office/drawing/2014/main" id="{EA8FFFF2-9F03-40E7-BD06-32A47965ECA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76263" y="1062038"/>
            <a:ext cx="10668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297898BC-8E3F-429C-9DBF-7F3E26FC79A1}"/>
              </a:ext>
            </a:extLst>
          </p:cNvPr>
          <p:cNvSpPr txBox="1"/>
          <p:nvPr/>
        </p:nvSpPr>
        <p:spPr>
          <a:xfrm>
            <a:off x="1871663" y="1214438"/>
            <a:ext cx="1295400" cy="461962"/>
          </a:xfrm>
          <a:prstGeom prst="rect">
            <a:avLst/>
          </a:prstGeom>
          <a:noFill/>
        </p:spPr>
        <p:txBody>
          <a:bodyPr>
            <a:spAutoFit/>
          </a:bodyPr>
          <a:lstStyle/>
          <a:p>
            <a:pPr eaLnBrk="1" hangingPunct="1">
              <a:defRPr/>
            </a:pPr>
            <a:r>
              <a:rPr lang="en-US" dirty="0">
                <a:latin typeface="+mn-lt"/>
              </a:rPr>
              <a:t>Person </a:t>
            </a:r>
          </a:p>
        </p:txBody>
      </p:sp>
      <p:pic>
        <p:nvPicPr>
          <p:cNvPr id="8" name="Picture 7" descr="MP900408939.JPG">
            <a:extLst>
              <a:ext uri="{FF2B5EF4-FFF2-40B4-BE49-F238E27FC236}">
                <a16:creationId xmlns:a16="http://schemas.microsoft.com/office/drawing/2014/main" id="{C9DDFF2C-B66C-430A-8F4A-AB062B8D18F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795463" y="1976438"/>
            <a:ext cx="1379537"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1B981785-9514-4E42-A031-B9CB0BA0029E}"/>
              </a:ext>
            </a:extLst>
          </p:cNvPr>
          <p:cNvSpPr txBox="1"/>
          <p:nvPr/>
        </p:nvSpPr>
        <p:spPr>
          <a:xfrm>
            <a:off x="3471863" y="2281238"/>
            <a:ext cx="955675" cy="461962"/>
          </a:xfrm>
          <a:prstGeom prst="rect">
            <a:avLst/>
          </a:prstGeom>
          <a:noFill/>
        </p:spPr>
        <p:txBody>
          <a:bodyPr wrap="none">
            <a:spAutoFit/>
          </a:bodyPr>
          <a:lstStyle/>
          <a:p>
            <a:pPr eaLnBrk="1" hangingPunct="1">
              <a:defRPr/>
            </a:pPr>
            <a:r>
              <a:rPr lang="en-US" dirty="0">
                <a:latin typeface="+mn-lt"/>
              </a:rPr>
              <a:t>Place</a:t>
            </a:r>
          </a:p>
        </p:txBody>
      </p:sp>
      <p:sp>
        <p:nvSpPr>
          <p:cNvPr id="10" name="TextBox 9">
            <a:extLst>
              <a:ext uri="{FF2B5EF4-FFF2-40B4-BE49-F238E27FC236}">
                <a16:creationId xmlns:a16="http://schemas.microsoft.com/office/drawing/2014/main" id="{1E2B5CEC-3950-4DE2-8868-71E9D622E6D3}"/>
              </a:ext>
            </a:extLst>
          </p:cNvPr>
          <p:cNvSpPr txBox="1"/>
          <p:nvPr/>
        </p:nvSpPr>
        <p:spPr>
          <a:xfrm>
            <a:off x="5148263" y="1214438"/>
            <a:ext cx="4038600" cy="338137"/>
          </a:xfrm>
          <a:prstGeom prst="rect">
            <a:avLst/>
          </a:prstGeom>
          <a:noFill/>
        </p:spPr>
        <p:txBody>
          <a:bodyPr>
            <a:spAutoFit/>
          </a:bodyPr>
          <a:lstStyle/>
          <a:p>
            <a:pPr eaLnBrk="1" hangingPunct="1">
              <a:defRPr/>
            </a:pPr>
            <a:r>
              <a:rPr lang="en-US" sz="1600" dirty="0">
                <a:latin typeface="+mn-lt"/>
              </a:rPr>
              <a:t>(ex. Teacher, Student, Physician)</a:t>
            </a:r>
          </a:p>
        </p:txBody>
      </p:sp>
      <p:sp>
        <p:nvSpPr>
          <p:cNvPr id="11" name="TextBox 10">
            <a:extLst>
              <a:ext uri="{FF2B5EF4-FFF2-40B4-BE49-F238E27FC236}">
                <a16:creationId xmlns:a16="http://schemas.microsoft.com/office/drawing/2014/main" id="{FF1F18F7-53AC-4FEA-AEC1-FDF5CE00DDDA}"/>
              </a:ext>
            </a:extLst>
          </p:cNvPr>
          <p:cNvSpPr txBox="1"/>
          <p:nvPr/>
        </p:nvSpPr>
        <p:spPr>
          <a:xfrm>
            <a:off x="5197475" y="2357438"/>
            <a:ext cx="4191000" cy="338137"/>
          </a:xfrm>
          <a:prstGeom prst="rect">
            <a:avLst/>
          </a:prstGeom>
          <a:noFill/>
        </p:spPr>
        <p:txBody>
          <a:bodyPr>
            <a:spAutoFit/>
          </a:bodyPr>
          <a:lstStyle/>
          <a:p>
            <a:pPr eaLnBrk="1" hangingPunct="1">
              <a:defRPr/>
            </a:pPr>
            <a:r>
              <a:rPr lang="en-US" sz="1600" dirty="0">
                <a:latin typeface="+mn-lt"/>
              </a:rPr>
              <a:t>(ex. School, Hotel, Store )</a:t>
            </a:r>
          </a:p>
        </p:txBody>
      </p:sp>
      <p:pic>
        <p:nvPicPr>
          <p:cNvPr id="12" name="Picture 11" descr="MC900431564.PNG">
            <a:extLst>
              <a:ext uri="{FF2B5EF4-FFF2-40B4-BE49-F238E27FC236}">
                <a16:creationId xmlns:a16="http://schemas.microsoft.com/office/drawing/2014/main" id="{447EA250-507D-4FA0-800B-824D397529B7}"/>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47663" y="3043238"/>
            <a:ext cx="1257300"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Box 12">
            <a:extLst>
              <a:ext uri="{FF2B5EF4-FFF2-40B4-BE49-F238E27FC236}">
                <a16:creationId xmlns:a16="http://schemas.microsoft.com/office/drawing/2014/main" id="{828FD6FF-4DE7-4CFD-B988-0CD817E61C0F}"/>
              </a:ext>
            </a:extLst>
          </p:cNvPr>
          <p:cNvSpPr txBox="1"/>
          <p:nvPr/>
        </p:nvSpPr>
        <p:spPr>
          <a:xfrm>
            <a:off x="1795463" y="3500438"/>
            <a:ext cx="1074737" cy="461962"/>
          </a:xfrm>
          <a:prstGeom prst="rect">
            <a:avLst/>
          </a:prstGeom>
          <a:noFill/>
        </p:spPr>
        <p:txBody>
          <a:bodyPr wrap="none">
            <a:spAutoFit/>
          </a:bodyPr>
          <a:lstStyle/>
          <a:p>
            <a:pPr eaLnBrk="1" hangingPunct="1">
              <a:defRPr/>
            </a:pPr>
            <a:r>
              <a:rPr lang="en-US" dirty="0">
                <a:latin typeface="+mn-lt"/>
              </a:rPr>
              <a:t>Object</a:t>
            </a:r>
          </a:p>
        </p:txBody>
      </p:sp>
      <p:sp>
        <p:nvSpPr>
          <p:cNvPr id="14" name="TextBox 13">
            <a:extLst>
              <a:ext uri="{FF2B5EF4-FFF2-40B4-BE49-F238E27FC236}">
                <a16:creationId xmlns:a16="http://schemas.microsoft.com/office/drawing/2014/main" id="{B82E40DF-988A-44B5-850B-326C7FC70FE6}"/>
              </a:ext>
            </a:extLst>
          </p:cNvPr>
          <p:cNvSpPr txBox="1"/>
          <p:nvPr/>
        </p:nvSpPr>
        <p:spPr>
          <a:xfrm>
            <a:off x="5222875" y="3729038"/>
            <a:ext cx="4191000" cy="338137"/>
          </a:xfrm>
          <a:prstGeom prst="rect">
            <a:avLst/>
          </a:prstGeom>
          <a:noFill/>
        </p:spPr>
        <p:txBody>
          <a:bodyPr>
            <a:spAutoFit/>
          </a:bodyPr>
          <a:lstStyle/>
          <a:p>
            <a:pPr eaLnBrk="1" hangingPunct="1">
              <a:defRPr/>
            </a:pPr>
            <a:r>
              <a:rPr lang="en-US" sz="1600" dirty="0">
                <a:latin typeface="+mn-lt"/>
              </a:rPr>
              <a:t>(ex. Mouse, Books, </a:t>
            </a:r>
            <a:r>
              <a:rPr lang="en-US" sz="1600" dirty="0" err="1">
                <a:latin typeface="+mn-lt"/>
              </a:rPr>
              <a:t>Bulding</a:t>
            </a:r>
            <a:r>
              <a:rPr lang="en-US" sz="1600" dirty="0">
                <a:latin typeface="+mn-lt"/>
              </a:rPr>
              <a:t> )</a:t>
            </a:r>
          </a:p>
        </p:txBody>
      </p:sp>
      <p:pic>
        <p:nvPicPr>
          <p:cNvPr id="15" name="Picture 14" descr="MC900432633.PNG">
            <a:extLst>
              <a:ext uri="{FF2B5EF4-FFF2-40B4-BE49-F238E27FC236}">
                <a16:creationId xmlns:a16="http://schemas.microsoft.com/office/drawing/2014/main" id="{78A6D6C2-28B3-4183-9AE9-BBDAE4D743D8}"/>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643063" y="4110038"/>
            <a:ext cx="1447800" cy="144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TextBox 15">
            <a:extLst>
              <a:ext uri="{FF2B5EF4-FFF2-40B4-BE49-F238E27FC236}">
                <a16:creationId xmlns:a16="http://schemas.microsoft.com/office/drawing/2014/main" id="{F7CEF60E-5447-4C99-A9E0-EF4FA30D3321}"/>
              </a:ext>
            </a:extLst>
          </p:cNvPr>
          <p:cNvSpPr txBox="1"/>
          <p:nvPr/>
        </p:nvSpPr>
        <p:spPr>
          <a:xfrm>
            <a:off x="3167063" y="4795838"/>
            <a:ext cx="971550" cy="461962"/>
          </a:xfrm>
          <a:prstGeom prst="rect">
            <a:avLst/>
          </a:prstGeom>
          <a:noFill/>
        </p:spPr>
        <p:txBody>
          <a:bodyPr wrap="none">
            <a:spAutoFit/>
          </a:bodyPr>
          <a:lstStyle/>
          <a:p>
            <a:pPr eaLnBrk="1" hangingPunct="1">
              <a:defRPr/>
            </a:pPr>
            <a:r>
              <a:rPr lang="en-US" dirty="0">
                <a:latin typeface="+mn-lt"/>
              </a:rPr>
              <a:t>Event</a:t>
            </a:r>
          </a:p>
        </p:txBody>
      </p:sp>
      <p:sp>
        <p:nvSpPr>
          <p:cNvPr id="17" name="TextBox 16">
            <a:extLst>
              <a:ext uri="{FF2B5EF4-FFF2-40B4-BE49-F238E27FC236}">
                <a16:creationId xmlns:a16="http://schemas.microsoft.com/office/drawing/2014/main" id="{797D6BF5-2590-4450-8E3E-8671B625D0E7}"/>
              </a:ext>
            </a:extLst>
          </p:cNvPr>
          <p:cNvSpPr txBox="1"/>
          <p:nvPr/>
        </p:nvSpPr>
        <p:spPr>
          <a:xfrm>
            <a:off x="5214938" y="4948238"/>
            <a:ext cx="4191000" cy="338137"/>
          </a:xfrm>
          <a:prstGeom prst="rect">
            <a:avLst/>
          </a:prstGeom>
          <a:noFill/>
        </p:spPr>
        <p:txBody>
          <a:bodyPr>
            <a:spAutoFit/>
          </a:bodyPr>
          <a:lstStyle/>
          <a:p>
            <a:pPr eaLnBrk="1" hangingPunct="1">
              <a:defRPr/>
            </a:pPr>
            <a:r>
              <a:rPr lang="en-US" sz="1600" dirty="0">
                <a:latin typeface="+mn-lt"/>
              </a:rPr>
              <a:t>(ex. Enroll, Withdraw, Order )</a:t>
            </a:r>
          </a:p>
        </p:txBody>
      </p:sp>
      <p:pic>
        <p:nvPicPr>
          <p:cNvPr id="117762" name="Picture 2" descr="C:\Program Files\Microsoft Office\MEDIA\CAGCAT10\j0195812.wmf">
            <a:extLst>
              <a:ext uri="{FF2B5EF4-FFF2-40B4-BE49-F238E27FC236}">
                <a16:creationId xmlns:a16="http://schemas.microsoft.com/office/drawing/2014/main" id="{B4ED43C7-6986-4A0B-A7DF-7E9B8B05400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5105400"/>
            <a:ext cx="1219200" cy="125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TextBox 17">
            <a:extLst>
              <a:ext uri="{FF2B5EF4-FFF2-40B4-BE49-F238E27FC236}">
                <a16:creationId xmlns:a16="http://schemas.microsoft.com/office/drawing/2014/main" id="{834C8B4E-DD08-427B-BB1B-19EFB6BE6B84}"/>
              </a:ext>
            </a:extLst>
          </p:cNvPr>
          <p:cNvSpPr txBox="1"/>
          <p:nvPr/>
        </p:nvSpPr>
        <p:spPr>
          <a:xfrm>
            <a:off x="1947863" y="5786438"/>
            <a:ext cx="2376487" cy="461962"/>
          </a:xfrm>
          <a:prstGeom prst="rect">
            <a:avLst/>
          </a:prstGeom>
          <a:noFill/>
        </p:spPr>
        <p:txBody>
          <a:bodyPr wrap="none">
            <a:spAutoFit/>
          </a:bodyPr>
          <a:lstStyle/>
          <a:p>
            <a:pPr eaLnBrk="1" hangingPunct="1">
              <a:defRPr/>
            </a:pPr>
            <a:r>
              <a:rPr lang="en-US" dirty="0">
                <a:latin typeface="+mn-lt"/>
              </a:rPr>
              <a:t>Idea or Concept</a:t>
            </a:r>
          </a:p>
        </p:txBody>
      </p:sp>
      <p:sp>
        <p:nvSpPr>
          <p:cNvPr id="19" name="TextBox 18">
            <a:extLst>
              <a:ext uri="{FF2B5EF4-FFF2-40B4-BE49-F238E27FC236}">
                <a16:creationId xmlns:a16="http://schemas.microsoft.com/office/drawing/2014/main" id="{B71928D1-64EB-4126-89B2-F46913F3C3A7}"/>
              </a:ext>
            </a:extLst>
          </p:cNvPr>
          <p:cNvSpPr txBox="1"/>
          <p:nvPr/>
        </p:nvSpPr>
        <p:spPr>
          <a:xfrm>
            <a:off x="5181600" y="5791200"/>
            <a:ext cx="4191000" cy="338138"/>
          </a:xfrm>
          <a:prstGeom prst="rect">
            <a:avLst/>
          </a:prstGeom>
          <a:noFill/>
        </p:spPr>
        <p:txBody>
          <a:bodyPr>
            <a:spAutoFit/>
          </a:bodyPr>
          <a:lstStyle/>
          <a:p>
            <a:pPr eaLnBrk="1" hangingPunct="1">
              <a:defRPr/>
            </a:pPr>
            <a:r>
              <a:rPr lang="en-US" sz="1600" dirty="0">
                <a:latin typeface="+mn-lt"/>
              </a:rPr>
              <a:t>(ex. Courses, Account, Delivery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ox(in)">
                                      <p:cBhvr>
                                        <p:cTn id="28" dur="500"/>
                                        <p:tgtEl>
                                          <p:spTgt spid="9"/>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 calcmode="lin" valueType="num">
                                      <p:cBhvr additive="base">
                                        <p:cTn id="33" dur="500" fill="hold"/>
                                        <p:tgtEl>
                                          <p:spTgt spid="11"/>
                                        </p:tgtEl>
                                        <p:attrNameLst>
                                          <p:attrName>ppt_x</p:attrName>
                                        </p:attrNameLst>
                                      </p:cBhvr>
                                      <p:tavLst>
                                        <p:tav tm="0">
                                          <p:val>
                                            <p:strVal val="#ppt_x"/>
                                          </p:val>
                                        </p:tav>
                                        <p:tav tm="100000">
                                          <p:val>
                                            <p:strVal val="#ppt_x"/>
                                          </p:val>
                                        </p:tav>
                                      </p:tavLst>
                                    </p:anim>
                                    <p:anim calcmode="lin" valueType="num">
                                      <p:cBhvr additive="base">
                                        <p:cTn id="3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blinds(horizontal)">
                                      <p:cBhvr>
                                        <p:cTn id="39" dur="500"/>
                                        <p:tgtEl>
                                          <p:spTgt spid="1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4" presetClass="entr" presetSubtype="16" fill="hold" grpId="0" nodeType="clickEffect">
                                  <p:stCondLst>
                                    <p:cond delay="0"/>
                                  </p:stCondLst>
                                  <p:childTnLst>
                                    <p:set>
                                      <p:cBhvr>
                                        <p:cTn id="43" dur="1" fill="hold">
                                          <p:stCondLst>
                                            <p:cond delay="0"/>
                                          </p:stCondLst>
                                        </p:cTn>
                                        <p:tgtEl>
                                          <p:spTgt spid="13"/>
                                        </p:tgtEl>
                                        <p:attrNameLst>
                                          <p:attrName>style.visibility</p:attrName>
                                        </p:attrNameLst>
                                      </p:cBhvr>
                                      <p:to>
                                        <p:strVal val="visible"/>
                                      </p:to>
                                    </p:set>
                                    <p:animEffect transition="in" filter="box(in)">
                                      <p:cBhvr>
                                        <p:cTn id="44" dur="500"/>
                                        <p:tgtEl>
                                          <p:spTgt spid="1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15"/>
                                        </p:tgtEl>
                                        <p:attrNameLst>
                                          <p:attrName>style.visibility</p:attrName>
                                        </p:attrNameLst>
                                      </p:cBhvr>
                                      <p:to>
                                        <p:strVal val="visible"/>
                                      </p:to>
                                    </p:set>
                                    <p:animEffect transition="in" filter="blinds(horizontal)">
                                      <p:cBhvr>
                                        <p:cTn id="55" dur="500"/>
                                        <p:tgtEl>
                                          <p:spTgt spid="1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4" presetClass="entr" presetSubtype="16" fill="hold" grpId="0" nodeType="click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box(in)">
                                      <p:cBhvr>
                                        <p:cTn id="60" dur="500"/>
                                        <p:tgtEl>
                                          <p:spTgt spid="16"/>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ppt_x</p:attrName>
                                        </p:attrNameLst>
                                      </p:cBhvr>
                                      <p:tavLst>
                                        <p:tav tm="0">
                                          <p:val>
                                            <p:strVal val="#ppt_x"/>
                                          </p:val>
                                        </p:tav>
                                        <p:tav tm="100000">
                                          <p:val>
                                            <p:strVal val="#ppt_x"/>
                                          </p:val>
                                        </p:tav>
                                      </p:tavLst>
                                    </p:anim>
                                    <p:anim calcmode="lin" valueType="num">
                                      <p:cBhvr additive="base">
                                        <p:cTn id="66"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nodeType="clickEffect">
                                  <p:stCondLst>
                                    <p:cond delay="0"/>
                                  </p:stCondLst>
                                  <p:childTnLst>
                                    <p:set>
                                      <p:cBhvr>
                                        <p:cTn id="70" dur="1" fill="hold">
                                          <p:stCondLst>
                                            <p:cond delay="0"/>
                                          </p:stCondLst>
                                        </p:cTn>
                                        <p:tgtEl>
                                          <p:spTgt spid="117762"/>
                                        </p:tgtEl>
                                        <p:attrNameLst>
                                          <p:attrName>style.visibility</p:attrName>
                                        </p:attrNameLst>
                                      </p:cBhvr>
                                      <p:to>
                                        <p:strVal val="visible"/>
                                      </p:to>
                                    </p:set>
                                    <p:animEffect transition="in" filter="blinds(horizontal)">
                                      <p:cBhvr>
                                        <p:cTn id="71" dur="500"/>
                                        <p:tgtEl>
                                          <p:spTgt spid="117762"/>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4" presetClass="entr" presetSubtype="16" fill="hold" grpId="0" nodeType="click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box(in)">
                                      <p:cBhvr>
                                        <p:cTn id="76" dur="500"/>
                                        <p:tgtEl>
                                          <p:spTgt spid="18"/>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 presetClass="entr" presetSubtype="4" fill="hold" grpId="0" nodeType="clickEffect">
                                  <p:stCondLst>
                                    <p:cond delay="0"/>
                                  </p:stCondLst>
                                  <p:childTnLst>
                                    <p:set>
                                      <p:cBhvr>
                                        <p:cTn id="80" dur="1" fill="hold">
                                          <p:stCondLst>
                                            <p:cond delay="0"/>
                                          </p:stCondLst>
                                        </p:cTn>
                                        <p:tgtEl>
                                          <p:spTgt spid="19"/>
                                        </p:tgtEl>
                                        <p:attrNameLst>
                                          <p:attrName>style.visibility</p:attrName>
                                        </p:attrNameLst>
                                      </p:cBhvr>
                                      <p:to>
                                        <p:strVal val="visible"/>
                                      </p:to>
                                    </p:set>
                                    <p:anim calcmode="lin" valueType="num">
                                      <p:cBhvr additive="base">
                                        <p:cTn id="81" dur="500" fill="hold"/>
                                        <p:tgtEl>
                                          <p:spTgt spid="19"/>
                                        </p:tgtEl>
                                        <p:attrNameLst>
                                          <p:attrName>ppt_x</p:attrName>
                                        </p:attrNameLst>
                                      </p:cBhvr>
                                      <p:tavLst>
                                        <p:tav tm="0">
                                          <p:val>
                                            <p:strVal val="#ppt_x"/>
                                          </p:val>
                                        </p:tav>
                                        <p:tav tm="100000">
                                          <p:val>
                                            <p:strVal val="#ppt_x"/>
                                          </p:val>
                                        </p:tav>
                                      </p:tavLst>
                                    </p:anim>
                                    <p:anim calcmode="lin" valueType="num">
                                      <p:cBhvr additive="base">
                                        <p:cTn id="82"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11" grpId="0"/>
      <p:bldP spid="13" grpId="0"/>
      <p:bldP spid="14" grpId="0"/>
      <p:bldP spid="16" grpId="0"/>
      <p:bldP spid="17" grpId="0"/>
      <p:bldP spid="18" grpId="0"/>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FCD9D498-E6BD-4AE5-8CB6-88359875A2E5}"/>
              </a:ext>
            </a:extLst>
          </p:cNvPr>
          <p:cNvSpPr>
            <a:spLocks noGrp="1" noChangeArrowheads="1"/>
          </p:cNvSpPr>
          <p:nvPr>
            <p:ph type="title"/>
          </p:nvPr>
        </p:nvSpPr>
        <p:spPr/>
        <p:txBody>
          <a:bodyPr/>
          <a:lstStyle/>
          <a:p>
            <a:pPr eaLnBrk="1" hangingPunct="1"/>
            <a:r>
              <a:rPr lang="en-US" altLang="en-US"/>
              <a:t>Entity - Example</a:t>
            </a:r>
          </a:p>
        </p:txBody>
      </p:sp>
      <p:sp>
        <p:nvSpPr>
          <p:cNvPr id="25603" name="Slide Number Placeholder 4">
            <a:extLst>
              <a:ext uri="{FF2B5EF4-FFF2-40B4-BE49-F238E27FC236}">
                <a16:creationId xmlns:a16="http://schemas.microsoft.com/office/drawing/2014/main" id="{2DE672C1-B99D-46D1-9E35-3535231F9AD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2DC37BBF-5B32-4069-A708-683F03941F2C}" type="slidenum">
              <a:rPr lang="en-US" altLang="en-US" sz="1400">
                <a:solidFill>
                  <a:schemeClr val="tx2"/>
                </a:solidFill>
                <a:latin typeface="Tahoma" panose="020B0604030504040204" pitchFamily="34" charset="0"/>
              </a:rPr>
              <a:pPr>
                <a:spcBef>
                  <a:spcPct val="0"/>
                </a:spcBef>
                <a:buClrTx/>
                <a:buSzTx/>
                <a:buFontTx/>
                <a:buNone/>
              </a:pPr>
              <a:t>7</a:t>
            </a:fld>
            <a:endParaRPr lang="en-US" altLang="en-US" sz="1400">
              <a:solidFill>
                <a:schemeClr val="tx2"/>
              </a:solidFill>
              <a:latin typeface="Tahoma" panose="020B0604030504040204" pitchFamily="34" charset="0"/>
            </a:endParaRPr>
          </a:p>
        </p:txBody>
      </p:sp>
      <p:sp>
        <p:nvSpPr>
          <p:cNvPr id="25604" name="Rectangle 5">
            <a:extLst>
              <a:ext uri="{FF2B5EF4-FFF2-40B4-BE49-F238E27FC236}">
                <a16:creationId xmlns:a16="http://schemas.microsoft.com/office/drawing/2014/main" id="{CCACE382-38B9-4201-8DF5-9144D35430A3}"/>
              </a:ext>
            </a:extLst>
          </p:cNvPr>
          <p:cNvSpPr>
            <a:spLocks noChangeArrowheads="1"/>
          </p:cNvSpPr>
          <p:nvPr/>
        </p:nvSpPr>
        <p:spPr bwMode="auto">
          <a:xfrm>
            <a:off x="1295400" y="19050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rgbClr val="00B050"/>
                </a:solidFill>
                <a:latin typeface="Tahoma" panose="020B0604030504040204" pitchFamily="34" charset="0"/>
              </a:rPr>
              <a:t>Customer</a:t>
            </a:r>
          </a:p>
        </p:txBody>
      </p:sp>
      <p:sp>
        <p:nvSpPr>
          <p:cNvPr id="25605" name="Rectangle 6">
            <a:extLst>
              <a:ext uri="{FF2B5EF4-FFF2-40B4-BE49-F238E27FC236}">
                <a16:creationId xmlns:a16="http://schemas.microsoft.com/office/drawing/2014/main" id="{84E60CBF-E9C9-43D4-961F-76C7E49E9888}"/>
              </a:ext>
            </a:extLst>
          </p:cNvPr>
          <p:cNvSpPr>
            <a:spLocks noChangeArrowheads="1"/>
          </p:cNvSpPr>
          <p:nvPr/>
        </p:nvSpPr>
        <p:spPr bwMode="auto">
          <a:xfrm>
            <a:off x="5257800" y="19050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rgbClr val="00B050"/>
                </a:solidFill>
                <a:latin typeface="Tahoma" panose="020B0604030504040204" pitchFamily="34" charset="0"/>
              </a:rPr>
              <a:t>Sales Rep</a:t>
            </a:r>
          </a:p>
        </p:txBody>
      </p:sp>
      <p:sp>
        <p:nvSpPr>
          <p:cNvPr id="25606" name="Rectangle 7">
            <a:extLst>
              <a:ext uri="{FF2B5EF4-FFF2-40B4-BE49-F238E27FC236}">
                <a16:creationId xmlns:a16="http://schemas.microsoft.com/office/drawing/2014/main" id="{C0F6D00E-7483-453A-9895-BF4D71E71C09}"/>
              </a:ext>
            </a:extLst>
          </p:cNvPr>
          <p:cNvSpPr>
            <a:spLocks noChangeArrowheads="1"/>
          </p:cNvSpPr>
          <p:nvPr/>
        </p:nvSpPr>
        <p:spPr bwMode="auto">
          <a:xfrm>
            <a:off x="3276600" y="31242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rgbClr val="00B050"/>
                </a:solidFill>
                <a:latin typeface="Tahoma" panose="020B0604030504040204" pitchFamily="34" charset="0"/>
              </a:rPr>
              <a:t>Order</a:t>
            </a:r>
          </a:p>
        </p:txBody>
      </p:sp>
      <p:sp>
        <p:nvSpPr>
          <p:cNvPr id="25607" name="Rectangle 8">
            <a:extLst>
              <a:ext uri="{FF2B5EF4-FFF2-40B4-BE49-F238E27FC236}">
                <a16:creationId xmlns:a16="http://schemas.microsoft.com/office/drawing/2014/main" id="{4FA38665-2F63-4C8E-AE62-52186B469170}"/>
              </a:ext>
            </a:extLst>
          </p:cNvPr>
          <p:cNvSpPr>
            <a:spLocks noChangeArrowheads="1"/>
          </p:cNvSpPr>
          <p:nvPr/>
        </p:nvSpPr>
        <p:spPr bwMode="auto">
          <a:xfrm>
            <a:off x="3276600" y="44958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rgbClr val="00B050"/>
                </a:solidFill>
                <a:latin typeface="Tahoma" panose="020B0604030504040204" pitchFamily="34" charset="0"/>
              </a:rPr>
              <a:t>Parts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8ED3DFD7-E5B8-4C44-9229-84636A81DC40}"/>
              </a:ext>
            </a:extLst>
          </p:cNvPr>
          <p:cNvSpPr>
            <a:spLocks noGrp="1" noChangeArrowheads="1"/>
          </p:cNvSpPr>
          <p:nvPr>
            <p:ph type="title"/>
          </p:nvPr>
        </p:nvSpPr>
        <p:spPr/>
        <p:txBody>
          <a:bodyPr/>
          <a:lstStyle/>
          <a:p>
            <a:pPr eaLnBrk="1" hangingPunct="1"/>
            <a:r>
              <a:rPr lang="en-US" altLang="en-US"/>
              <a:t>Relationship</a:t>
            </a:r>
          </a:p>
        </p:txBody>
      </p:sp>
      <p:sp>
        <p:nvSpPr>
          <p:cNvPr id="27651" name="Slide Number Placeholder 4">
            <a:extLst>
              <a:ext uri="{FF2B5EF4-FFF2-40B4-BE49-F238E27FC236}">
                <a16:creationId xmlns:a16="http://schemas.microsoft.com/office/drawing/2014/main" id="{0E3690F8-B2A0-4146-B0E2-9A9A783DBE0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7354B74E-822B-49F6-9B8C-7D010991364D}" type="slidenum">
              <a:rPr lang="en-US" altLang="en-US" sz="1400">
                <a:solidFill>
                  <a:schemeClr val="tx2"/>
                </a:solidFill>
                <a:latin typeface="Tahoma" panose="020B0604030504040204" pitchFamily="34" charset="0"/>
              </a:rPr>
              <a:pPr>
                <a:spcBef>
                  <a:spcPct val="0"/>
                </a:spcBef>
                <a:buClrTx/>
                <a:buSzTx/>
                <a:buFontTx/>
                <a:buNone/>
              </a:pPr>
              <a:t>8</a:t>
            </a:fld>
            <a:endParaRPr lang="en-US" altLang="en-US" sz="1400">
              <a:solidFill>
                <a:schemeClr val="tx2"/>
              </a:solidFill>
              <a:latin typeface="Tahoma" panose="020B0604030504040204" pitchFamily="34" charset="0"/>
            </a:endParaRPr>
          </a:p>
        </p:txBody>
      </p:sp>
      <p:sp>
        <p:nvSpPr>
          <p:cNvPr id="27652" name="Rectangle 3">
            <a:extLst>
              <a:ext uri="{FF2B5EF4-FFF2-40B4-BE49-F238E27FC236}">
                <a16:creationId xmlns:a16="http://schemas.microsoft.com/office/drawing/2014/main" id="{4B6E4624-2B27-4693-B67B-5387EA927E82}"/>
              </a:ext>
            </a:extLst>
          </p:cNvPr>
          <p:cNvSpPr>
            <a:spLocks noGrp="1" noChangeArrowheads="1"/>
          </p:cNvSpPr>
          <p:nvPr>
            <p:ph sz="quarter" idx="1"/>
          </p:nvPr>
        </p:nvSpPr>
        <p:spPr>
          <a:xfrm>
            <a:off x="381000" y="1600200"/>
            <a:ext cx="8229600" cy="4937125"/>
          </a:xfrm>
        </p:spPr>
        <p:txBody>
          <a:bodyPr/>
          <a:lstStyle/>
          <a:p>
            <a:pPr eaLnBrk="1" hangingPunct="1"/>
            <a:r>
              <a:rPr lang="en-US" altLang="en-US" sz="2400"/>
              <a:t>is a way of relating one entity to another. Entities can therefore participate in a relationship.</a:t>
            </a:r>
          </a:p>
          <a:p>
            <a:pPr eaLnBrk="1" hangingPunct="1"/>
            <a:r>
              <a:rPr lang="en-US" altLang="en-US" sz="2400"/>
              <a:t>it is commonly thought as a </a:t>
            </a:r>
            <a:r>
              <a:rPr lang="en-US" altLang="en-US" sz="2400" i="1"/>
              <a:t>verb </a:t>
            </a:r>
            <a:r>
              <a:rPr lang="en-US" altLang="en-US" sz="2400"/>
              <a:t>connecting the </a:t>
            </a:r>
            <a:r>
              <a:rPr lang="en-US" altLang="en-US" sz="2400" i="1"/>
              <a:t>entities</a:t>
            </a:r>
            <a:r>
              <a:rPr lang="en-US" altLang="en-US" sz="2400"/>
              <a:t> or </a:t>
            </a:r>
            <a:r>
              <a:rPr lang="en-US" altLang="en-US" sz="2400" i="1"/>
              <a:t>nouns.</a:t>
            </a:r>
          </a:p>
          <a:p>
            <a:pPr eaLnBrk="1" hangingPunct="1"/>
            <a:r>
              <a:rPr lang="en-US" altLang="en-US" sz="2400"/>
              <a:t>It is normally represented by a diamond shape.</a:t>
            </a:r>
          </a:p>
          <a:p>
            <a:pPr eaLnBrk="1" hangingPunct="1"/>
            <a:endParaRPr lang="en-US" altLang="en-US" sz="2400"/>
          </a:p>
          <a:p>
            <a:pPr eaLnBrk="1" hangingPunct="1"/>
            <a:endParaRPr lang="en-US" altLang="en-US"/>
          </a:p>
        </p:txBody>
      </p:sp>
      <p:sp>
        <p:nvSpPr>
          <p:cNvPr id="27653" name="AutoShape 5">
            <a:extLst>
              <a:ext uri="{FF2B5EF4-FFF2-40B4-BE49-F238E27FC236}">
                <a16:creationId xmlns:a16="http://schemas.microsoft.com/office/drawing/2014/main" id="{B51D86F2-51A0-4946-806A-3FA1EFD0ED50}"/>
              </a:ext>
            </a:extLst>
          </p:cNvPr>
          <p:cNvSpPr>
            <a:spLocks noChangeArrowheads="1"/>
          </p:cNvSpPr>
          <p:nvPr/>
        </p:nvSpPr>
        <p:spPr bwMode="auto">
          <a:xfrm>
            <a:off x="3276600" y="3962400"/>
            <a:ext cx="1524000" cy="1371600"/>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endParaRPr lang="en-US" altLang="en-US" sz="2400">
              <a:latin typeface="Tahoma" panose="020B060403050404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5ABFFC6-26E6-4FD9-B727-FBFA3BD07BC2}"/>
              </a:ext>
            </a:extLst>
          </p:cNvPr>
          <p:cNvSpPr>
            <a:spLocks noGrp="1" noChangeArrowheads="1"/>
          </p:cNvSpPr>
          <p:nvPr>
            <p:ph type="title"/>
          </p:nvPr>
        </p:nvSpPr>
        <p:spPr/>
        <p:txBody>
          <a:bodyPr/>
          <a:lstStyle/>
          <a:p>
            <a:pPr eaLnBrk="1" hangingPunct="1"/>
            <a:r>
              <a:rPr lang="en-US" altLang="en-US"/>
              <a:t>Relationship - Example</a:t>
            </a:r>
          </a:p>
        </p:txBody>
      </p:sp>
      <p:sp>
        <p:nvSpPr>
          <p:cNvPr id="29699" name="Slide Number Placeholder 4">
            <a:extLst>
              <a:ext uri="{FF2B5EF4-FFF2-40B4-BE49-F238E27FC236}">
                <a16:creationId xmlns:a16="http://schemas.microsoft.com/office/drawing/2014/main" id="{A7FD75C2-4679-415B-B179-0FB068EE78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F741484B-DA9E-4E4D-8B14-E7006CFC936E}" type="slidenum">
              <a:rPr lang="en-US" altLang="en-US" sz="1400">
                <a:solidFill>
                  <a:schemeClr val="tx2"/>
                </a:solidFill>
                <a:latin typeface="Tahoma" panose="020B0604030504040204" pitchFamily="34" charset="0"/>
              </a:rPr>
              <a:pPr>
                <a:spcBef>
                  <a:spcPct val="0"/>
                </a:spcBef>
                <a:buClrTx/>
                <a:buSzTx/>
                <a:buFontTx/>
                <a:buNone/>
              </a:pPr>
              <a:t>9</a:t>
            </a:fld>
            <a:endParaRPr lang="en-US" altLang="en-US" sz="1400">
              <a:solidFill>
                <a:schemeClr val="tx2"/>
              </a:solidFill>
              <a:latin typeface="Tahoma" panose="020B0604030504040204" pitchFamily="34" charset="0"/>
            </a:endParaRPr>
          </a:p>
        </p:txBody>
      </p:sp>
      <p:sp>
        <p:nvSpPr>
          <p:cNvPr id="29700" name="Rectangle 3">
            <a:extLst>
              <a:ext uri="{FF2B5EF4-FFF2-40B4-BE49-F238E27FC236}">
                <a16:creationId xmlns:a16="http://schemas.microsoft.com/office/drawing/2014/main" id="{B9DC2FF0-6D04-4A2D-97B9-DE3904FC6C32}"/>
              </a:ext>
            </a:extLst>
          </p:cNvPr>
          <p:cNvSpPr>
            <a:spLocks noGrp="1" noChangeArrowheads="1"/>
          </p:cNvSpPr>
          <p:nvPr>
            <p:ph sz="quarter" idx="1"/>
          </p:nvPr>
        </p:nvSpPr>
        <p:spPr>
          <a:xfrm>
            <a:off x="381000" y="1295400"/>
            <a:ext cx="8077200" cy="4876800"/>
          </a:xfrm>
        </p:spPr>
        <p:txBody>
          <a:bodyPr/>
          <a:lstStyle/>
          <a:p>
            <a:pPr eaLnBrk="1" hangingPunct="1"/>
            <a:endParaRPr lang="en-US" altLang="en-US" sz="2400"/>
          </a:p>
          <a:p>
            <a:pPr eaLnBrk="1" hangingPunct="1"/>
            <a:endParaRPr lang="en-US" altLang="en-US"/>
          </a:p>
        </p:txBody>
      </p:sp>
      <p:sp>
        <p:nvSpPr>
          <p:cNvPr id="29701" name="AutoShape 5">
            <a:extLst>
              <a:ext uri="{FF2B5EF4-FFF2-40B4-BE49-F238E27FC236}">
                <a16:creationId xmlns:a16="http://schemas.microsoft.com/office/drawing/2014/main" id="{17BA4769-59BC-4776-8E05-319212C688F0}"/>
              </a:ext>
            </a:extLst>
          </p:cNvPr>
          <p:cNvSpPr>
            <a:spLocks noChangeArrowheads="1"/>
          </p:cNvSpPr>
          <p:nvPr/>
        </p:nvSpPr>
        <p:spPr bwMode="auto">
          <a:xfrm>
            <a:off x="3060700" y="1511300"/>
            <a:ext cx="1524000" cy="1371600"/>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000">
                <a:solidFill>
                  <a:schemeClr val="accent2"/>
                </a:solidFill>
                <a:latin typeface="Tahoma" panose="020B0604030504040204" pitchFamily="34" charset="0"/>
              </a:rPr>
              <a:t>represents</a:t>
            </a:r>
            <a:endParaRPr lang="en-US" altLang="en-US" sz="2400">
              <a:latin typeface="Tahoma" panose="020B0604030504040204" pitchFamily="34" charset="0"/>
            </a:endParaRPr>
          </a:p>
        </p:txBody>
      </p:sp>
      <p:sp>
        <p:nvSpPr>
          <p:cNvPr id="29702" name="Rectangle 5">
            <a:extLst>
              <a:ext uri="{FF2B5EF4-FFF2-40B4-BE49-F238E27FC236}">
                <a16:creationId xmlns:a16="http://schemas.microsoft.com/office/drawing/2014/main" id="{79226889-B334-47E2-B463-7C6445A1870F}"/>
              </a:ext>
            </a:extLst>
          </p:cNvPr>
          <p:cNvSpPr>
            <a:spLocks noChangeArrowheads="1"/>
          </p:cNvSpPr>
          <p:nvPr/>
        </p:nvSpPr>
        <p:spPr bwMode="auto">
          <a:xfrm>
            <a:off x="5029200" y="17526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rgbClr val="00B050"/>
                </a:solidFill>
                <a:latin typeface="Tahoma" panose="020B0604030504040204" pitchFamily="34" charset="0"/>
              </a:rPr>
              <a:t>Customer</a:t>
            </a:r>
          </a:p>
        </p:txBody>
      </p:sp>
      <p:sp>
        <p:nvSpPr>
          <p:cNvPr id="29703" name="Rectangle 7">
            <a:extLst>
              <a:ext uri="{FF2B5EF4-FFF2-40B4-BE49-F238E27FC236}">
                <a16:creationId xmlns:a16="http://schemas.microsoft.com/office/drawing/2014/main" id="{D855FDFC-37D4-4AAE-8F8A-02A541503A8A}"/>
              </a:ext>
            </a:extLst>
          </p:cNvPr>
          <p:cNvSpPr>
            <a:spLocks noChangeArrowheads="1"/>
          </p:cNvSpPr>
          <p:nvPr/>
        </p:nvSpPr>
        <p:spPr bwMode="auto">
          <a:xfrm>
            <a:off x="1066800" y="18288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rgbClr val="00B050"/>
                </a:solidFill>
                <a:latin typeface="Tahoma" panose="020B0604030504040204" pitchFamily="34" charset="0"/>
              </a:rPr>
              <a:t>Sales Rep</a:t>
            </a:r>
          </a:p>
        </p:txBody>
      </p:sp>
      <p:sp>
        <p:nvSpPr>
          <p:cNvPr id="29704" name="Rectangle 8">
            <a:extLst>
              <a:ext uri="{FF2B5EF4-FFF2-40B4-BE49-F238E27FC236}">
                <a16:creationId xmlns:a16="http://schemas.microsoft.com/office/drawing/2014/main" id="{47E910A2-CCC6-4C3A-8683-C944F6000C84}"/>
              </a:ext>
            </a:extLst>
          </p:cNvPr>
          <p:cNvSpPr>
            <a:spLocks noChangeArrowheads="1"/>
          </p:cNvSpPr>
          <p:nvPr/>
        </p:nvSpPr>
        <p:spPr bwMode="auto">
          <a:xfrm>
            <a:off x="4953000" y="46482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rgbClr val="00B050"/>
                </a:solidFill>
                <a:latin typeface="Tahoma" panose="020B0604030504040204" pitchFamily="34" charset="0"/>
              </a:rPr>
              <a:t>Order</a:t>
            </a:r>
          </a:p>
        </p:txBody>
      </p:sp>
      <p:sp>
        <p:nvSpPr>
          <p:cNvPr id="16393" name="AutoShape 5">
            <a:extLst>
              <a:ext uri="{FF2B5EF4-FFF2-40B4-BE49-F238E27FC236}">
                <a16:creationId xmlns:a16="http://schemas.microsoft.com/office/drawing/2014/main" id="{6B3C9FA2-A6A3-4A7F-93A7-736026BB70F5}"/>
              </a:ext>
            </a:extLst>
          </p:cNvPr>
          <p:cNvSpPr>
            <a:spLocks noChangeArrowheads="1"/>
          </p:cNvSpPr>
          <p:nvPr/>
        </p:nvSpPr>
        <p:spPr bwMode="auto">
          <a:xfrm>
            <a:off x="5029200" y="2895600"/>
            <a:ext cx="1524000" cy="1371600"/>
          </a:xfrm>
          <a:prstGeom prst="diamond">
            <a:avLst/>
          </a:prstGeom>
          <a:noFill/>
          <a:ln w="38100">
            <a:solidFill>
              <a:schemeClr val="tx1"/>
            </a:solidFill>
            <a:miter lim="800000"/>
            <a:headEnd/>
            <a:tailEnd/>
          </a:ln>
        </p:spPr>
        <p:txBody>
          <a:bodyPr wrap="none" anchor="ctr"/>
          <a:lstStyle/>
          <a:p>
            <a:pPr algn="ctr" eaLnBrk="1" hangingPunct="1">
              <a:defRPr/>
            </a:pPr>
            <a:r>
              <a:rPr lang="en-US" sz="1800" dirty="0">
                <a:solidFill>
                  <a:schemeClr val="accent2">
                    <a:lumMod val="75000"/>
                  </a:schemeClr>
                </a:solidFill>
              </a:rPr>
              <a:t>has</a:t>
            </a:r>
          </a:p>
        </p:txBody>
      </p:sp>
      <p:cxnSp>
        <p:nvCxnSpPr>
          <p:cNvPr id="29706" name="Straight Connector 12">
            <a:extLst>
              <a:ext uri="{FF2B5EF4-FFF2-40B4-BE49-F238E27FC236}">
                <a16:creationId xmlns:a16="http://schemas.microsoft.com/office/drawing/2014/main" id="{994048D5-797A-4A1B-8EAC-1746E460036B}"/>
              </a:ext>
            </a:extLst>
          </p:cNvPr>
          <p:cNvCxnSpPr>
            <a:cxnSpLocks noChangeShapeType="1"/>
          </p:cNvCxnSpPr>
          <p:nvPr/>
        </p:nvCxnSpPr>
        <p:spPr bwMode="auto">
          <a:xfrm>
            <a:off x="5803900" y="2514600"/>
            <a:ext cx="0" cy="381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9707" name="Straight Connector 13">
            <a:extLst>
              <a:ext uri="{FF2B5EF4-FFF2-40B4-BE49-F238E27FC236}">
                <a16:creationId xmlns:a16="http://schemas.microsoft.com/office/drawing/2014/main" id="{2FB10928-5888-4C30-A6B7-A620713D9F63}"/>
              </a:ext>
            </a:extLst>
          </p:cNvPr>
          <p:cNvCxnSpPr>
            <a:cxnSpLocks noChangeShapeType="1"/>
          </p:cNvCxnSpPr>
          <p:nvPr/>
        </p:nvCxnSpPr>
        <p:spPr bwMode="auto">
          <a:xfrm>
            <a:off x="5791200" y="4267200"/>
            <a:ext cx="0" cy="38100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9708" name="Straight Connector 15">
            <a:extLst>
              <a:ext uri="{FF2B5EF4-FFF2-40B4-BE49-F238E27FC236}">
                <a16:creationId xmlns:a16="http://schemas.microsoft.com/office/drawing/2014/main" id="{7966FF02-7926-443D-BCE9-B952A154982E}"/>
              </a:ext>
            </a:extLst>
          </p:cNvPr>
          <p:cNvCxnSpPr>
            <a:cxnSpLocks noChangeShapeType="1"/>
          </p:cNvCxnSpPr>
          <p:nvPr/>
        </p:nvCxnSpPr>
        <p:spPr bwMode="auto">
          <a:xfrm>
            <a:off x="2590800" y="2197100"/>
            <a:ext cx="4572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29709" name="Straight Connector 16">
            <a:extLst>
              <a:ext uri="{FF2B5EF4-FFF2-40B4-BE49-F238E27FC236}">
                <a16:creationId xmlns:a16="http://schemas.microsoft.com/office/drawing/2014/main" id="{FB7D091D-0554-4D0A-A3B7-85C6534E7EBC}"/>
              </a:ext>
            </a:extLst>
          </p:cNvPr>
          <p:cNvCxnSpPr>
            <a:cxnSpLocks noChangeShapeType="1"/>
          </p:cNvCxnSpPr>
          <p:nvPr/>
        </p:nvCxnSpPr>
        <p:spPr bwMode="auto">
          <a:xfrm>
            <a:off x="4584700" y="2197100"/>
            <a:ext cx="4572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9710" name="TextBox 17">
            <a:extLst>
              <a:ext uri="{FF2B5EF4-FFF2-40B4-BE49-F238E27FC236}">
                <a16:creationId xmlns:a16="http://schemas.microsoft.com/office/drawing/2014/main" id="{C317E3EB-4F36-4DED-8288-55D7D42BB016}"/>
              </a:ext>
            </a:extLst>
          </p:cNvPr>
          <p:cNvSpPr txBox="1">
            <a:spLocks noChangeArrowheads="1"/>
          </p:cNvSpPr>
          <p:nvPr/>
        </p:nvSpPr>
        <p:spPr bwMode="auto">
          <a:xfrm>
            <a:off x="457200" y="5334000"/>
            <a:ext cx="30257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i="1">
                <a:solidFill>
                  <a:srgbClr val="222222"/>
                </a:solidFill>
                <a:latin typeface="Tahoma" panose="020B0604030504040204" pitchFamily="34" charset="0"/>
              </a:rPr>
              <a:t>Could be read as : A Sales Rep</a:t>
            </a:r>
          </a:p>
          <a:p>
            <a:pPr eaLnBrk="1" hangingPunct="1">
              <a:spcBef>
                <a:spcPct val="0"/>
              </a:spcBef>
              <a:buClrTx/>
              <a:buSzTx/>
              <a:buFontTx/>
              <a:buNone/>
            </a:pPr>
            <a:r>
              <a:rPr lang="en-US" altLang="en-US" sz="1800" i="1">
                <a:solidFill>
                  <a:srgbClr val="222222"/>
                </a:solidFill>
                <a:latin typeface="Tahoma" panose="020B0604030504040204" pitchFamily="34" charset="0"/>
              </a:rPr>
              <a:t>Represents a Customer. And a</a:t>
            </a:r>
          </a:p>
          <a:p>
            <a:pPr eaLnBrk="1" hangingPunct="1">
              <a:spcBef>
                <a:spcPct val="0"/>
              </a:spcBef>
              <a:buClrTx/>
              <a:buSzTx/>
              <a:buFontTx/>
              <a:buNone/>
            </a:pPr>
            <a:r>
              <a:rPr lang="en-US" altLang="en-US" sz="1800" i="1">
                <a:solidFill>
                  <a:srgbClr val="222222"/>
                </a:solidFill>
                <a:latin typeface="Tahoma" panose="020B0604030504040204" pitchFamily="34" charset="0"/>
              </a:rPr>
              <a:t>Customer has an Order.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BE61A14-C3D5-41E6-9DA0-688A02E6E09A}"/>
              </a:ext>
            </a:extLst>
          </p:cNvPr>
          <p:cNvSpPr>
            <a:spLocks noGrp="1" noChangeArrowheads="1"/>
          </p:cNvSpPr>
          <p:nvPr>
            <p:ph type="title"/>
          </p:nvPr>
        </p:nvSpPr>
        <p:spPr/>
        <p:txBody>
          <a:bodyPr/>
          <a:lstStyle/>
          <a:p>
            <a:pPr eaLnBrk="1" hangingPunct="1"/>
            <a:r>
              <a:rPr lang="en-US" altLang="en-US"/>
              <a:t>Cardinality</a:t>
            </a:r>
          </a:p>
        </p:txBody>
      </p:sp>
      <p:sp>
        <p:nvSpPr>
          <p:cNvPr id="31747" name="Slide Number Placeholder 4">
            <a:extLst>
              <a:ext uri="{FF2B5EF4-FFF2-40B4-BE49-F238E27FC236}">
                <a16:creationId xmlns:a16="http://schemas.microsoft.com/office/drawing/2014/main" id="{8B6CC381-81E0-4E3A-89BF-EFE8C343A25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2F4B0F91-85FA-4A74-8ECF-16E24C584FC6}" type="slidenum">
              <a:rPr lang="en-US" altLang="en-US" sz="1400">
                <a:solidFill>
                  <a:schemeClr val="tx2"/>
                </a:solidFill>
                <a:latin typeface="Tahoma" panose="020B0604030504040204" pitchFamily="34" charset="0"/>
              </a:rPr>
              <a:pPr>
                <a:spcBef>
                  <a:spcPct val="0"/>
                </a:spcBef>
                <a:buClrTx/>
                <a:buSzTx/>
                <a:buFontTx/>
                <a:buNone/>
              </a:pPr>
              <a:t>10</a:t>
            </a:fld>
            <a:endParaRPr lang="en-US" altLang="en-US" sz="1400">
              <a:solidFill>
                <a:schemeClr val="tx2"/>
              </a:solidFill>
              <a:latin typeface="Tahoma" panose="020B0604030504040204" pitchFamily="34" charset="0"/>
            </a:endParaRPr>
          </a:p>
        </p:txBody>
      </p:sp>
      <p:sp>
        <p:nvSpPr>
          <p:cNvPr id="31748" name="Rectangle 3">
            <a:extLst>
              <a:ext uri="{FF2B5EF4-FFF2-40B4-BE49-F238E27FC236}">
                <a16:creationId xmlns:a16="http://schemas.microsoft.com/office/drawing/2014/main" id="{0CDAB1BC-E622-4F87-B128-B9A5DEFC9287}"/>
              </a:ext>
            </a:extLst>
          </p:cNvPr>
          <p:cNvSpPr>
            <a:spLocks noGrp="1" noChangeArrowheads="1"/>
          </p:cNvSpPr>
          <p:nvPr>
            <p:ph sz="quarter" idx="1"/>
          </p:nvPr>
        </p:nvSpPr>
        <p:spPr>
          <a:xfrm>
            <a:off x="381000" y="1600200"/>
            <a:ext cx="8229600" cy="4937125"/>
          </a:xfrm>
        </p:spPr>
        <p:txBody>
          <a:bodyPr/>
          <a:lstStyle/>
          <a:p>
            <a:pPr eaLnBrk="1" hangingPunct="1"/>
            <a:r>
              <a:rPr lang="en-US" altLang="en-US" b="1"/>
              <a:t>Cardinality</a:t>
            </a:r>
            <a:r>
              <a:rPr lang="en-US" altLang="en-US"/>
              <a:t>: number of items that must be included in a relationship</a:t>
            </a:r>
          </a:p>
          <a:p>
            <a:pPr lvl="1" eaLnBrk="1" hangingPunct="1"/>
            <a:r>
              <a:rPr lang="en-US" altLang="en-US"/>
              <a:t>An entity in a relationship with minimum cardinality of zero plays an </a:t>
            </a:r>
            <a:r>
              <a:rPr lang="en-US" altLang="en-US" b="1"/>
              <a:t>optional role </a:t>
            </a:r>
            <a:r>
              <a:rPr lang="en-US" altLang="en-US"/>
              <a:t>in the relationship</a:t>
            </a:r>
          </a:p>
          <a:p>
            <a:pPr lvl="1" eaLnBrk="1" hangingPunct="1"/>
            <a:r>
              <a:rPr lang="en-US" altLang="en-US"/>
              <a:t>An entity with a minimum cardinality of one plays a </a:t>
            </a:r>
            <a:r>
              <a:rPr lang="en-US" altLang="en-US" b="1"/>
              <a:t>mandatory role </a:t>
            </a:r>
            <a:r>
              <a:rPr lang="en-US" altLang="en-US"/>
              <a:t>in the relationship</a:t>
            </a:r>
          </a:p>
          <a:p>
            <a:pPr eaLnBrk="1" hangingPunct="1"/>
            <a:endParaRPr lang="en-US" altLang="en-US" sz="2400"/>
          </a:p>
          <a:p>
            <a:pPr eaLnBrk="1" hangingPunct="1"/>
            <a:endParaRPr lang="en-US"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1EFA2677-18D6-4852-B17E-C097135CE565}"/>
              </a:ext>
            </a:extLst>
          </p:cNvPr>
          <p:cNvSpPr>
            <a:spLocks noGrp="1" noChangeArrowheads="1"/>
          </p:cNvSpPr>
          <p:nvPr>
            <p:ph type="title"/>
          </p:nvPr>
        </p:nvSpPr>
        <p:spPr/>
        <p:txBody>
          <a:bodyPr/>
          <a:lstStyle/>
          <a:p>
            <a:pPr eaLnBrk="1" hangingPunct="1"/>
            <a:r>
              <a:rPr lang="en-US" altLang="en-US"/>
              <a:t>Cardinality - Symbols</a:t>
            </a:r>
          </a:p>
        </p:txBody>
      </p:sp>
      <p:sp>
        <p:nvSpPr>
          <p:cNvPr id="33795" name="Slide Number Placeholder 4">
            <a:extLst>
              <a:ext uri="{FF2B5EF4-FFF2-40B4-BE49-F238E27FC236}">
                <a16:creationId xmlns:a16="http://schemas.microsoft.com/office/drawing/2014/main" id="{50E2C4D4-D4B8-42E3-9359-3F19E5EA81D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4E3EA407-11A1-44DD-AE00-629F2E9DADEA}" type="slidenum">
              <a:rPr lang="en-US" altLang="en-US" sz="1400">
                <a:solidFill>
                  <a:schemeClr val="tx2"/>
                </a:solidFill>
                <a:latin typeface="Tahoma" panose="020B0604030504040204" pitchFamily="34" charset="0"/>
              </a:rPr>
              <a:pPr>
                <a:spcBef>
                  <a:spcPct val="0"/>
                </a:spcBef>
                <a:buClrTx/>
                <a:buSzTx/>
                <a:buFontTx/>
                <a:buNone/>
              </a:pPr>
              <a:t>11</a:t>
            </a:fld>
            <a:endParaRPr lang="en-US" altLang="en-US" sz="1400">
              <a:solidFill>
                <a:schemeClr val="tx2"/>
              </a:solidFill>
              <a:latin typeface="Tahoma" panose="020B0604030504040204" pitchFamily="34" charset="0"/>
            </a:endParaRPr>
          </a:p>
        </p:txBody>
      </p:sp>
      <p:sp>
        <p:nvSpPr>
          <p:cNvPr id="33796" name="Rectangle 3">
            <a:extLst>
              <a:ext uri="{FF2B5EF4-FFF2-40B4-BE49-F238E27FC236}">
                <a16:creationId xmlns:a16="http://schemas.microsoft.com/office/drawing/2014/main" id="{6E4BC3B4-5874-49E8-A602-087FFC16D393}"/>
              </a:ext>
            </a:extLst>
          </p:cNvPr>
          <p:cNvSpPr>
            <a:spLocks noGrp="1" noChangeArrowheads="1"/>
          </p:cNvSpPr>
          <p:nvPr>
            <p:ph sz="quarter" idx="1"/>
          </p:nvPr>
        </p:nvSpPr>
        <p:spPr>
          <a:xfrm>
            <a:off x="381000" y="1600200"/>
            <a:ext cx="8229600" cy="4937125"/>
          </a:xfrm>
        </p:spPr>
        <p:txBody>
          <a:bodyPr/>
          <a:lstStyle/>
          <a:p>
            <a:pPr eaLnBrk="1" hangingPunct="1"/>
            <a:endParaRPr lang="en-US" altLang="en-US" sz="2400"/>
          </a:p>
          <a:p>
            <a:pPr eaLnBrk="1" hangingPunct="1"/>
            <a:endParaRPr lang="en-US" altLang="en-US"/>
          </a:p>
        </p:txBody>
      </p:sp>
      <p:sp>
        <p:nvSpPr>
          <p:cNvPr id="33797" name="TextBox 37">
            <a:extLst>
              <a:ext uri="{FF2B5EF4-FFF2-40B4-BE49-F238E27FC236}">
                <a16:creationId xmlns:a16="http://schemas.microsoft.com/office/drawing/2014/main" id="{830A7775-86F3-49B6-8F7F-A2BA981C7DD4}"/>
              </a:ext>
            </a:extLst>
          </p:cNvPr>
          <p:cNvSpPr txBox="1">
            <a:spLocks noChangeArrowheads="1"/>
          </p:cNvSpPr>
          <p:nvPr/>
        </p:nvSpPr>
        <p:spPr bwMode="auto">
          <a:xfrm>
            <a:off x="2438400" y="3733800"/>
            <a:ext cx="31210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000">
                <a:solidFill>
                  <a:srgbClr val="222222"/>
                </a:solidFill>
                <a:latin typeface="Tahoma" panose="020B0604030504040204" pitchFamily="34" charset="0"/>
              </a:rPr>
              <a:t>One-to-many Relationship</a:t>
            </a:r>
          </a:p>
        </p:txBody>
      </p:sp>
      <p:cxnSp>
        <p:nvCxnSpPr>
          <p:cNvPr id="33798" name="Straight Connector 15">
            <a:extLst>
              <a:ext uri="{FF2B5EF4-FFF2-40B4-BE49-F238E27FC236}">
                <a16:creationId xmlns:a16="http://schemas.microsoft.com/office/drawing/2014/main" id="{77B6B639-27D2-46B4-82D9-881631FA3ED3}"/>
              </a:ext>
            </a:extLst>
          </p:cNvPr>
          <p:cNvCxnSpPr>
            <a:cxnSpLocks noChangeShapeType="1"/>
          </p:cNvCxnSpPr>
          <p:nvPr/>
        </p:nvCxnSpPr>
        <p:spPr bwMode="auto">
          <a:xfrm>
            <a:off x="2743200" y="3581400"/>
            <a:ext cx="24384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2" name="TextBox 37">
            <a:extLst>
              <a:ext uri="{FF2B5EF4-FFF2-40B4-BE49-F238E27FC236}">
                <a16:creationId xmlns:a16="http://schemas.microsoft.com/office/drawing/2014/main" id="{055AC203-8AAA-4A38-8ED1-7AB261E9B74F}"/>
              </a:ext>
            </a:extLst>
          </p:cNvPr>
          <p:cNvSpPr txBox="1">
            <a:spLocks noChangeArrowheads="1"/>
          </p:cNvSpPr>
          <p:nvPr/>
        </p:nvSpPr>
        <p:spPr bwMode="auto">
          <a:xfrm>
            <a:off x="2667000" y="2286000"/>
            <a:ext cx="284163"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1</a:t>
            </a:r>
          </a:p>
        </p:txBody>
      </p:sp>
      <p:sp>
        <p:nvSpPr>
          <p:cNvPr id="23" name="TextBox 37">
            <a:extLst>
              <a:ext uri="{FF2B5EF4-FFF2-40B4-BE49-F238E27FC236}">
                <a16:creationId xmlns:a16="http://schemas.microsoft.com/office/drawing/2014/main" id="{25D4805A-9D3B-49A7-B105-BE11FBC88343}"/>
              </a:ext>
            </a:extLst>
          </p:cNvPr>
          <p:cNvSpPr txBox="1">
            <a:spLocks noChangeArrowheads="1"/>
          </p:cNvSpPr>
          <p:nvPr/>
        </p:nvSpPr>
        <p:spPr bwMode="auto">
          <a:xfrm>
            <a:off x="5181600" y="3124200"/>
            <a:ext cx="333375"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M</a:t>
            </a:r>
          </a:p>
        </p:txBody>
      </p:sp>
      <p:cxnSp>
        <p:nvCxnSpPr>
          <p:cNvPr id="33801" name="Straight Connector 15">
            <a:extLst>
              <a:ext uri="{FF2B5EF4-FFF2-40B4-BE49-F238E27FC236}">
                <a16:creationId xmlns:a16="http://schemas.microsoft.com/office/drawing/2014/main" id="{BA31BA94-AE2F-4AA9-B78D-210F8D6F6CB6}"/>
              </a:ext>
            </a:extLst>
          </p:cNvPr>
          <p:cNvCxnSpPr>
            <a:cxnSpLocks noChangeShapeType="1"/>
          </p:cNvCxnSpPr>
          <p:nvPr/>
        </p:nvCxnSpPr>
        <p:spPr bwMode="auto">
          <a:xfrm>
            <a:off x="2819400" y="4800600"/>
            <a:ext cx="24384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25" name="TextBox 37">
            <a:extLst>
              <a:ext uri="{FF2B5EF4-FFF2-40B4-BE49-F238E27FC236}">
                <a16:creationId xmlns:a16="http://schemas.microsoft.com/office/drawing/2014/main" id="{BD8659A9-3695-40C0-9249-A58645B048AA}"/>
              </a:ext>
            </a:extLst>
          </p:cNvPr>
          <p:cNvSpPr txBox="1">
            <a:spLocks noChangeArrowheads="1"/>
          </p:cNvSpPr>
          <p:nvPr/>
        </p:nvSpPr>
        <p:spPr bwMode="auto">
          <a:xfrm>
            <a:off x="2514600" y="4495800"/>
            <a:ext cx="333375"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M</a:t>
            </a:r>
          </a:p>
        </p:txBody>
      </p:sp>
      <p:sp>
        <p:nvSpPr>
          <p:cNvPr id="26" name="TextBox 37">
            <a:extLst>
              <a:ext uri="{FF2B5EF4-FFF2-40B4-BE49-F238E27FC236}">
                <a16:creationId xmlns:a16="http://schemas.microsoft.com/office/drawing/2014/main" id="{8CDAA337-E374-47CB-8DCD-87829C0C1A26}"/>
              </a:ext>
            </a:extLst>
          </p:cNvPr>
          <p:cNvSpPr txBox="1">
            <a:spLocks noChangeArrowheads="1"/>
          </p:cNvSpPr>
          <p:nvPr/>
        </p:nvSpPr>
        <p:spPr bwMode="auto">
          <a:xfrm>
            <a:off x="5257800" y="4495800"/>
            <a:ext cx="314325"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N</a:t>
            </a:r>
          </a:p>
        </p:txBody>
      </p:sp>
      <p:sp>
        <p:nvSpPr>
          <p:cNvPr id="33804" name="TextBox 37">
            <a:extLst>
              <a:ext uri="{FF2B5EF4-FFF2-40B4-BE49-F238E27FC236}">
                <a16:creationId xmlns:a16="http://schemas.microsoft.com/office/drawing/2014/main" id="{47DA5E1E-D440-4D36-A575-628B7D1AA9F7}"/>
              </a:ext>
            </a:extLst>
          </p:cNvPr>
          <p:cNvSpPr txBox="1">
            <a:spLocks noChangeArrowheads="1"/>
          </p:cNvSpPr>
          <p:nvPr/>
        </p:nvSpPr>
        <p:spPr bwMode="auto">
          <a:xfrm>
            <a:off x="2590800" y="5029200"/>
            <a:ext cx="30781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000">
                <a:solidFill>
                  <a:srgbClr val="222222"/>
                </a:solidFill>
                <a:latin typeface="Tahoma" panose="020B0604030504040204" pitchFamily="34" charset="0"/>
              </a:rPr>
              <a:t>Many-to-many Relationship</a:t>
            </a:r>
          </a:p>
        </p:txBody>
      </p:sp>
      <p:cxnSp>
        <p:nvCxnSpPr>
          <p:cNvPr id="33805" name="Straight Connector 15">
            <a:extLst>
              <a:ext uri="{FF2B5EF4-FFF2-40B4-BE49-F238E27FC236}">
                <a16:creationId xmlns:a16="http://schemas.microsoft.com/office/drawing/2014/main" id="{F3498514-1391-4139-BE90-CEBE638B9036}"/>
              </a:ext>
            </a:extLst>
          </p:cNvPr>
          <p:cNvCxnSpPr>
            <a:cxnSpLocks noChangeShapeType="1"/>
          </p:cNvCxnSpPr>
          <p:nvPr/>
        </p:nvCxnSpPr>
        <p:spPr bwMode="auto">
          <a:xfrm>
            <a:off x="2743200" y="2590800"/>
            <a:ext cx="24384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14" name="TextBox 37">
            <a:extLst>
              <a:ext uri="{FF2B5EF4-FFF2-40B4-BE49-F238E27FC236}">
                <a16:creationId xmlns:a16="http://schemas.microsoft.com/office/drawing/2014/main" id="{7D61996C-6E0C-4CBB-A148-EE733D097703}"/>
              </a:ext>
            </a:extLst>
          </p:cNvPr>
          <p:cNvSpPr txBox="1">
            <a:spLocks noChangeArrowheads="1"/>
          </p:cNvSpPr>
          <p:nvPr/>
        </p:nvSpPr>
        <p:spPr bwMode="auto">
          <a:xfrm>
            <a:off x="2590800" y="3276600"/>
            <a:ext cx="284163" cy="307975"/>
          </a:xfrm>
          <a:prstGeom prst="rect">
            <a:avLst/>
          </a:prstGeom>
          <a:noFill/>
          <a:ln w="9525">
            <a:noFill/>
            <a:miter lim="800000"/>
            <a:headEnd/>
            <a:tailEnd/>
          </a:ln>
        </p:spPr>
        <p:txBody>
          <a:bodyPr>
            <a:spAutoFit/>
          </a:bodyPr>
          <a:lstStyle/>
          <a:p>
            <a:pPr eaLnBrk="1" hangingPunct="1">
              <a:defRPr/>
            </a:pPr>
            <a:r>
              <a:rPr lang="en-US" sz="1400" b="1" dirty="0">
                <a:solidFill>
                  <a:srgbClr val="222222"/>
                </a:solidFill>
                <a:latin typeface="+mn-lt"/>
              </a:rPr>
              <a:t>1</a:t>
            </a:r>
          </a:p>
        </p:txBody>
      </p:sp>
      <p:sp>
        <p:nvSpPr>
          <p:cNvPr id="15" name="TextBox 37">
            <a:extLst>
              <a:ext uri="{FF2B5EF4-FFF2-40B4-BE49-F238E27FC236}">
                <a16:creationId xmlns:a16="http://schemas.microsoft.com/office/drawing/2014/main" id="{3220B7AF-B4DD-409A-865E-CB551F09C722}"/>
              </a:ext>
            </a:extLst>
          </p:cNvPr>
          <p:cNvSpPr txBox="1">
            <a:spLocks noChangeArrowheads="1"/>
          </p:cNvSpPr>
          <p:nvPr/>
        </p:nvSpPr>
        <p:spPr bwMode="auto">
          <a:xfrm>
            <a:off x="5105400" y="2209800"/>
            <a:ext cx="284163"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1</a:t>
            </a:r>
          </a:p>
        </p:txBody>
      </p:sp>
      <p:sp>
        <p:nvSpPr>
          <p:cNvPr id="33808" name="TextBox 37">
            <a:extLst>
              <a:ext uri="{FF2B5EF4-FFF2-40B4-BE49-F238E27FC236}">
                <a16:creationId xmlns:a16="http://schemas.microsoft.com/office/drawing/2014/main" id="{4D68AA75-3A50-46D4-854F-7B4A9C908E7E}"/>
              </a:ext>
            </a:extLst>
          </p:cNvPr>
          <p:cNvSpPr txBox="1">
            <a:spLocks noChangeArrowheads="1"/>
          </p:cNvSpPr>
          <p:nvPr/>
        </p:nvSpPr>
        <p:spPr bwMode="auto">
          <a:xfrm>
            <a:off x="2667000" y="2667000"/>
            <a:ext cx="2919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2000">
                <a:solidFill>
                  <a:srgbClr val="222222"/>
                </a:solidFill>
                <a:latin typeface="Tahoma" panose="020B0604030504040204" pitchFamily="34" charset="0"/>
              </a:rPr>
              <a:t>One-to-one Relationship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862195CE-1C7D-4F3A-BE41-7CCDEC5B0598}"/>
              </a:ext>
            </a:extLst>
          </p:cNvPr>
          <p:cNvSpPr>
            <a:spLocks noGrp="1" noChangeArrowheads="1"/>
          </p:cNvSpPr>
          <p:nvPr>
            <p:ph type="title"/>
          </p:nvPr>
        </p:nvSpPr>
        <p:spPr/>
        <p:txBody>
          <a:bodyPr/>
          <a:lstStyle/>
          <a:p>
            <a:pPr eaLnBrk="1" hangingPunct="1"/>
            <a:r>
              <a:rPr lang="en-US" altLang="en-US"/>
              <a:t>Cardinality Symbols - Example</a:t>
            </a:r>
          </a:p>
        </p:txBody>
      </p:sp>
      <p:sp>
        <p:nvSpPr>
          <p:cNvPr id="35843" name="Slide Number Placeholder 4">
            <a:extLst>
              <a:ext uri="{FF2B5EF4-FFF2-40B4-BE49-F238E27FC236}">
                <a16:creationId xmlns:a16="http://schemas.microsoft.com/office/drawing/2014/main" id="{DCBF0316-3039-4212-B148-9DF02E6AA03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209272A8-2D4E-4198-B4F1-6454143F2A75}" type="slidenum">
              <a:rPr lang="en-US" altLang="en-US" sz="1400">
                <a:solidFill>
                  <a:schemeClr val="tx2"/>
                </a:solidFill>
                <a:latin typeface="Tahoma" panose="020B0604030504040204" pitchFamily="34" charset="0"/>
              </a:rPr>
              <a:pPr>
                <a:spcBef>
                  <a:spcPct val="0"/>
                </a:spcBef>
                <a:buClrTx/>
                <a:buSzTx/>
                <a:buFontTx/>
                <a:buNone/>
              </a:pPr>
              <a:t>12</a:t>
            </a:fld>
            <a:endParaRPr lang="en-US" altLang="en-US" sz="1400">
              <a:solidFill>
                <a:schemeClr val="tx2"/>
              </a:solidFill>
              <a:latin typeface="Tahoma" panose="020B0604030504040204" pitchFamily="34" charset="0"/>
            </a:endParaRPr>
          </a:p>
        </p:txBody>
      </p:sp>
      <p:sp>
        <p:nvSpPr>
          <p:cNvPr id="35844" name="Rectangle 3">
            <a:extLst>
              <a:ext uri="{FF2B5EF4-FFF2-40B4-BE49-F238E27FC236}">
                <a16:creationId xmlns:a16="http://schemas.microsoft.com/office/drawing/2014/main" id="{74629B3B-1B4D-4FE6-8B9D-DD108DC9FA8F}"/>
              </a:ext>
            </a:extLst>
          </p:cNvPr>
          <p:cNvSpPr>
            <a:spLocks noGrp="1" noChangeArrowheads="1"/>
          </p:cNvSpPr>
          <p:nvPr>
            <p:ph sz="quarter" idx="1"/>
          </p:nvPr>
        </p:nvSpPr>
        <p:spPr>
          <a:xfrm>
            <a:off x="914400" y="1676400"/>
            <a:ext cx="7772400" cy="4572000"/>
          </a:xfrm>
        </p:spPr>
        <p:txBody>
          <a:bodyPr/>
          <a:lstStyle/>
          <a:p>
            <a:pPr eaLnBrk="1" hangingPunct="1"/>
            <a:endParaRPr lang="en-US" altLang="en-US" sz="2400"/>
          </a:p>
          <a:p>
            <a:pPr eaLnBrk="1" hangingPunct="1"/>
            <a:endParaRPr lang="en-US" altLang="en-US"/>
          </a:p>
        </p:txBody>
      </p:sp>
      <p:sp>
        <p:nvSpPr>
          <p:cNvPr id="35845" name="AutoShape 5">
            <a:extLst>
              <a:ext uri="{FF2B5EF4-FFF2-40B4-BE49-F238E27FC236}">
                <a16:creationId xmlns:a16="http://schemas.microsoft.com/office/drawing/2014/main" id="{B5925D97-16A1-4424-BB49-7F199404018C}"/>
              </a:ext>
            </a:extLst>
          </p:cNvPr>
          <p:cNvSpPr>
            <a:spLocks noChangeArrowheads="1"/>
          </p:cNvSpPr>
          <p:nvPr/>
        </p:nvSpPr>
        <p:spPr bwMode="auto">
          <a:xfrm>
            <a:off x="3733800" y="1905000"/>
            <a:ext cx="1524000" cy="1371600"/>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000">
                <a:solidFill>
                  <a:schemeClr val="accent2"/>
                </a:solidFill>
                <a:latin typeface="Tahoma" panose="020B0604030504040204" pitchFamily="34" charset="0"/>
              </a:rPr>
              <a:t>represents</a:t>
            </a:r>
            <a:endParaRPr lang="en-US" altLang="en-US" sz="2400">
              <a:latin typeface="Tahoma" panose="020B0604030504040204" pitchFamily="34" charset="0"/>
            </a:endParaRPr>
          </a:p>
        </p:txBody>
      </p:sp>
      <p:sp>
        <p:nvSpPr>
          <p:cNvPr id="35846" name="Rectangle 20">
            <a:extLst>
              <a:ext uri="{FF2B5EF4-FFF2-40B4-BE49-F238E27FC236}">
                <a16:creationId xmlns:a16="http://schemas.microsoft.com/office/drawing/2014/main" id="{56FD8E7D-067D-4D67-A0AB-B9AB6321A13B}"/>
              </a:ext>
            </a:extLst>
          </p:cNvPr>
          <p:cNvSpPr>
            <a:spLocks noChangeArrowheads="1"/>
          </p:cNvSpPr>
          <p:nvPr/>
        </p:nvSpPr>
        <p:spPr bwMode="auto">
          <a:xfrm>
            <a:off x="5715000" y="2233613"/>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chemeClr val="accent2"/>
                </a:solidFill>
                <a:latin typeface="Tahoma" panose="020B0604030504040204" pitchFamily="34" charset="0"/>
              </a:rPr>
              <a:t>Customer</a:t>
            </a:r>
          </a:p>
        </p:txBody>
      </p:sp>
      <p:sp>
        <p:nvSpPr>
          <p:cNvPr id="35847" name="Rectangle 21">
            <a:extLst>
              <a:ext uri="{FF2B5EF4-FFF2-40B4-BE49-F238E27FC236}">
                <a16:creationId xmlns:a16="http://schemas.microsoft.com/office/drawing/2014/main" id="{A46D7A22-32F6-4B32-8172-90F9A4577BAC}"/>
              </a:ext>
            </a:extLst>
          </p:cNvPr>
          <p:cNvSpPr>
            <a:spLocks noChangeArrowheads="1"/>
          </p:cNvSpPr>
          <p:nvPr/>
        </p:nvSpPr>
        <p:spPr bwMode="auto">
          <a:xfrm>
            <a:off x="1752600" y="22098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chemeClr val="accent2"/>
                </a:solidFill>
                <a:latin typeface="Tahoma" panose="020B0604030504040204" pitchFamily="34" charset="0"/>
              </a:rPr>
              <a:t>Sales Rep</a:t>
            </a:r>
          </a:p>
        </p:txBody>
      </p:sp>
      <p:cxnSp>
        <p:nvCxnSpPr>
          <p:cNvPr id="35848" name="Straight Connector 22">
            <a:extLst>
              <a:ext uri="{FF2B5EF4-FFF2-40B4-BE49-F238E27FC236}">
                <a16:creationId xmlns:a16="http://schemas.microsoft.com/office/drawing/2014/main" id="{E1B549A8-20ED-488A-BDCF-1D30C4BEEB03}"/>
              </a:ext>
            </a:extLst>
          </p:cNvPr>
          <p:cNvCxnSpPr>
            <a:cxnSpLocks noChangeShapeType="1"/>
          </p:cNvCxnSpPr>
          <p:nvPr/>
        </p:nvCxnSpPr>
        <p:spPr bwMode="auto">
          <a:xfrm>
            <a:off x="3263900" y="2603500"/>
            <a:ext cx="4572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5849" name="Straight Connector 23">
            <a:extLst>
              <a:ext uri="{FF2B5EF4-FFF2-40B4-BE49-F238E27FC236}">
                <a16:creationId xmlns:a16="http://schemas.microsoft.com/office/drawing/2014/main" id="{841BBD99-A13D-4647-A2F6-15D6BD05DBDC}"/>
              </a:ext>
            </a:extLst>
          </p:cNvPr>
          <p:cNvCxnSpPr>
            <a:cxnSpLocks noChangeShapeType="1"/>
          </p:cNvCxnSpPr>
          <p:nvPr/>
        </p:nvCxnSpPr>
        <p:spPr bwMode="auto">
          <a:xfrm>
            <a:off x="5257800" y="2590800"/>
            <a:ext cx="4572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5850" name="TextBox 24">
            <a:extLst>
              <a:ext uri="{FF2B5EF4-FFF2-40B4-BE49-F238E27FC236}">
                <a16:creationId xmlns:a16="http://schemas.microsoft.com/office/drawing/2014/main" id="{96BEE89C-59E6-41FC-B9BD-138872AF51D0}"/>
              </a:ext>
            </a:extLst>
          </p:cNvPr>
          <p:cNvSpPr txBox="1">
            <a:spLocks noChangeArrowheads="1"/>
          </p:cNvSpPr>
          <p:nvPr/>
        </p:nvSpPr>
        <p:spPr bwMode="auto">
          <a:xfrm>
            <a:off x="2438400" y="4038600"/>
            <a:ext cx="453072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i="1">
                <a:solidFill>
                  <a:srgbClr val="222222"/>
                </a:solidFill>
                <a:latin typeface="Tahoma" panose="020B0604030504040204" pitchFamily="34" charset="0"/>
              </a:rPr>
              <a:t>Could be read as : A Sales Rep could represent</a:t>
            </a:r>
          </a:p>
          <a:p>
            <a:pPr eaLnBrk="1" hangingPunct="1">
              <a:spcBef>
                <a:spcPct val="0"/>
              </a:spcBef>
              <a:buClrTx/>
              <a:buSzTx/>
              <a:buFontTx/>
              <a:buNone/>
            </a:pPr>
            <a:r>
              <a:rPr lang="en-US" altLang="en-US" sz="1800" i="1">
                <a:solidFill>
                  <a:srgbClr val="222222"/>
                </a:solidFill>
                <a:latin typeface="Tahoma" panose="020B0604030504040204" pitchFamily="34" charset="0"/>
              </a:rPr>
              <a:t>1 or Many Customers.</a:t>
            </a:r>
          </a:p>
        </p:txBody>
      </p:sp>
      <p:sp>
        <p:nvSpPr>
          <p:cNvPr id="18" name="TextBox 37">
            <a:extLst>
              <a:ext uri="{FF2B5EF4-FFF2-40B4-BE49-F238E27FC236}">
                <a16:creationId xmlns:a16="http://schemas.microsoft.com/office/drawing/2014/main" id="{57BAC708-5461-4DA6-8A39-6BDE528D85BE}"/>
              </a:ext>
            </a:extLst>
          </p:cNvPr>
          <p:cNvSpPr txBox="1">
            <a:spLocks noChangeArrowheads="1"/>
          </p:cNvSpPr>
          <p:nvPr/>
        </p:nvSpPr>
        <p:spPr bwMode="auto">
          <a:xfrm>
            <a:off x="3352800" y="2209800"/>
            <a:ext cx="284163"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1</a:t>
            </a:r>
          </a:p>
        </p:txBody>
      </p:sp>
      <p:sp>
        <p:nvSpPr>
          <p:cNvPr id="19" name="TextBox 37">
            <a:extLst>
              <a:ext uri="{FF2B5EF4-FFF2-40B4-BE49-F238E27FC236}">
                <a16:creationId xmlns:a16="http://schemas.microsoft.com/office/drawing/2014/main" id="{F549B40E-7BFC-49D7-802E-409004DEC42A}"/>
              </a:ext>
            </a:extLst>
          </p:cNvPr>
          <p:cNvSpPr txBox="1">
            <a:spLocks noChangeArrowheads="1"/>
          </p:cNvSpPr>
          <p:nvPr/>
        </p:nvSpPr>
        <p:spPr bwMode="auto">
          <a:xfrm>
            <a:off x="5334000" y="2209800"/>
            <a:ext cx="333375"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B97490C7-B030-4240-9D94-8D46B8A42CEE}"/>
              </a:ext>
            </a:extLst>
          </p:cNvPr>
          <p:cNvSpPr>
            <a:spLocks noGrp="1" noChangeArrowheads="1"/>
          </p:cNvSpPr>
          <p:nvPr>
            <p:ph type="title"/>
          </p:nvPr>
        </p:nvSpPr>
        <p:spPr/>
        <p:txBody>
          <a:bodyPr/>
          <a:lstStyle/>
          <a:p>
            <a:pPr eaLnBrk="1" hangingPunct="1"/>
            <a:r>
              <a:rPr lang="en-US" altLang="en-US"/>
              <a:t>Cardinality Symbols – Example (Cont’d)</a:t>
            </a:r>
          </a:p>
        </p:txBody>
      </p:sp>
      <p:sp>
        <p:nvSpPr>
          <p:cNvPr id="37891" name="Slide Number Placeholder 4">
            <a:extLst>
              <a:ext uri="{FF2B5EF4-FFF2-40B4-BE49-F238E27FC236}">
                <a16:creationId xmlns:a16="http://schemas.microsoft.com/office/drawing/2014/main" id="{E1359E53-613C-42E6-B28B-74E2B9473A5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53AE0EC8-353F-4AD2-AFE6-C2CC600259DA}" type="slidenum">
              <a:rPr lang="en-US" altLang="en-US" sz="1400">
                <a:solidFill>
                  <a:schemeClr val="tx2"/>
                </a:solidFill>
                <a:latin typeface="Tahoma" panose="020B0604030504040204" pitchFamily="34" charset="0"/>
              </a:rPr>
              <a:pPr>
                <a:spcBef>
                  <a:spcPct val="0"/>
                </a:spcBef>
                <a:buClrTx/>
                <a:buSzTx/>
                <a:buFontTx/>
                <a:buNone/>
              </a:pPr>
              <a:t>13</a:t>
            </a:fld>
            <a:endParaRPr lang="en-US" altLang="en-US" sz="1400">
              <a:solidFill>
                <a:schemeClr val="tx2"/>
              </a:solidFill>
              <a:latin typeface="Tahoma" panose="020B0604030504040204" pitchFamily="34" charset="0"/>
            </a:endParaRPr>
          </a:p>
        </p:txBody>
      </p:sp>
      <p:sp>
        <p:nvSpPr>
          <p:cNvPr id="37892" name="Rectangle 3">
            <a:extLst>
              <a:ext uri="{FF2B5EF4-FFF2-40B4-BE49-F238E27FC236}">
                <a16:creationId xmlns:a16="http://schemas.microsoft.com/office/drawing/2014/main" id="{B113F3D3-BE12-4A2E-A5DB-D612DFB01917}"/>
              </a:ext>
            </a:extLst>
          </p:cNvPr>
          <p:cNvSpPr>
            <a:spLocks noGrp="1" noChangeArrowheads="1"/>
          </p:cNvSpPr>
          <p:nvPr>
            <p:ph sz="quarter" idx="1"/>
          </p:nvPr>
        </p:nvSpPr>
        <p:spPr>
          <a:xfrm>
            <a:off x="381000" y="1600200"/>
            <a:ext cx="8229600" cy="4937125"/>
          </a:xfrm>
        </p:spPr>
        <p:txBody>
          <a:bodyPr/>
          <a:lstStyle/>
          <a:p>
            <a:pPr eaLnBrk="1" hangingPunct="1"/>
            <a:endParaRPr lang="en-US" altLang="en-US" sz="2400"/>
          </a:p>
          <a:p>
            <a:pPr eaLnBrk="1" hangingPunct="1"/>
            <a:endParaRPr lang="en-US" altLang="en-US"/>
          </a:p>
        </p:txBody>
      </p:sp>
      <p:sp>
        <p:nvSpPr>
          <p:cNvPr id="37893" name="AutoShape 5">
            <a:extLst>
              <a:ext uri="{FF2B5EF4-FFF2-40B4-BE49-F238E27FC236}">
                <a16:creationId xmlns:a16="http://schemas.microsoft.com/office/drawing/2014/main" id="{B3A03D3B-B346-4F0C-8C54-D474379C9480}"/>
              </a:ext>
            </a:extLst>
          </p:cNvPr>
          <p:cNvSpPr>
            <a:spLocks noChangeArrowheads="1"/>
          </p:cNvSpPr>
          <p:nvPr/>
        </p:nvSpPr>
        <p:spPr bwMode="auto">
          <a:xfrm>
            <a:off x="3733800" y="1905000"/>
            <a:ext cx="1524000" cy="1371600"/>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2000">
                <a:solidFill>
                  <a:schemeClr val="accent2"/>
                </a:solidFill>
                <a:latin typeface="Tahoma" panose="020B0604030504040204" pitchFamily="34" charset="0"/>
              </a:rPr>
              <a:t>has</a:t>
            </a:r>
            <a:endParaRPr lang="en-US" altLang="en-US" sz="2400">
              <a:latin typeface="Tahoma" panose="020B0604030504040204" pitchFamily="34" charset="0"/>
            </a:endParaRPr>
          </a:p>
        </p:txBody>
      </p:sp>
      <p:sp>
        <p:nvSpPr>
          <p:cNvPr id="37894" name="Rectangle 20">
            <a:extLst>
              <a:ext uri="{FF2B5EF4-FFF2-40B4-BE49-F238E27FC236}">
                <a16:creationId xmlns:a16="http://schemas.microsoft.com/office/drawing/2014/main" id="{A2492A07-EEB7-41BE-978C-22EC4CFBC302}"/>
              </a:ext>
            </a:extLst>
          </p:cNvPr>
          <p:cNvSpPr>
            <a:spLocks noChangeArrowheads="1"/>
          </p:cNvSpPr>
          <p:nvPr/>
        </p:nvSpPr>
        <p:spPr bwMode="auto">
          <a:xfrm>
            <a:off x="5715000" y="2233613"/>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chemeClr val="accent2"/>
                </a:solidFill>
                <a:latin typeface="Tahoma" panose="020B0604030504040204" pitchFamily="34" charset="0"/>
              </a:rPr>
              <a:t>Parts</a:t>
            </a:r>
          </a:p>
        </p:txBody>
      </p:sp>
      <p:sp>
        <p:nvSpPr>
          <p:cNvPr id="37895" name="Rectangle 21">
            <a:extLst>
              <a:ext uri="{FF2B5EF4-FFF2-40B4-BE49-F238E27FC236}">
                <a16:creationId xmlns:a16="http://schemas.microsoft.com/office/drawing/2014/main" id="{D0063819-07D9-4697-9F80-100B4F78AE75}"/>
              </a:ext>
            </a:extLst>
          </p:cNvPr>
          <p:cNvSpPr>
            <a:spLocks noChangeArrowheads="1"/>
          </p:cNvSpPr>
          <p:nvPr/>
        </p:nvSpPr>
        <p:spPr bwMode="auto">
          <a:xfrm>
            <a:off x="1752600" y="2209800"/>
            <a:ext cx="1524000" cy="762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r>
              <a:rPr lang="en-US" altLang="en-US" sz="1800">
                <a:solidFill>
                  <a:schemeClr val="accent2"/>
                </a:solidFill>
                <a:latin typeface="Tahoma" panose="020B0604030504040204" pitchFamily="34" charset="0"/>
              </a:rPr>
              <a:t>Order</a:t>
            </a:r>
          </a:p>
        </p:txBody>
      </p:sp>
      <p:cxnSp>
        <p:nvCxnSpPr>
          <p:cNvPr id="37896" name="Straight Connector 22">
            <a:extLst>
              <a:ext uri="{FF2B5EF4-FFF2-40B4-BE49-F238E27FC236}">
                <a16:creationId xmlns:a16="http://schemas.microsoft.com/office/drawing/2014/main" id="{1A9219D7-E9DB-4E03-948F-6BF75AF0579D}"/>
              </a:ext>
            </a:extLst>
          </p:cNvPr>
          <p:cNvCxnSpPr>
            <a:cxnSpLocks noChangeShapeType="1"/>
          </p:cNvCxnSpPr>
          <p:nvPr/>
        </p:nvCxnSpPr>
        <p:spPr bwMode="auto">
          <a:xfrm>
            <a:off x="3263900" y="2603500"/>
            <a:ext cx="4572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37897" name="Straight Connector 23">
            <a:extLst>
              <a:ext uri="{FF2B5EF4-FFF2-40B4-BE49-F238E27FC236}">
                <a16:creationId xmlns:a16="http://schemas.microsoft.com/office/drawing/2014/main" id="{792D0E2D-40EF-45C4-AF52-729AD52E2EF6}"/>
              </a:ext>
            </a:extLst>
          </p:cNvPr>
          <p:cNvCxnSpPr>
            <a:cxnSpLocks noChangeShapeType="1"/>
          </p:cNvCxnSpPr>
          <p:nvPr/>
        </p:nvCxnSpPr>
        <p:spPr bwMode="auto">
          <a:xfrm>
            <a:off x="5257800" y="2590800"/>
            <a:ext cx="45720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sp>
        <p:nvSpPr>
          <p:cNvPr id="37898" name="TextBox 24">
            <a:extLst>
              <a:ext uri="{FF2B5EF4-FFF2-40B4-BE49-F238E27FC236}">
                <a16:creationId xmlns:a16="http://schemas.microsoft.com/office/drawing/2014/main" id="{87E1FBB2-8ADF-482B-B178-DC78731EA088}"/>
              </a:ext>
            </a:extLst>
          </p:cNvPr>
          <p:cNvSpPr txBox="1">
            <a:spLocks noChangeArrowheads="1"/>
          </p:cNvSpPr>
          <p:nvPr/>
        </p:nvSpPr>
        <p:spPr bwMode="auto">
          <a:xfrm>
            <a:off x="990600" y="3962400"/>
            <a:ext cx="634841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r>
              <a:rPr lang="en-US" altLang="en-US" sz="1800" i="1">
                <a:solidFill>
                  <a:srgbClr val="222222"/>
                </a:solidFill>
                <a:latin typeface="Tahoma" panose="020B0604030504040204" pitchFamily="34" charset="0"/>
              </a:rPr>
              <a:t>Could be read as : An Order could have many Parts (e.g. Products</a:t>
            </a:r>
          </a:p>
          <a:p>
            <a:pPr eaLnBrk="1" hangingPunct="1">
              <a:spcBef>
                <a:spcPct val="0"/>
              </a:spcBef>
              <a:buClrTx/>
              <a:buSzTx/>
              <a:buFontTx/>
              <a:buNone/>
            </a:pPr>
            <a:r>
              <a:rPr lang="en-US" altLang="en-US" sz="1800" i="1">
                <a:solidFill>
                  <a:srgbClr val="222222"/>
                </a:solidFill>
                <a:latin typeface="Tahoma" panose="020B0604030504040204" pitchFamily="34" charset="0"/>
              </a:rPr>
              <a:t>Ordered) and a Part could have many Orders.</a:t>
            </a:r>
          </a:p>
        </p:txBody>
      </p:sp>
      <p:sp>
        <p:nvSpPr>
          <p:cNvPr id="18" name="TextBox 37">
            <a:extLst>
              <a:ext uri="{FF2B5EF4-FFF2-40B4-BE49-F238E27FC236}">
                <a16:creationId xmlns:a16="http://schemas.microsoft.com/office/drawing/2014/main" id="{9EFBB7EB-1B1B-42D8-833A-EC35FD5BFC70}"/>
              </a:ext>
            </a:extLst>
          </p:cNvPr>
          <p:cNvSpPr txBox="1">
            <a:spLocks noChangeArrowheads="1"/>
          </p:cNvSpPr>
          <p:nvPr/>
        </p:nvSpPr>
        <p:spPr bwMode="auto">
          <a:xfrm>
            <a:off x="3352800" y="2209800"/>
            <a:ext cx="333375"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M</a:t>
            </a:r>
          </a:p>
        </p:txBody>
      </p:sp>
      <p:sp>
        <p:nvSpPr>
          <p:cNvPr id="19" name="TextBox 37">
            <a:extLst>
              <a:ext uri="{FF2B5EF4-FFF2-40B4-BE49-F238E27FC236}">
                <a16:creationId xmlns:a16="http://schemas.microsoft.com/office/drawing/2014/main" id="{3CD2CF80-4A23-4DFA-946B-D2EB431FA2B1}"/>
              </a:ext>
            </a:extLst>
          </p:cNvPr>
          <p:cNvSpPr txBox="1">
            <a:spLocks noChangeArrowheads="1"/>
          </p:cNvSpPr>
          <p:nvPr/>
        </p:nvSpPr>
        <p:spPr bwMode="auto">
          <a:xfrm>
            <a:off x="5334000" y="2209800"/>
            <a:ext cx="314325" cy="307975"/>
          </a:xfrm>
          <a:prstGeom prst="rect">
            <a:avLst/>
          </a:prstGeom>
          <a:noFill/>
          <a:ln w="9525">
            <a:noFill/>
            <a:miter lim="800000"/>
            <a:headEnd/>
            <a:tailEnd/>
          </a:ln>
        </p:spPr>
        <p:txBody>
          <a:bodyPr wrap="none">
            <a:spAutoFit/>
          </a:bodyPr>
          <a:lstStyle/>
          <a:p>
            <a:pPr eaLnBrk="1" hangingPunct="1">
              <a:defRPr/>
            </a:pPr>
            <a:r>
              <a:rPr lang="en-US" sz="1400" b="1" dirty="0">
                <a:solidFill>
                  <a:srgbClr val="222222"/>
                </a:solidFill>
                <a:latin typeface="+mn-lt"/>
              </a:rPr>
              <a:t>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69AA9AA7-3066-4ED9-B0C3-8C58BDC97E4C}"/>
              </a:ext>
            </a:extLst>
          </p:cNvPr>
          <p:cNvSpPr>
            <a:spLocks noGrp="1" noChangeArrowheads="1"/>
          </p:cNvSpPr>
          <p:nvPr>
            <p:ph type="title"/>
          </p:nvPr>
        </p:nvSpPr>
        <p:spPr/>
        <p:txBody>
          <a:bodyPr/>
          <a:lstStyle/>
          <a:p>
            <a:pPr eaLnBrk="1" hangingPunct="1"/>
            <a:r>
              <a:rPr lang="en-US" altLang="en-US"/>
              <a:t>Attribute</a:t>
            </a:r>
          </a:p>
        </p:txBody>
      </p:sp>
      <p:sp>
        <p:nvSpPr>
          <p:cNvPr id="39939" name="Slide Number Placeholder 4">
            <a:extLst>
              <a:ext uri="{FF2B5EF4-FFF2-40B4-BE49-F238E27FC236}">
                <a16:creationId xmlns:a16="http://schemas.microsoft.com/office/drawing/2014/main" id="{5527DC4E-EB8B-46D4-89D2-0A454C87776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fld id="{EF006D69-21F3-4D81-9D4D-A606D9A630EB}" type="slidenum">
              <a:rPr lang="en-US" altLang="en-US" sz="1400">
                <a:solidFill>
                  <a:schemeClr val="tx2"/>
                </a:solidFill>
                <a:latin typeface="Tahoma" panose="020B0604030504040204" pitchFamily="34" charset="0"/>
              </a:rPr>
              <a:pPr>
                <a:spcBef>
                  <a:spcPct val="0"/>
                </a:spcBef>
                <a:buClrTx/>
                <a:buSzTx/>
                <a:buFontTx/>
                <a:buNone/>
              </a:pPr>
              <a:t>14</a:t>
            </a:fld>
            <a:endParaRPr lang="en-US" altLang="en-US" sz="1400">
              <a:solidFill>
                <a:schemeClr val="tx2"/>
              </a:solidFill>
              <a:latin typeface="Tahoma" panose="020B0604030504040204" pitchFamily="34" charset="0"/>
            </a:endParaRPr>
          </a:p>
        </p:txBody>
      </p:sp>
      <p:sp>
        <p:nvSpPr>
          <p:cNvPr id="39940" name="Rectangle 3">
            <a:extLst>
              <a:ext uri="{FF2B5EF4-FFF2-40B4-BE49-F238E27FC236}">
                <a16:creationId xmlns:a16="http://schemas.microsoft.com/office/drawing/2014/main" id="{2D1CD879-C720-48A7-A7DC-257734C81C68}"/>
              </a:ext>
            </a:extLst>
          </p:cNvPr>
          <p:cNvSpPr>
            <a:spLocks noGrp="1" noChangeArrowheads="1"/>
          </p:cNvSpPr>
          <p:nvPr>
            <p:ph sz="quarter" idx="1"/>
          </p:nvPr>
        </p:nvSpPr>
        <p:spPr>
          <a:xfrm>
            <a:off x="381000" y="1600200"/>
            <a:ext cx="8229600" cy="4937125"/>
          </a:xfrm>
        </p:spPr>
        <p:txBody>
          <a:bodyPr/>
          <a:lstStyle/>
          <a:p>
            <a:pPr eaLnBrk="1" hangingPunct="1">
              <a:lnSpc>
                <a:spcPct val="80000"/>
              </a:lnSpc>
            </a:pPr>
            <a:r>
              <a:rPr lang="en-US" altLang="en-US" sz="2400"/>
              <a:t>Refers to the characteristic or basic fact or field of an Entity or Relationship.</a:t>
            </a:r>
          </a:p>
          <a:p>
            <a:pPr eaLnBrk="1" hangingPunct="1">
              <a:lnSpc>
                <a:spcPct val="80000"/>
              </a:lnSpc>
            </a:pPr>
            <a:r>
              <a:rPr lang="en-US" altLang="en-US" sz="2400"/>
              <a:t>For example a Student entity could have the following </a:t>
            </a:r>
            <a:r>
              <a:rPr lang="en-US" altLang="en-US" sz="2400" b="1"/>
              <a:t>attributes </a:t>
            </a:r>
            <a:r>
              <a:rPr lang="en-US" altLang="en-US" sz="2400" i="1"/>
              <a:t>ID Number</a:t>
            </a:r>
            <a:r>
              <a:rPr lang="en-US" altLang="en-US" sz="2400"/>
              <a:t>, </a:t>
            </a:r>
            <a:r>
              <a:rPr lang="en-US" altLang="en-US" sz="2400" i="1"/>
              <a:t>Last Name, First Name, Address, Birth Date</a:t>
            </a:r>
            <a:r>
              <a:rPr lang="en-US" altLang="en-US" sz="2400"/>
              <a:t> etc.</a:t>
            </a:r>
          </a:p>
          <a:p>
            <a:pPr eaLnBrk="1" hangingPunct="1">
              <a:lnSpc>
                <a:spcPct val="80000"/>
              </a:lnSpc>
            </a:pPr>
            <a:r>
              <a:rPr lang="en-US" altLang="en-US" sz="2400"/>
              <a:t>A relationship could also have an attribute for example an Entity name </a:t>
            </a:r>
            <a:r>
              <a:rPr lang="en-US" altLang="en-US" sz="2400" b="1"/>
              <a:t>Student </a:t>
            </a:r>
            <a:r>
              <a:rPr lang="en-US" altLang="en-US" sz="2400"/>
              <a:t>enrolls (relationship) to a </a:t>
            </a:r>
            <a:r>
              <a:rPr lang="en-US" altLang="en-US" sz="2400" b="1"/>
              <a:t>Course/Program</a:t>
            </a:r>
            <a:r>
              <a:rPr lang="en-US" altLang="en-US" sz="2400"/>
              <a:t>. Now, when you enroll you enroll on a certain date so you will have an attribute of </a:t>
            </a:r>
            <a:r>
              <a:rPr lang="en-US" altLang="en-US" sz="2400" i="1"/>
              <a:t>Enrollment Date</a:t>
            </a:r>
            <a:r>
              <a:rPr lang="en-US" altLang="en-US" sz="2400"/>
              <a:t> under </a:t>
            </a:r>
            <a:r>
              <a:rPr lang="en-US" altLang="en-US" sz="2400" b="1"/>
              <a:t>Enroll </a:t>
            </a:r>
            <a:r>
              <a:rPr lang="en-US" altLang="en-US" sz="2400"/>
              <a:t>relationship.</a:t>
            </a:r>
          </a:p>
          <a:p>
            <a:pPr eaLnBrk="1" hangingPunct="1">
              <a:lnSpc>
                <a:spcPct val="80000"/>
              </a:lnSpc>
            </a:pPr>
            <a:r>
              <a:rPr lang="en-US" altLang="en-US" sz="2400"/>
              <a:t>It is normally represented by an </a:t>
            </a:r>
            <a:r>
              <a:rPr lang="en-US" altLang="en-US" sz="2400" b="1"/>
              <a:t>oval</a:t>
            </a:r>
            <a:r>
              <a:rPr lang="en-US" altLang="en-US" sz="2400"/>
              <a:t>.</a:t>
            </a:r>
          </a:p>
          <a:p>
            <a:pPr eaLnBrk="1" hangingPunct="1"/>
            <a:endParaRPr lang="en-US" altLang="en-US"/>
          </a:p>
        </p:txBody>
      </p:sp>
      <p:sp>
        <p:nvSpPr>
          <p:cNvPr id="39941" name="Oval 7">
            <a:extLst>
              <a:ext uri="{FF2B5EF4-FFF2-40B4-BE49-F238E27FC236}">
                <a16:creationId xmlns:a16="http://schemas.microsoft.com/office/drawing/2014/main" id="{3EE83F6B-9FBE-4458-8D1C-0CF506646ED7}"/>
              </a:ext>
            </a:extLst>
          </p:cNvPr>
          <p:cNvSpPr>
            <a:spLocks noChangeArrowheads="1"/>
          </p:cNvSpPr>
          <p:nvPr/>
        </p:nvSpPr>
        <p:spPr bwMode="auto">
          <a:xfrm>
            <a:off x="3429000" y="5334000"/>
            <a:ext cx="1143000" cy="609600"/>
          </a:xfrm>
          <a:prstGeom prst="ellipse">
            <a:avLst/>
          </a:prstGeom>
          <a:solidFill>
            <a:schemeClr val="accent1"/>
          </a:solidFill>
          <a:ln w="38100">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US" altLang="en-US" sz="2400">
              <a:latin typeface="Tahoma" panose="020B0604030504040204"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a:extLst>
              <a:ext uri="{FF2B5EF4-FFF2-40B4-BE49-F238E27FC236}">
                <a16:creationId xmlns:a16="http://schemas.microsoft.com/office/drawing/2014/main" id="{53969407-06F1-439B-841D-49ACD5EA53E8}"/>
              </a:ext>
            </a:extLst>
          </p:cNvPr>
          <p:cNvSpPr>
            <a:spLocks noGrp="1"/>
          </p:cNvSpPr>
          <p:nvPr>
            <p:ph type="title"/>
          </p:nvPr>
        </p:nvSpPr>
        <p:spPr/>
        <p:txBody>
          <a:bodyPr/>
          <a:lstStyle/>
          <a:p>
            <a:pPr eaLnBrk="1" hangingPunct="1"/>
            <a:endParaRPr lang="en-IN" altLang="en-US"/>
          </a:p>
        </p:txBody>
      </p:sp>
      <p:sp>
        <p:nvSpPr>
          <p:cNvPr id="41987" name="Content Placeholder 2">
            <a:extLst>
              <a:ext uri="{FF2B5EF4-FFF2-40B4-BE49-F238E27FC236}">
                <a16:creationId xmlns:a16="http://schemas.microsoft.com/office/drawing/2014/main" id="{816B29FD-D333-4EEE-AE0F-4D669F33B773}"/>
              </a:ext>
            </a:extLst>
          </p:cNvPr>
          <p:cNvSpPr>
            <a:spLocks noGrp="1"/>
          </p:cNvSpPr>
          <p:nvPr>
            <p:ph sz="quarter" idx="1"/>
          </p:nvPr>
        </p:nvSpPr>
        <p:spPr>
          <a:xfrm>
            <a:off x="381000" y="1600200"/>
            <a:ext cx="8229600" cy="4937125"/>
          </a:xfrm>
        </p:spPr>
        <p:txBody>
          <a:bodyPr/>
          <a:lstStyle/>
          <a:p>
            <a:pPr eaLnBrk="1" hangingPunct="1">
              <a:lnSpc>
                <a:spcPct val="90000"/>
              </a:lnSpc>
            </a:pPr>
            <a:r>
              <a:rPr lang="en-US" altLang="en-US" sz="2400"/>
              <a:t>Attribute types:</a:t>
            </a:r>
          </a:p>
          <a:p>
            <a:pPr lvl="1" eaLnBrk="1" hangingPunct="1">
              <a:lnSpc>
                <a:spcPct val="90000"/>
              </a:lnSpc>
            </a:pPr>
            <a:r>
              <a:rPr lang="en-US" altLang="en-US" sz="2000" i="1"/>
              <a:t>Simple</a:t>
            </a:r>
            <a:r>
              <a:rPr lang="en-US" altLang="en-US" sz="2000"/>
              <a:t> and </a:t>
            </a:r>
            <a:r>
              <a:rPr lang="en-US" altLang="en-US" sz="2000" i="1"/>
              <a:t>composite</a:t>
            </a:r>
            <a:r>
              <a:rPr lang="en-US" altLang="en-US" sz="2000"/>
              <a:t> (e.g., name (first,middle,last)) attributes</a:t>
            </a:r>
          </a:p>
          <a:p>
            <a:pPr lvl="1" eaLnBrk="1" hangingPunct="1">
              <a:lnSpc>
                <a:spcPct val="90000"/>
              </a:lnSpc>
            </a:pPr>
            <a:r>
              <a:rPr lang="en-US" altLang="en-US" sz="2000" i="1"/>
              <a:t>Single-valued</a:t>
            </a:r>
            <a:r>
              <a:rPr lang="en-US" altLang="en-US" sz="2000"/>
              <a:t> and </a:t>
            </a:r>
            <a:r>
              <a:rPr lang="en-US" altLang="en-US" sz="2000" i="1"/>
              <a:t>multi-valued</a:t>
            </a:r>
            <a:r>
              <a:rPr lang="en-US" altLang="en-US" sz="2000"/>
              <a:t> attributes </a:t>
            </a:r>
            <a:r>
              <a:rPr lang="en-US" altLang="en-US" sz="1800"/>
              <a:t>(e.g., multi-valued attribute:  </a:t>
            </a:r>
            <a:r>
              <a:rPr lang="en-US" altLang="en-US" sz="1800" i="1"/>
              <a:t>phone-numbers, dependents, etc</a:t>
            </a:r>
          </a:p>
          <a:p>
            <a:pPr lvl="1" eaLnBrk="1" hangingPunct="1">
              <a:lnSpc>
                <a:spcPct val="90000"/>
              </a:lnSpc>
            </a:pPr>
            <a:r>
              <a:rPr lang="en-US" altLang="en-US" sz="2000" i="1"/>
              <a:t>Derived</a:t>
            </a:r>
            <a:r>
              <a:rPr lang="en-US" altLang="en-US" sz="2000"/>
              <a:t> attributes</a:t>
            </a:r>
          </a:p>
          <a:p>
            <a:pPr marL="1085850" lvl="2" eaLnBrk="1" hangingPunct="1">
              <a:lnSpc>
                <a:spcPct val="90000"/>
              </a:lnSpc>
            </a:pPr>
            <a:r>
              <a:rPr lang="en-US" altLang="en-US" sz="1800"/>
              <a:t>Can be computed from other attributes (e.g., </a:t>
            </a:r>
            <a:r>
              <a:rPr lang="en-US" altLang="en-US" sz="1800" i="1"/>
              <a:t>age</a:t>
            </a:r>
            <a:r>
              <a:rPr lang="en-US" altLang="en-US" sz="1800"/>
              <a:t>, given date of birth)</a:t>
            </a:r>
          </a:p>
          <a:p>
            <a:pPr eaLnBrk="1" hangingPunct="1"/>
            <a:endParaRPr lang="en-I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E187F3C-0BF9-438C-929E-42BBC6044CCF}"/>
              </a:ext>
            </a:extLst>
          </p:cNvPr>
          <p:cNvSpPr>
            <a:spLocks noGrp="1" noChangeArrowheads="1"/>
          </p:cNvSpPr>
          <p:nvPr>
            <p:ph type="title"/>
          </p:nvPr>
        </p:nvSpPr>
        <p:spPr>
          <a:xfrm>
            <a:off x="990600" y="609600"/>
            <a:ext cx="4572000" cy="609600"/>
          </a:xfrm>
        </p:spPr>
        <p:txBody>
          <a:bodyPr>
            <a:normAutofit fontScale="90000"/>
          </a:bodyPr>
          <a:lstStyle/>
          <a:p>
            <a:pPr eaLnBrk="1" fontAlgn="auto" hangingPunct="1">
              <a:spcAft>
                <a:spcPts val="0"/>
              </a:spcAft>
              <a:defRPr/>
            </a:pPr>
            <a:r>
              <a:rPr lang="en-US" sz="3600"/>
              <a:t>Composite Attributes</a:t>
            </a:r>
          </a:p>
        </p:txBody>
      </p:sp>
      <p:pic>
        <p:nvPicPr>
          <p:cNvPr id="43011" name="Picture 3">
            <a:extLst>
              <a:ext uri="{FF2B5EF4-FFF2-40B4-BE49-F238E27FC236}">
                <a16:creationId xmlns:a16="http://schemas.microsoft.com/office/drawing/2014/main" id="{5E94D3DC-02D8-4E6D-994C-9173DCEC68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47" t="29082" r="1913" b="28827"/>
          <a:stretch>
            <a:fillRect/>
          </a:stretch>
        </p:blipFill>
        <p:spPr bwMode="auto">
          <a:xfrm>
            <a:off x="685800" y="2286000"/>
            <a:ext cx="7735888" cy="2519363"/>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6B04C834-430E-404A-A37F-DD8213E41238}"/>
              </a:ext>
            </a:extLst>
          </p:cNvPr>
          <p:cNvSpPr>
            <a:spLocks noGrp="1" noChangeArrowheads="1"/>
          </p:cNvSpPr>
          <p:nvPr>
            <p:ph type="title"/>
          </p:nvPr>
        </p:nvSpPr>
        <p:spPr>
          <a:xfrm>
            <a:off x="835025" y="103188"/>
            <a:ext cx="7831138" cy="846137"/>
          </a:xfrm>
        </p:spPr>
        <p:txBody>
          <a:bodyPr/>
          <a:lstStyle/>
          <a:p>
            <a:pPr eaLnBrk="1" hangingPunct="1"/>
            <a:r>
              <a:rPr lang="en-US" altLang="en-US" sz="2400"/>
              <a:t>E-R Diagram With Composite, Multivalued, and Derived Attributes</a:t>
            </a:r>
          </a:p>
        </p:txBody>
      </p:sp>
      <p:pic>
        <p:nvPicPr>
          <p:cNvPr id="45059" name="Picture 4">
            <a:extLst>
              <a:ext uri="{FF2B5EF4-FFF2-40B4-BE49-F238E27FC236}">
                <a16:creationId xmlns:a16="http://schemas.microsoft.com/office/drawing/2014/main" id="{1B995563-104B-4B9F-849F-53D381BFFD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00" t="15976" r="998" b="15976"/>
          <a:stretch>
            <a:fillRect/>
          </a:stretch>
        </p:blipFill>
        <p:spPr bwMode="auto">
          <a:xfrm>
            <a:off x="471488" y="1520825"/>
            <a:ext cx="8242300" cy="4275138"/>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3E54372C-CED1-4464-9B1B-276FE1E84F2A}"/>
              </a:ext>
            </a:extLst>
          </p:cNvPr>
          <p:cNvSpPr>
            <a:spLocks noGrp="1" noChangeArrowheads="1"/>
          </p:cNvSpPr>
          <p:nvPr>
            <p:ph type="title"/>
          </p:nvPr>
        </p:nvSpPr>
        <p:spPr/>
        <p:txBody>
          <a:bodyPr/>
          <a:lstStyle/>
          <a:p>
            <a:pPr eaLnBrk="1" hangingPunct="1"/>
            <a:r>
              <a:rPr lang="en-US" altLang="en-US"/>
              <a:t>More examples …</a:t>
            </a:r>
          </a:p>
        </p:txBody>
      </p:sp>
      <p:sp>
        <p:nvSpPr>
          <p:cNvPr id="46083" name="Rectangle 3">
            <a:extLst>
              <a:ext uri="{FF2B5EF4-FFF2-40B4-BE49-F238E27FC236}">
                <a16:creationId xmlns:a16="http://schemas.microsoft.com/office/drawing/2014/main" id="{9BD187FB-892D-4EF9-9AA2-4DC8481E4E55}"/>
              </a:ext>
            </a:extLst>
          </p:cNvPr>
          <p:cNvSpPr>
            <a:spLocks noGrp="1" noChangeArrowheads="1"/>
          </p:cNvSpPr>
          <p:nvPr>
            <p:ph sz="quarter" idx="1"/>
          </p:nvPr>
        </p:nvSpPr>
        <p:spPr>
          <a:xfrm>
            <a:off x="381000" y="1600200"/>
            <a:ext cx="8229600" cy="4937125"/>
          </a:xfrm>
        </p:spPr>
        <p:txBody>
          <a:bodyPr/>
          <a:lstStyle/>
          <a:p>
            <a:pPr eaLnBrk="1" hangingPunct="1">
              <a:buFont typeface="Wingdings" panose="05000000000000000000" pitchFamily="2" charset="2"/>
              <a:buNone/>
            </a:pPr>
            <a:r>
              <a:rPr lang="en-US" altLang="en-US"/>
              <a:t>	Students, taking courses, offered by instructors; one instructor per course</a:t>
            </a:r>
          </a:p>
          <a:p>
            <a:pPr eaLnBrk="1" hangingPunct="1">
              <a:buFont typeface="Wingdings" panose="05000000000000000000" pitchFamily="2" charset="2"/>
              <a:buNone/>
            </a:pPr>
            <a:endParaRPr lang="en-US" altLang="en-US"/>
          </a:p>
          <a:p>
            <a:pPr eaLnBrk="1" hangingPunct="1">
              <a:buFont typeface="Wingdings" panose="05000000000000000000" pitchFamily="2" charset="2"/>
              <a:buNone/>
            </a:pPr>
            <a:r>
              <a:rPr lang="en-US" altLang="en-US"/>
              <a:t>nouns -&gt; entity sets</a:t>
            </a:r>
          </a:p>
          <a:p>
            <a:pPr eaLnBrk="1" hangingPunct="1">
              <a:buFont typeface="Wingdings" panose="05000000000000000000" pitchFamily="2" charset="2"/>
              <a:buNone/>
            </a:pPr>
            <a:r>
              <a:rPr lang="en-US" altLang="en-US"/>
              <a:t>verbs -&gt; relationships</a:t>
            </a:r>
          </a:p>
        </p:txBody>
      </p:sp>
      <p:sp>
        <p:nvSpPr>
          <p:cNvPr id="46084" name="Rectangle 4">
            <a:extLst>
              <a:ext uri="{FF2B5EF4-FFF2-40B4-BE49-F238E27FC236}">
                <a16:creationId xmlns:a16="http://schemas.microsoft.com/office/drawing/2014/main" id="{445E066E-4125-433B-9737-ABE2F93DD947}"/>
              </a:ext>
            </a:extLst>
          </p:cNvPr>
          <p:cNvSpPr>
            <a:spLocks noChangeArrowheads="1"/>
          </p:cNvSpPr>
          <p:nvPr/>
        </p:nvSpPr>
        <p:spPr bwMode="gray">
          <a:xfrm>
            <a:off x="533400" y="1371600"/>
            <a:ext cx="8226425" cy="31750"/>
          </a:xfrm>
          <a:prstGeom prst="rect">
            <a:avLst/>
          </a:prstGeom>
          <a:gradFill rotWithShape="0">
            <a:gsLst>
              <a:gs pos="0">
                <a:schemeClr val="bg2"/>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0"/>
              </a:spcBef>
              <a:buClrTx/>
              <a:buSzTx/>
              <a:buFontTx/>
              <a:buNone/>
            </a:pPr>
            <a:endParaRPr kumimoji="1" lang="en-US" altLang="en-US" sz="2400">
              <a:latin typeface="Tahoma" panose="020B060403050404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8130" name="Group 4">
            <a:extLst>
              <a:ext uri="{FF2B5EF4-FFF2-40B4-BE49-F238E27FC236}">
                <a16:creationId xmlns:a16="http://schemas.microsoft.com/office/drawing/2014/main" id="{79E1DDBA-6AF9-46CA-9189-9921BC6588A9}"/>
              </a:ext>
            </a:extLst>
          </p:cNvPr>
          <p:cNvGrpSpPr>
            <a:grpSpLocks/>
          </p:cNvGrpSpPr>
          <p:nvPr/>
        </p:nvGrpSpPr>
        <p:grpSpPr bwMode="auto">
          <a:xfrm>
            <a:off x="762000" y="2057400"/>
            <a:ext cx="2971800" cy="2473325"/>
            <a:chOff x="288" y="218"/>
            <a:chExt cx="1872" cy="1558"/>
          </a:xfrm>
        </p:grpSpPr>
        <p:sp>
          <p:nvSpPr>
            <p:cNvPr id="48135" name="Text Box 5">
              <a:extLst>
                <a:ext uri="{FF2B5EF4-FFF2-40B4-BE49-F238E27FC236}">
                  <a16:creationId xmlns:a16="http://schemas.microsoft.com/office/drawing/2014/main" id="{5CD88965-C425-4B1E-A724-D6E27F467B23}"/>
                </a:ext>
              </a:extLst>
            </p:cNvPr>
            <p:cNvSpPr txBox="1">
              <a:spLocks noChangeArrowheads="1"/>
            </p:cNvSpPr>
            <p:nvPr/>
          </p:nvSpPr>
          <p:spPr bwMode="auto">
            <a:xfrm>
              <a:off x="960" y="1056"/>
              <a:ext cx="1200" cy="31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STUDENT</a:t>
              </a:r>
            </a:p>
          </p:txBody>
        </p:sp>
        <p:sp>
          <p:nvSpPr>
            <p:cNvPr id="48136" name="Oval 6">
              <a:extLst>
                <a:ext uri="{FF2B5EF4-FFF2-40B4-BE49-F238E27FC236}">
                  <a16:creationId xmlns:a16="http://schemas.microsoft.com/office/drawing/2014/main" id="{AFC45112-7C05-49EF-9676-36B5574EA5FF}"/>
                </a:ext>
              </a:extLst>
            </p:cNvPr>
            <p:cNvSpPr>
              <a:spLocks noChangeArrowheads="1"/>
            </p:cNvSpPr>
            <p:nvPr/>
          </p:nvSpPr>
          <p:spPr bwMode="auto">
            <a:xfrm>
              <a:off x="288" y="480"/>
              <a:ext cx="864" cy="40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name</a:t>
              </a:r>
            </a:p>
          </p:txBody>
        </p:sp>
        <p:sp>
          <p:nvSpPr>
            <p:cNvPr id="48137" name="Oval 7">
              <a:extLst>
                <a:ext uri="{FF2B5EF4-FFF2-40B4-BE49-F238E27FC236}">
                  <a16:creationId xmlns:a16="http://schemas.microsoft.com/office/drawing/2014/main" id="{ABEA000D-7E71-43D8-8736-2C72474599B0}"/>
                </a:ext>
              </a:extLst>
            </p:cNvPr>
            <p:cNvSpPr>
              <a:spLocks noChangeArrowheads="1"/>
            </p:cNvSpPr>
            <p:nvPr/>
          </p:nvSpPr>
          <p:spPr bwMode="auto">
            <a:xfrm>
              <a:off x="384" y="1488"/>
              <a:ext cx="432" cy="28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48138" name="Oval 8">
              <a:extLst>
                <a:ext uri="{FF2B5EF4-FFF2-40B4-BE49-F238E27FC236}">
                  <a16:creationId xmlns:a16="http://schemas.microsoft.com/office/drawing/2014/main" id="{7DC3D2B3-9712-4E96-8B21-EFBFDC65457E}"/>
                </a:ext>
              </a:extLst>
            </p:cNvPr>
            <p:cNvSpPr>
              <a:spLocks noChangeArrowheads="1"/>
            </p:cNvSpPr>
            <p:nvPr/>
          </p:nvSpPr>
          <p:spPr bwMode="auto">
            <a:xfrm>
              <a:off x="1248" y="240"/>
              <a:ext cx="432" cy="28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48139" name="Text Box 9">
              <a:extLst>
                <a:ext uri="{FF2B5EF4-FFF2-40B4-BE49-F238E27FC236}">
                  <a16:creationId xmlns:a16="http://schemas.microsoft.com/office/drawing/2014/main" id="{EAEDDF58-60E6-4F30-B4B9-81301C28AEAA}"/>
                </a:ext>
              </a:extLst>
            </p:cNvPr>
            <p:cNvSpPr txBox="1">
              <a:spLocks noChangeArrowheads="1"/>
            </p:cNvSpPr>
            <p:nvPr/>
          </p:nvSpPr>
          <p:spPr bwMode="auto">
            <a:xfrm>
              <a:off x="422" y="1466"/>
              <a:ext cx="3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ssn</a:t>
              </a:r>
              <a:endParaRPr lang="en-US" altLang="en-US" sz="2400" b="1">
                <a:latin typeface="Times New Roman" panose="02020603050405020304" pitchFamily="18" charset="0"/>
              </a:endParaRPr>
            </a:p>
          </p:txBody>
        </p:sp>
        <p:cxnSp>
          <p:nvCxnSpPr>
            <p:cNvPr id="48140" name="AutoShape 10">
              <a:extLst>
                <a:ext uri="{FF2B5EF4-FFF2-40B4-BE49-F238E27FC236}">
                  <a16:creationId xmlns:a16="http://schemas.microsoft.com/office/drawing/2014/main" id="{120B7C7C-2063-40B5-B432-4640B6B2BF6F}"/>
                </a:ext>
              </a:extLst>
            </p:cNvPr>
            <p:cNvCxnSpPr>
              <a:cxnSpLocks noChangeShapeType="1"/>
              <a:stCxn id="48139" idx="3"/>
            </p:cNvCxnSpPr>
            <p:nvPr/>
          </p:nvCxnSpPr>
          <p:spPr bwMode="auto">
            <a:xfrm flipV="1">
              <a:off x="795" y="1392"/>
              <a:ext cx="165" cy="21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48141" name="AutoShape 11">
              <a:extLst>
                <a:ext uri="{FF2B5EF4-FFF2-40B4-BE49-F238E27FC236}">
                  <a16:creationId xmlns:a16="http://schemas.microsoft.com/office/drawing/2014/main" id="{5C9B704E-0069-4537-987E-A967E30E3F56}"/>
                </a:ext>
              </a:extLst>
            </p:cNvPr>
            <p:cNvCxnSpPr>
              <a:cxnSpLocks noChangeShapeType="1"/>
              <a:stCxn id="48136" idx="5"/>
              <a:endCxn id="48135" idx="0"/>
            </p:cNvCxnSpPr>
            <p:nvPr/>
          </p:nvCxnSpPr>
          <p:spPr bwMode="auto">
            <a:xfrm>
              <a:off x="1025" y="840"/>
              <a:ext cx="535" cy="20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48142" name="Text Box 12">
              <a:extLst>
                <a:ext uri="{FF2B5EF4-FFF2-40B4-BE49-F238E27FC236}">
                  <a16:creationId xmlns:a16="http://schemas.microsoft.com/office/drawing/2014/main" id="{CC9160E3-A4EB-428F-A3A5-544DA08DD2EC}"/>
                </a:ext>
              </a:extLst>
            </p:cNvPr>
            <p:cNvSpPr txBox="1">
              <a:spLocks noChangeArrowheads="1"/>
            </p:cNvSpPr>
            <p:nvPr/>
          </p:nvSpPr>
          <p:spPr bwMode="auto">
            <a:xfrm>
              <a:off x="1286" y="218"/>
              <a:ext cx="2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a:t>
              </a:r>
            </a:p>
          </p:txBody>
        </p:sp>
      </p:grpSp>
      <p:sp>
        <p:nvSpPr>
          <p:cNvPr id="48131" name="Text Box 19">
            <a:extLst>
              <a:ext uri="{FF2B5EF4-FFF2-40B4-BE49-F238E27FC236}">
                <a16:creationId xmlns:a16="http://schemas.microsoft.com/office/drawing/2014/main" id="{AB4E496B-8077-478E-AC8E-86DFB3DDF023}"/>
              </a:ext>
            </a:extLst>
          </p:cNvPr>
          <p:cNvSpPr txBox="1">
            <a:spLocks noChangeArrowheads="1"/>
          </p:cNvSpPr>
          <p:nvPr/>
        </p:nvSpPr>
        <p:spPr bwMode="auto">
          <a:xfrm>
            <a:off x="2057400" y="4876800"/>
            <a:ext cx="29718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INSTRUCTOR</a:t>
            </a:r>
          </a:p>
        </p:txBody>
      </p:sp>
      <p:sp>
        <p:nvSpPr>
          <p:cNvPr id="48132" name="Oval 20">
            <a:extLst>
              <a:ext uri="{FF2B5EF4-FFF2-40B4-BE49-F238E27FC236}">
                <a16:creationId xmlns:a16="http://schemas.microsoft.com/office/drawing/2014/main" id="{CDE82AF0-D03A-4199-94C3-C755920112F4}"/>
              </a:ext>
            </a:extLst>
          </p:cNvPr>
          <p:cNvSpPr>
            <a:spLocks noChangeArrowheads="1"/>
          </p:cNvSpPr>
          <p:nvPr/>
        </p:nvSpPr>
        <p:spPr bwMode="auto">
          <a:xfrm>
            <a:off x="609600" y="5257800"/>
            <a:ext cx="685800" cy="4572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48133" name="Text Box 21">
            <a:extLst>
              <a:ext uri="{FF2B5EF4-FFF2-40B4-BE49-F238E27FC236}">
                <a16:creationId xmlns:a16="http://schemas.microsoft.com/office/drawing/2014/main" id="{A5F6697F-283C-42FB-9F6D-AD33EFD3AADD}"/>
              </a:ext>
            </a:extLst>
          </p:cNvPr>
          <p:cNvSpPr txBox="1">
            <a:spLocks noChangeArrowheads="1"/>
          </p:cNvSpPr>
          <p:nvPr/>
        </p:nvSpPr>
        <p:spPr bwMode="auto">
          <a:xfrm>
            <a:off x="609600" y="51816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issn</a:t>
            </a:r>
            <a:endParaRPr lang="en-US" altLang="en-US" sz="2400" b="1">
              <a:latin typeface="Times New Roman" panose="02020603050405020304" pitchFamily="18" charset="0"/>
            </a:endParaRPr>
          </a:p>
        </p:txBody>
      </p:sp>
      <p:cxnSp>
        <p:nvCxnSpPr>
          <p:cNvPr id="48134" name="AutoShape 22">
            <a:extLst>
              <a:ext uri="{FF2B5EF4-FFF2-40B4-BE49-F238E27FC236}">
                <a16:creationId xmlns:a16="http://schemas.microsoft.com/office/drawing/2014/main" id="{D03215BC-83E6-44E8-8B15-4810F1BC6C37}"/>
              </a:ext>
            </a:extLst>
          </p:cNvPr>
          <p:cNvCxnSpPr>
            <a:cxnSpLocks noChangeShapeType="1"/>
            <a:stCxn id="48133" idx="3"/>
            <a:endCxn id="48131" idx="1"/>
          </p:cNvCxnSpPr>
          <p:nvPr/>
        </p:nvCxnSpPr>
        <p:spPr bwMode="auto">
          <a:xfrm flipV="1">
            <a:off x="1285875" y="5124450"/>
            <a:ext cx="752475" cy="2857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178" name="Group 22">
            <a:extLst>
              <a:ext uri="{FF2B5EF4-FFF2-40B4-BE49-F238E27FC236}">
                <a16:creationId xmlns:a16="http://schemas.microsoft.com/office/drawing/2014/main" id="{0243ACC2-63C5-45A4-9C26-1F1F981553C5}"/>
              </a:ext>
            </a:extLst>
          </p:cNvPr>
          <p:cNvGrpSpPr>
            <a:grpSpLocks/>
          </p:cNvGrpSpPr>
          <p:nvPr/>
        </p:nvGrpSpPr>
        <p:grpSpPr bwMode="auto">
          <a:xfrm>
            <a:off x="609600" y="1447800"/>
            <a:ext cx="8077200" cy="3657600"/>
            <a:chOff x="240" y="768"/>
            <a:chExt cx="5088" cy="2304"/>
          </a:xfrm>
        </p:grpSpPr>
        <p:grpSp>
          <p:nvGrpSpPr>
            <p:cNvPr id="50179" name="Group 20">
              <a:extLst>
                <a:ext uri="{FF2B5EF4-FFF2-40B4-BE49-F238E27FC236}">
                  <a16:creationId xmlns:a16="http://schemas.microsoft.com/office/drawing/2014/main" id="{1F1A9E92-2419-41AF-9CFC-52F4A7C4D8DB}"/>
                </a:ext>
              </a:extLst>
            </p:cNvPr>
            <p:cNvGrpSpPr>
              <a:grpSpLocks/>
            </p:cNvGrpSpPr>
            <p:nvPr/>
          </p:nvGrpSpPr>
          <p:grpSpPr bwMode="auto">
            <a:xfrm>
              <a:off x="336" y="768"/>
              <a:ext cx="1872" cy="1558"/>
              <a:chOff x="288" y="218"/>
              <a:chExt cx="1872" cy="1558"/>
            </a:xfrm>
          </p:grpSpPr>
          <p:sp>
            <p:nvSpPr>
              <p:cNvPr id="50190" name="Text Box 2">
                <a:extLst>
                  <a:ext uri="{FF2B5EF4-FFF2-40B4-BE49-F238E27FC236}">
                    <a16:creationId xmlns:a16="http://schemas.microsoft.com/office/drawing/2014/main" id="{8AC7438F-4011-4535-8CEB-676EAE38F5F8}"/>
                  </a:ext>
                </a:extLst>
              </p:cNvPr>
              <p:cNvSpPr txBox="1">
                <a:spLocks noChangeArrowheads="1"/>
              </p:cNvSpPr>
              <p:nvPr/>
            </p:nvSpPr>
            <p:spPr bwMode="auto">
              <a:xfrm>
                <a:off x="960" y="1056"/>
                <a:ext cx="1200" cy="31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STUDENT</a:t>
                </a:r>
              </a:p>
            </p:txBody>
          </p:sp>
          <p:sp>
            <p:nvSpPr>
              <p:cNvPr id="50191" name="Oval 3">
                <a:extLst>
                  <a:ext uri="{FF2B5EF4-FFF2-40B4-BE49-F238E27FC236}">
                    <a16:creationId xmlns:a16="http://schemas.microsoft.com/office/drawing/2014/main" id="{33F3B2F2-7B3D-4B18-AABA-31C8A11A3DB2}"/>
                  </a:ext>
                </a:extLst>
              </p:cNvPr>
              <p:cNvSpPr>
                <a:spLocks noChangeArrowheads="1"/>
              </p:cNvSpPr>
              <p:nvPr/>
            </p:nvSpPr>
            <p:spPr bwMode="auto">
              <a:xfrm>
                <a:off x="288" y="480"/>
                <a:ext cx="864" cy="40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name</a:t>
                </a:r>
              </a:p>
            </p:txBody>
          </p:sp>
          <p:sp>
            <p:nvSpPr>
              <p:cNvPr id="50192" name="Oval 4">
                <a:extLst>
                  <a:ext uri="{FF2B5EF4-FFF2-40B4-BE49-F238E27FC236}">
                    <a16:creationId xmlns:a16="http://schemas.microsoft.com/office/drawing/2014/main" id="{E7CB4250-B90B-480A-BA1F-EFB3B4313302}"/>
                  </a:ext>
                </a:extLst>
              </p:cNvPr>
              <p:cNvSpPr>
                <a:spLocks noChangeArrowheads="1"/>
              </p:cNvSpPr>
              <p:nvPr/>
            </p:nvSpPr>
            <p:spPr bwMode="auto">
              <a:xfrm>
                <a:off x="384" y="1488"/>
                <a:ext cx="432" cy="28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50193" name="Oval 5">
                <a:extLst>
                  <a:ext uri="{FF2B5EF4-FFF2-40B4-BE49-F238E27FC236}">
                    <a16:creationId xmlns:a16="http://schemas.microsoft.com/office/drawing/2014/main" id="{9BF24CCC-FBA0-4F10-82BC-D21813791123}"/>
                  </a:ext>
                </a:extLst>
              </p:cNvPr>
              <p:cNvSpPr>
                <a:spLocks noChangeArrowheads="1"/>
              </p:cNvSpPr>
              <p:nvPr/>
            </p:nvSpPr>
            <p:spPr bwMode="auto">
              <a:xfrm>
                <a:off x="1248" y="240"/>
                <a:ext cx="432" cy="28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50194" name="Text Box 6">
                <a:extLst>
                  <a:ext uri="{FF2B5EF4-FFF2-40B4-BE49-F238E27FC236}">
                    <a16:creationId xmlns:a16="http://schemas.microsoft.com/office/drawing/2014/main" id="{743D1D4B-94C7-4484-B397-35C3FAF8A907}"/>
                  </a:ext>
                </a:extLst>
              </p:cNvPr>
              <p:cNvSpPr txBox="1">
                <a:spLocks noChangeArrowheads="1"/>
              </p:cNvSpPr>
              <p:nvPr/>
            </p:nvSpPr>
            <p:spPr bwMode="auto">
              <a:xfrm>
                <a:off x="422" y="1466"/>
                <a:ext cx="3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ssn</a:t>
                </a:r>
                <a:endParaRPr lang="en-US" altLang="en-US" sz="2400" b="1">
                  <a:latin typeface="Times New Roman" panose="02020603050405020304" pitchFamily="18" charset="0"/>
                </a:endParaRPr>
              </a:p>
            </p:txBody>
          </p:sp>
          <p:cxnSp>
            <p:nvCxnSpPr>
              <p:cNvPr id="50195" name="AutoShape 7">
                <a:extLst>
                  <a:ext uri="{FF2B5EF4-FFF2-40B4-BE49-F238E27FC236}">
                    <a16:creationId xmlns:a16="http://schemas.microsoft.com/office/drawing/2014/main" id="{C51D4972-4FC3-4766-9DC1-D1253C311D35}"/>
                  </a:ext>
                </a:extLst>
              </p:cNvPr>
              <p:cNvCxnSpPr>
                <a:cxnSpLocks noChangeShapeType="1"/>
                <a:stCxn id="50194" idx="3"/>
              </p:cNvCxnSpPr>
              <p:nvPr/>
            </p:nvCxnSpPr>
            <p:spPr bwMode="auto">
              <a:xfrm flipV="1">
                <a:off x="795" y="1392"/>
                <a:ext cx="165" cy="21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0196" name="AutoShape 8">
                <a:extLst>
                  <a:ext uri="{FF2B5EF4-FFF2-40B4-BE49-F238E27FC236}">
                    <a16:creationId xmlns:a16="http://schemas.microsoft.com/office/drawing/2014/main" id="{907DEFC3-91B3-4B6C-9339-870E8B48F376}"/>
                  </a:ext>
                </a:extLst>
              </p:cNvPr>
              <p:cNvCxnSpPr>
                <a:cxnSpLocks noChangeShapeType="1"/>
                <a:stCxn id="50191" idx="5"/>
                <a:endCxn id="50190" idx="0"/>
              </p:cNvCxnSpPr>
              <p:nvPr/>
            </p:nvCxnSpPr>
            <p:spPr bwMode="auto">
              <a:xfrm>
                <a:off x="1025" y="840"/>
                <a:ext cx="535" cy="204"/>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0197" name="Text Box 9">
                <a:extLst>
                  <a:ext uri="{FF2B5EF4-FFF2-40B4-BE49-F238E27FC236}">
                    <a16:creationId xmlns:a16="http://schemas.microsoft.com/office/drawing/2014/main" id="{A2009515-9A9D-4CC1-B82B-28EF5DF1E806}"/>
                  </a:ext>
                </a:extLst>
              </p:cNvPr>
              <p:cNvSpPr txBox="1">
                <a:spLocks noChangeArrowheads="1"/>
              </p:cNvSpPr>
              <p:nvPr/>
            </p:nvSpPr>
            <p:spPr bwMode="auto">
              <a:xfrm>
                <a:off x="1286" y="218"/>
                <a:ext cx="26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a:t>
                </a:r>
              </a:p>
            </p:txBody>
          </p:sp>
        </p:grpSp>
        <p:grpSp>
          <p:nvGrpSpPr>
            <p:cNvPr id="50180" name="Group 21">
              <a:extLst>
                <a:ext uri="{FF2B5EF4-FFF2-40B4-BE49-F238E27FC236}">
                  <a16:creationId xmlns:a16="http://schemas.microsoft.com/office/drawing/2014/main" id="{8E4E83D3-7E7F-4441-85A9-7251538FC6AD}"/>
                </a:ext>
              </a:extLst>
            </p:cNvPr>
            <p:cNvGrpSpPr>
              <a:grpSpLocks/>
            </p:cNvGrpSpPr>
            <p:nvPr/>
          </p:nvGrpSpPr>
          <p:grpSpPr bwMode="auto">
            <a:xfrm>
              <a:off x="3120" y="1200"/>
              <a:ext cx="2208" cy="1142"/>
              <a:chOff x="2592" y="1186"/>
              <a:chExt cx="2208" cy="1142"/>
            </a:xfrm>
          </p:grpSpPr>
          <p:sp>
            <p:nvSpPr>
              <p:cNvPr id="50185" name="Text Box 10">
                <a:extLst>
                  <a:ext uri="{FF2B5EF4-FFF2-40B4-BE49-F238E27FC236}">
                    <a16:creationId xmlns:a16="http://schemas.microsoft.com/office/drawing/2014/main" id="{34A06DC6-CD85-45F8-9ED5-0414B7E7735A}"/>
                  </a:ext>
                </a:extLst>
              </p:cNvPr>
              <p:cNvSpPr txBox="1">
                <a:spLocks noChangeArrowheads="1"/>
              </p:cNvSpPr>
              <p:nvPr/>
            </p:nvSpPr>
            <p:spPr bwMode="auto">
              <a:xfrm>
                <a:off x="2592" y="2016"/>
                <a:ext cx="960" cy="31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COURSE</a:t>
                </a:r>
              </a:p>
            </p:txBody>
          </p:sp>
          <p:sp>
            <p:nvSpPr>
              <p:cNvPr id="50186" name="Oval 11">
                <a:extLst>
                  <a:ext uri="{FF2B5EF4-FFF2-40B4-BE49-F238E27FC236}">
                    <a16:creationId xmlns:a16="http://schemas.microsoft.com/office/drawing/2014/main" id="{6BEDD869-C949-4A81-B7B7-04AA22C4F390}"/>
                  </a:ext>
                </a:extLst>
              </p:cNvPr>
              <p:cNvSpPr>
                <a:spLocks noChangeArrowheads="1"/>
              </p:cNvSpPr>
              <p:nvPr/>
            </p:nvSpPr>
            <p:spPr bwMode="auto">
              <a:xfrm>
                <a:off x="2929" y="1186"/>
                <a:ext cx="671" cy="40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c-id</a:t>
                </a:r>
              </a:p>
            </p:txBody>
          </p:sp>
          <p:sp>
            <p:nvSpPr>
              <p:cNvPr id="50187" name="Oval 12">
                <a:extLst>
                  <a:ext uri="{FF2B5EF4-FFF2-40B4-BE49-F238E27FC236}">
                    <a16:creationId xmlns:a16="http://schemas.microsoft.com/office/drawing/2014/main" id="{00CD57D0-FDE5-4769-836F-861F2543B955}"/>
                  </a:ext>
                </a:extLst>
              </p:cNvPr>
              <p:cNvSpPr>
                <a:spLocks noChangeArrowheads="1"/>
              </p:cNvSpPr>
              <p:nvPr/>
            </p:nvSpPr>
            <p:spPr bwMode="auto">
              <a:xfrm>
                <a:off x="3698" y="1558"/>
                <a:ext cx="1102" cy="40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c-name</a:t>
                </a:r>
              </a:p>
            </p:txBody>
          </p:sp>
          <p:cxnSp>
            <p:nvCxnSpPr>
              <p:cNvPr id="50188" name="AutoShape 13">
                <a:extLst>
                  <a:ext uri="{FF2B5EF4-FFF2-40B4-BE49-F238E27FC236}">
                    <a16:creationId xmlns:a16="http://schemas.microsoft.com/office/drawing/2014/main" id="{EE7A3F32-E8E2-4E44-892A-6873FCE67A1A}"/>
                  </a:ext>
                </a:extLst>
              </p:cNvPr>
              <p:cNvCxnSpPr>
                <a:cxnSpLocks noChangeShapeType="1"/>
                <a:stCxn id="50186" idx="4"/>
                <a:endCxn id="50185" idx="0"/>
              </p:cNvCxnSpPr>
              <p:nvPr/>
            </p:nvCxnSpPr>
            <p:spPr bwMode="auto">
              <a:xfrm flipH="1">
                <a:off x="3072" y="1606"/>
                <a:ext cx="193" cy="39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0189" name="AutoShape 14">
                <a:extLst>
                  <a:ext uri="{FF2B5EF4-FFF2-40B4-BE49-F238E27FC236}">
                    <a16:creationId xmlns:a16="http://schemas.microsoft.com/office/drawing/2014/main" id="{315A2F28-8D36-49C7-BA4D-C23C0480A482}"/>
                  </a:ext>
                </a:extLst>
              </p:cNvPr>
              <p:cNvCxnSpPr>
                <a:cxnSpLocks noChangeShapeType="1"/>
                <a:stCxn id="50187" idx="2"/>
                <a:endCxn id="50185" idx="3"/>
              </p:cNvCxnSpPr>
              <p:nvPr/>
            </p:nvCxnSpPr>
            <p:spPr bwMode="auto">
              <a:xfrm flipH="1">
                <a:off x="3564" y="1762"/>
                <a:ext cx="122" cy="41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
          <p:nvSpPr>
            <p:cNvPr id="50181" name="Text Box 16">
              <a:extLst>
                <a:ext uri="{FF2B5EF4-FFF2-40B4-BE49-F238E27FC236}">
                  <a16:creationId xmlns:a16="http://schemas.microsoft.com/office/drawing/2014/main" id="{E3DF0870-D966-401A-8393-1A56CD6D9F6F}"/>
                </a:ext>
              </a:extLst>
            </p:cNvPr>
            <p:cNvSpPr txBox="1">
              <a:spLocks noChangeArrowheads="1"/>
            </p:cNvSpPr>
            <p:nvPr/>
          </p:nvSpPr>
          <p:spPr bwMode="auto">
            <a:xfrm>
              <a:off x="1152" y="2544"/>
              <a:ext cx="1872" cy="31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INSTRUCTOR</a:t>
              </a:r>
            </a:p>
          </p:txBody>
        </p:sp>
        <p:sp>
          <p:nvSpPr>
            <p:cNvPr id="50182" name="Oval 17">
              <a:extLst>
                <a:ext uri="{FF2B5EF4-FFF2-40B4-BE49-F238E27FC236}">
                  <a16:creationId xmlns:a16="http://schemas.microsoft.com/office/drawing/2014/main" id="{D4601400-CB19-42EC-9644-F3202E5567B8}"/>
                </a:ext>
              </a:extLst>
            </p:cNvPr>
            <p:cNvSpPr>
              <a:spLocks noChangeArrowheads="1"/>
            </p:cNvSpPr>
            <p:nvPr/>
          </p:nvSpPr>
          <p:spPr bwMode="auto">
            <a:xfrm>
              <a:off x="240" y="2784"/>
              <a:ext cx="432" cy="28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50183" name="Text Box 18">
              <a:extLst>
                <a:ext uri="{FF2B5EF4-FFF2-40B4-BE49-F238E27FC236}">
                  <a16:creationId xmlns:a16="http://schemas.microsoft.com/office/drawing/2014/main" id="{8FBDD608-2B42-4DA2-BE4A-B936F2353B03}"/>
                </a:ext>
              </a:extLst>
            </p:cNvPr>
            <p:cNvSpPr txBox="1">
              <a:spLocks noChangeArrowheads="1"/>
            </p:cNvSpPr>
            <p:nvPr/>
          </p:nvSpPr>
          <p:spPr bwMode="auto">
            <a:xfrm>
              <a:off x="240" y="2736"/>
              <a:ext cx="4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issn</a:t>
              </a:r>
              <a:endParaRPr lang="en-US" altLang="en-US" sz="2400" b="1">
                <a:latin typeface="Times New Roman" panose="02020603050405020304" pitchFamily="18" charset="0"/>
              </a:endParaRPr>
            </a:p>
          </p:txBody>
        </p:sp>
        <p:cxnSp>
          <p:nvCxnSpPr>
            <p:cNvPr id="50184" name="AutoShape 19">
              <a:extLst>
                <a:ext uri="{FF2B5EF4-FFF2-40B4-BE49-F238E27FC236}">
                  <a16:creationId xmlns:a16="http://schemas.microsoft.com/office/drawing/2014/main" id="{3F59C37C-50C7-4031-83A9-B0FC6B21907A}"/>
                </a:ext>
              </a:extLst>
            </p:cNvPr>
            <p:cNvCxnSpPr>
              <a:cxnSpLocks noChangeShapeType="1"/>
              <a:stCxn id="50183" idx="3"/>
              <a:endCxn id="50181" idx="1"/>
            </p:cNvCxnSpPr>
            <p:nvPr/>
          </p:nvCxnSpPr>
          <p:spPr bwMode="auto">
            <a:xfrm flipV="1">
              <a:off x="666" y="2700"/>
              <a:ext cx="474" cy="18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2">
            <a:extLst>
              <a:ext uri="{FF2B5EF4-FFF2-40B4-BE49-F238E27FC236}">
                <a16:creationId xmlns:a16="http://schemas.microsoft.com/office/drawing/2014/main" id="{FBAF61F8-DF41-4A26-9CA3-60E97A18C166}"/>
              </a:ext>
            </a:extLst>
          </p:cNvPr>
          <p:cNvSpPr txBox="1">
            <a:spLocks noChangeArrowheads="1"/>
          </p:cNvSpPr>
          <p:nvPr/>
        </p:nvSpPr>
        <p:spPr bwMode="auto">
          <a:xfrm>
            <a:off x="3732213" y="2895600"/>
            <a:ext cx="15240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COURSE</a:t>
            </a:r>
          </a:p>
        </p:txBody>
      </p:sp>
      <p:sp>
        <p:nvSpPr>
          <p:cNvPr id="52227" name="Oval 3">
            <a:extLst>
              <a:ext uri="{FF2B5EF4-FFF2-40B4-BE49-F238E27FC236}">
                <a16:creationId xmlns:a16="http://schemas.microsoft.com/office/drawing/2014/main" id="{3A902F36-F408-4F4E-95E1-B55FA8244557}"/>
              </a:ext>
            </a:extLst>
          </p:cNvPr>
          <p:cNvSpPr>
            <a:spLocks noChangeArrowheads="1"/>
          </p:cNvSpPr>
          <p:nvPr/>
        </p:nvSpPr>
        <p:spPr bwMode="auto">
          <a:xfrm>
            <a:off x="2362200" y="1828800"/>
            <a:ext cx="1065213" cy="6477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c-id</a:t>
            </a:r>
          </a:p>
        </p:txBody>
      </p:sp>
      <p:cxnSp>
        <p:nvCxnSpPr>
          <p:cNvPr id="52228" name="AutoShape 4">
            <a:extLst>
              <a:ext uri="{FF2B5EF4-FFF2-40B4-BE49-F238E27FC236}">
                <a16:creationId xmlns:a16="http://schemas.microsoft.com/office/drawing/2014/main" id="{24EBB6A3-C029-47DA-A292-AC929EBDFCDC}"/>
              </a:ext>
            </a:extLst>
          </p:cNvPr>
          <p:cNvCxnSpPr>
            <a:cxnSpLocks noChangeShapeType="1"/>
            <a:stCxn id="52227" idx="4"/>
            <a:endCxn id="52226" idx="0"/>
          </p:cNvCxnSpPr>
          <p:nvPr/>
        </p:nvCxnSpPr>
        <p:spPr bwMode="auto">
          <a:xfrm rot="16200000" flipH="1">
            <a:off x="3484563" y="1885950"/>
            <a:ext cx="419100" cy="16002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2229" name="Text Box 5">
            <a:extLst>
              <a:ext uri="{FF2B5EF4-FFF2-40B4-BE49-F238E27FC236}">
                <a16:creationId xmlns:a16="http://schemas.microsoft.com/office/drawing/2014/main" id="{61D6B42A-82A0-4B69-B72E-E5D982CBAD58}"/>
              </a:ext>
            </a:extLst>
          </p:cNvPr>
          <p:cNvSpPr txBox="1">
            <a:spLocks noChangeArrowheads="1"/>
          </p:cNvSpPr>
          <p:nvPr/>
        </p:nvSpPr>
        <p:spPr bwMode="auto">
          <a:xfrm>
            <a:off x="3048000" y="5029200"/>
            <a:ext cx="29718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INSTRUCTOR</a:t>
            </a:r>
          </a:p>
        </p:txBody>
      </p:sp>
      <p:sp>
        <p:nvSpPr>
          <p:cNvPr id="52230" name="Text Box 6">
            <a:extLst>
              <a:ext uri="{FF2B5EF4-FFF2-40B4-BE49-F238E27FC236}">
                <a16:creationId xmlns:a16="http://schemas.microsoft.com/office/drawing/2014/main" id="{F262C92E-1254-4F3E-8A2E-19818221868C}"/>
              </a:ext>
            </a:extLst>
          </p:cNvPr>
          <p:cNvSpPr txBox="1">
            <a:spLocks noChangeArrowheads="1"/>
          </p:cNvSpPr>
          <p:nvPr/>
        </p:nvSpPr>
        <p:spPr bwMode="auto">
          <a:xfrm>
            <a:off x="3581400" y="838200"/>
            <a:ext cx="19050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STUDENT</a:t>
            </a:r>
          </a:p>
        </p:txBody>
      </p:sp>
      <p:sp>
        <p:nvSpPr>
          <p:cNvPr id="52231" name="AutoShape 11">
            <a:extLst>
              <a:ext uri="{FF2B5EF4-FFF2-40B4-BE49-F238E27FC236}">
                <a16:creationId xmlns:a16="http://schemas.microsoft.com/office/drawing/2014/main" id="{BADC4481-6670-4924-A99F-22E3B4E35943}"/>
              </a:ext>
            </a:extLst>
          </p:cNvPr>
          <p:cNvSpPr>
            <a:spLocks noChangeArrowheads="1"/>
          </p:cNvSpPr>
          <p:nvPr/>
        </p:nvSpPr>
        <p:spPr bwMode="auto">
          <a:xfrm>
            <a:off x="4038600" y="1543050"/>
            <a:ext cx="990600" cy="1066800"/>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52232" name="Text Box 12">
            <a:extLst>
              <a:ext uri="{FF2B5EF4-FFF2-40B4-BE49-F238E27FC236}">
                <a16:creationId xmlns:a16="http://schemas.microsoft.com/office/drawing/2014/main" id="{69FB5F0B-0EA4-4036-AF28-F5524E86BB88}"/>
              </a:ext>
            </a:extLst>
          </p:cNvPr>
          <p:cNvSpPr txBox="1">
            <a:spLocks noChangeArrowheads="1"/>
          </p:cNvSpPr>
          <p:nvPr/>
        </p:nvSpPr>
        <p:spPr bwMode="auto">
          <a:xfrm>
            <a:off x="4038600" y="177165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takes</a:t>
            </a:r>
          </a:p>
        </p:txBody>
      </p:sp>
      <p:cxnSp>
        <p:nvCxnSpPr>
          <p:cNvPr id="52233" name="AutoShape 13">
            <a:extLst>
              <a:ext uri="{FF2B5EF4-FFF2-40B4-BE49-F238E27FC236}">
                <a16:creationId xmlns:a16="http://schemas.microsoft.com/office/drawing/2014/main" id="{D87DE31F-A89C-4FE8-9402-62DF47115669}"/>
              </a:ext>
            </a:extLst>
          </p:cNvPr>
          <p:cNvCxnSpPr>
            <a:cxnSpLocks noChangeShapeType="1"/>
            <a:stCxn id="52231" idx="0"/>
            <a:endCxn id="52230" idx="2"/>
          </p:cNvCxnSpPr>
          <p:nvPr/>
        </p:nvCxnSpPr>
        <p:spPr bwMode="auto">
          <a:xfrm flipV="1">
            <a:off x="4533900" y="1352550"/>
            <a:ext cx="0" cy="1714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2234" name="AutoShape 14">
            <a:extLst>
              <a:ext uri="{FF2B5EF4-FFF2-40B4-BE49-F238E27FC236}">
                <a16:creationId xmlns:a16="http://schemas.microsoft.com/office/drawing/2014/main" id="{792FE29E-1B4C-4016-A050-99B6636B6E32}"/>
              </a:ext>
            </a:extLst>
          </p:cNvPr>
          <p:cNvCxnSpPr>
            <a:cxnSpLocks noChangeShapeType="1"/>
            <a:stCxn id="52231" idx="2"/>
          </p:cNvCxnSpPr>
          <p:nvPr/>
        </p:nvCxnSpPr>
        <p:spPr bwMode="auto">
          <a:xfrm>
            <a:off x="4533900" y="2628900"/>
            <a:ext cx="0" cy="2476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2235" name="Text Box 15">
            <a:extLst>
              <a:ext uri="{FF2B5EF4-FFF2-40B4-BE49-F238E27FC236}">
                <a16:creationId xmlns:a16="http://schemas.microsoft.com/office/drawing/2014/main" id="{DFFA6986-C5F0-45E4-8A09-4F5A7CA2A025}"/>
              </a:ext>
            </a:extLst>
          </p:cNvPr>
          <p:cNvSpPr txBox="1">
            <a:spLocks noChangeArrowheads="1"/>
          </p:cNvSpPr>
          <p:nvPr/>
        </p:nvSpPr>
        <p:spPr bwMode="auto">
          <a:xfrm>
            <a:off x="4937125" y="13366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
        <p:nvSpPr>
          <p:cNvPr id="52236" name="Text Box 16">
            <a:extLst>
              <a:ext uri="{FF2B5EF4-FFF2-40B4-BE49-F238E27FC236}">
                <a16:creationId xmlns:a16="http://schemas.microsoft.com/office/drawing/2014/main" id="{7235D03F-8540-42D0-B6CA-B9076C1FC38C}"/>
              </a:ext>
            </a:extLst>
          </p:cNvPr>
          <p:cNvSpPr txBox="1">
            <a:spLocks noChangeArrowheads="1"/>
          </p:cNvSpPr>
          <p:nvPr/>
        </p:nvSpPr>
        <p:spPr bwMode="auto">
          <a:xfrm>
            <a:off x="4937125" y="2327275"/>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grpSp>
        <p:nvGrpSpPr>
          <p:cNvPr id="52237" name="Group 24">
            <a:extLst>
              <a:ext uri="{FF2B5EF4-FFF2-40B4-BE49-F238E27FC236}">
                <a16:creationId xmlns:a16="http://schemas.microsoft.com/office/drawing/2014/main" id="{307DFF4D-7983-43F1-B80C-3E16495FFB21}"/>
              </a:ext>
            </a:extLst>
          </p:cNvPr>
          <p:cNvGrpSpPr>
            <a:grpSpLocks/>
          </p:cNvGrpSpPr>
          <p:nvPr/>
        </p:nvGrpSpPr>
        <p:grpSpPr bwMode="auto">
          <a:xfrm>
            <a:off x="2514600" y="457200"/>
            <a:ext cx="685800" cy="492125"/>
            <a:chOff x="384" y="1466"/>
            <a:chExt cx="432" cy="310"/>
          </a:xfrm>
        </p:grpSpPr>
        <p:sp>
          <p:nvSpPr>
            <p:cNvPr id="52242" name="Oval 25">
              <a:extLst>
                <a:ext uri="{FF2B5EF4-FFF2-40B4-BE49-F238E27FC236}">
                  <a16:creationId xmlns:a16="http://schemas.microsoft.com/office/drawing/2014/main" id="{F39DE93F-AB3D-46F8-ACC0-70C76C152042}"/>
                </a:ext>
              </a:extLst>
            </p:cNvPr>
            <p:cNvSpPr>
              <a:spLocks noChangeArrowheads="1"/>
            </p:cNvSpPr>
            <p:nvPr/>
          </p:nvSpPr>
          <p:spPr bwMode="auto">
            <a:xfrm>
              <a:off x="384" y="1488"/>
              <a:ext cx="432" cy="28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52243" name="Text Box 26">
              <a:extLst>
                <a:ext uri="{FF2B5EF4-FFF2-40B4-BE49-F238E27FC236}">
                  <a16:creationId xmlns:a16="http://schemas.microsoft.com/office/drawing/2014/main" id="{A88DBD6F-36ED-4A6F-9F79-8A1B5F653542}"/>
                </a:ext>
              </a:extLst>
            </p:cNvPr>
            <p:cNvSpPr txBox="1">
              <a:spLocks noChangeArrowheads="1"/>
            </p:cNvSpPr>
            <p:nvPr/>
          </p:nvSpPr>
          <p:spPr bwMode="auto">
            <a:xfrm>
              <a:off x="422" y="1466"/>
              <a:ext cx="3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ssn</a:t>
              </a:r>
              <a:endParaRPr lang="en-US" altLang="en-US" sz="2400" b="1">
                <a:latin typeface="Times New Roman" panose="02020603050405020304" pitchFamily="18" charset="0"/>
              </a:endParaRPr>
            </a:p>
          </p:txBody>
        </p:sp>
      </p:grpSp>
      <p:cxnSp>
        <p:nvCxnSpPr>
          <p:cNvPr id="52238" name="AutoShape 27">
            <a:extLst>
              <a:ext uri="{FF2B5EF4-FFF2-40B4-BE49-F238E27FC236}">
                <a16:creationId xmlns:a16="http://schemas.microsoft.com/office/drawing/2014/main" id="{7013D5A1-F061-45B7-84AB-A9DD37E7084C}"/>
              </a:ext>
            </a:extLst>
          </p:cNvPr>
          <p:cNvCxnSpPr>
            <a:cxnSpLocks noChangeShapeType="1"/>
          </p:cNvCxnSpPr>
          <p:nvPr/>
        </p:nvCxnSpPr>
        <p:spPr bwMode="auto">
          <a:xfrm>
            <a:off x="3167063" y="685800"/>
            <a:ext cx="395287" cy="4762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2239" name="Oval 28">
            <a:extLst>
              <a:ext uri="{FF2B5EF4-FFF2-40B4-BE49-F238E27FC236}">
                <a16:creationId xmlns:a16="http://schemas.microsoft.com/office/drawing/2014/main" id="{1ACE32C0-11CB-4AD9-90C7-F4F295836ED1}"/>
              </a:ext>
            </a:extLst>
          </p:cNvPr>
          <p:cNvSpPr>
            <a:spLocks noChangeArrowheads="1"/>
          </p:cNvSpPr>
          <p:nvPr/>
        </p:nvSpPr>
        <p:spPr bwMode="auto">
          <a:xfrm>
            <a:off x="2133600" y="5105400"/>
            <a:ext cx="685800" cy="4572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52240" name="Text Box 29">
            <a:extLst>
              <a:ext uri="{FF2B5EF4-FFF2-40B4-BE49-F238E27FC236}">
                <a16:creationId xmlns:a16="http://schemas.microsoft.com/office/drawing/2014/main" id="{D7892B39-529E-4596-815F-985A740F0B12}"/>
              </a:ext>
            </a:extLst>
          </p:cNvPr>
          <p:cNvSpPr txBox="1">
            <a:spLocks noChangeArrowheads="1"/>
          </p:cNvSpPr>
          <p:nvPr/>
        </p:nvSpPr>
        <p:spPr bwMode="auto">
          <a:xfrm>
            <a:off x="2133600" y="50292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issn</a:t>
            </a:r>
            <a:endParaRPr lang="en-US" altLang="en-US" sz="2400" b="1">
              <a:latin typeface="Times New Roman" panose="02020603050405020304" pitchFamily="18" charset="0"/>
            </a:endParaRPr>
          </a:p>
        </p:txBody>
      </p:sp>
      <p:cxnSp>
        <p:nvCxnSpPr>
          <p:cNvPr id="52241" name="AutoShape 30">
            <a:extLst>
              <a:ext uri="{FF2B5EF4-FFF2-40B4-BE49-F238E27FC236}">
                <a16:creationId xmlns:a16="http://schemas.microsoft.com/office/drawing/2014/main" id="{FE3F8FB9-EA52-4635-B5BA-1C6CBCDAE2F1}"/>
              </a:ext>
            </a:extLst>
          </p:cNvPr>
          <p:cNvCxnSpPr>
            <a:cxnSpLocks noChangeShapeType="1"/>
            <a:stCxn id="52240" idx="3"/>
          </p:cNvCxnSpPr>
          <p:nvPr/>
        </p:nvCxnSpPr>
        <p:spPr bwMode="auto">
          <a:xfrm flipV="1">
            <a:off x="2809875" y="5200650"/>
            <a:ext cx="219075" cy="571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a:extLst>
              <a:ext uri="{FF2B5EF4-FFF2-40B4-BE49-F238E27FC236}">
                <a16:creationId xmlns:a16="http://schemas.microsoft.com/office/drawing/2014/main" id="{B3A819E8-BB9B-463E-B832-DDE1E4AA7451}"/>
              </a:ext>
            </a:extLst>
          </p:cNvPr>
          <p:cNvSpPr txBox="1">
            <a:spLocks noChangeArrowheads="1"/>
          </p:cNvSpPr>
          <p:nvPr/>
        </p:nvSpPr>
        <p:spPr bwMode="auto">
          <a:xfrm>
            <a:off x="3656013" y="3200400"/>
            <a:ext cx="15240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COURSE</a:t>
            </a:r>
          </a:p>
        </p:txBody>
      </p:sp>
      <p:sp>
        <p:nvSpPr>
          <p:cNvPr id="54275" name="Oval 3">
            <a:extLst>
              <a:ext uri="{FF2B5EF4-FFF2-40B4-BE49-F238E27FC236}">
                <a16:creationId xmlns:a16="http://schemas.microsoft.com/office/drawing/2014/main" id="{E39A667C-0FE8-4978-B754-5629E70D12C7}"/>
              </a:ext>
            </a:extLst>
          </p:cNvPr>
          <p:cNvSpPr>
            <a:spLocks noChangeArrowheads="1"/>
          </p:cNvSpPr>
          <p:nvPr/>
        </p:nvSpPr>
        <p:spPr bwMode="auto">
          <a:xfrm>
            <a:off x="2286000" y="2133600"/>
            <a:ext cx="1065213" cy="6477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c-id</a:t>
            </a:r>
          </a:p>
        </p:txBody>
      </p:sp>
      <p:cxnSp>
        <p:nvCxnSpPr>
          <p:cNvPr id="54276" name="AutoShape 4">
            <a:extLst>
              <a:ext uri="{FF2B5EF4-FFF2-40B4-BE49-F238E27FC236}">
                <a16:creationId xmlns:a16="http://schemas.microsoft.com/office/drawing/2014/main" id="{3DCAD333-375A-482A-B1E7-04B20759273B}"/>
              </a:ext>
            </a:extLst>
          </p:cNvPr>
          <p:cNvCxnSpPr>
            <a:cxnSpLocks noChangeShapeType="1"/>
            <a:stCxn id="54275" idx="4"/>
            <a:endCxn id="54274" idx="0"/>
          </p:cNvCxnSpPr>
          <p:nvPr/>
        </p:nvCxnSpPr>
        <p:spPr bwMode="auto">
          <a:xfrm rot="16200000" flipH="1">
            <a:off x="3408363" y="2190750"/>
            <a:ext cx="419100" cy="16002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4277" name="Text Box 5">
            <a:extLst>
              <a:ext uri="{FF2B5EF4-FFF2-40B4-BE49-F238E27FC236}">
                <a16:creationId xmlns:a16="http://schemas.microsoft.com/office/drawing/2014/main" id="{9332D32B-6553-4C73-AB2C-AD2E8D4E61CC}"/>
              </a:ext>
            </a:extLst>
          </p:cNvPr>
          <p:cNvSpPr txBox="1">
            <a:spLocks noChangeArrowheads="1"/>
          </p:cNvSpPr>
          <p:nvPr/>
        </p:nvSpPr>
        <p:spPr bwMode="auto">
          <a:xfrm>
            <a:off x="2971800" y="5334000"/>
            <a:ext cx="29718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INSTRUCTOR</a:t>
            </a:r>
          </a:p>
        </p:txBody>
      </p:sp>
      <p:sp>
        <p:nvSpPr>
          <p:cNvPr id="54278" name="Text Box 6">
            <a:extLst>
              <a:ext uri="{FF2B5EF4-FFF2-40B4-BE49-F238E27FC236}">
                <a16:creationId xmlns:a16="http://schemas.microsoft.com/office/drawing/2014/main" id="{CE73D388-104E-4195-B993-39180A747353}"/>
              </a:ext>
            </a:extLst>
          </p:cNvPr>
          <p:cNvSpPr txBox="1">
            <a:spLocks noChangeArrowheads="1"/>
          </p:cNvSpPr>
          <p:nvPr/>
        </p:nvSpPr>
        <p:spPr bwMode="auto">
          <a:xfrm>
            <a:off x="3505200" y="1143000"/>
            <a:ext cx="19050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STUDENT</a:t>
            </a:r>
          </a:p>
        </p:txBody>
      </p:sp>
      <p:sp>
        <p:nvSpPr>
          <p:cNvPr id="54279" name="AutoShape 11">
            <a:extLst>
              <a:ext uri="{FF2B5EF4-FFF2-40B4-BE49-F238E27FC236}">
                <a16:creationId xmlns:a16="http://schemas.microsoft.com/office/drawing/2014/main" id="{B29C726D-5F8F-43F8-8B05-F50FB4258AAF}"/>
              </a:ext>
            </a:extLst>
          </p:cNvPr>
          <p:cNvSpPr>
            <a:spLocks noChangeArrowheads="1"/>
          </p:cNvSpPr>
          <p:nvPr/>
        </p:nvSpPr>
        <p:spPr bwMode="auto">
          <a:xfrm>
            <a:off x="3962400" y="1847850"/>
            <a:ext cx="990600" cy="1066800"/>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54280" name="Text Box 12">
            <a:extLst>
              <a:ext uri="{FF2B5EF4-FFF2-40B4-BE49-F238E27FC236}">
                <a16:creationId xmlns:a16="http://schemas.microsoft.com/office/drawing/2014/main" id="{C5B08E23-8D9A-4BA2-B185-DBAE1BA986AC}"/>
              </a:ext>
            </a:extLst>
          </p:cNvPr>
          <p:cNvSpPr txBox="1">
            <a:spLocks noChangeArrowheads="1"/>
          </p:cNvSpPr>
          <p:nvPr/>
        </p:nvSpPr>
        <p:spPr bwMode="auto">
          <a:xfrm>
            <a:off x="3962400" y="207645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takes</a:t>
            </a:r>
          </a:p>
        </p:txBody>
      </p:sp>
      <p:cxnSp>
        <p:nvCxnSpPr>
          <p:cNvPr id="54281" name="AutoShape 13">
            <a:extLst>
              <a:ext uri="{FF2B5EF4-FFF2-40B4-BE49-F238E27FC236}">
                <a16:creationId xmlns:a16="http://schemas.microsoft.com/office/drawing/2014/main" id="{A13A480C-433E-47C4-90B4-D8B24716AAB2}"/>
              </a:ext>
            </a:extLst>
          </p:cNvPr>
          <p:cNvCxnSpPr>
            <a:cxnSpLocks noChangeShapeType="1"/>
            <a:stCxn id="54279" idx="0"/>
            <a:endCxn id="54278" idx="2"/>
          </p:cNvCxnSpPr>
          <p:nvPr/>
        </p:nvCxnSpPr>
        <p:spPr bwMode="auto">
          <a:xfrm flipV="1">
            <a:off x="4457700" y="1657350"/>
            <a:ext cx="0" cy="1714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54282" name="AutoShape 14">
            <a:extLst>
              <a:ext uri="{FF2B5EF4-FFF2-40B4-BE49-F238E27FC236}">
                <a16:creationId xmlns:a16="http://schemas.microsoft.com/office/drawing/2014/main" id="{4B03DF48-F0AD-4FBA-A576-5E2155CD16D2}"/>
              </a:ext>
            </a:extLst>
          </p:cNvPr>
          <p:cNvCxnSpPr>
            <a:cxnSpLocks noChangeShapeType="1"/>
            <a:stCxn id="54279" idx="2"/>
          </p:cNvCxnSpPr>
          <p:nvPr/>
        </p:nvCxnSpPr>
        <p:spPr bwMode="auto">
          <a:xfrm>
            <a:off x="4457700" y="2933700"/>
            <a:ext cx="0" cy="2476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4283" name="Text Box 15">
            <a:extLst>
              <a:ext uri="{FF2B5EF4-FFF2-40B4-BE49-F238E27FC236}">
                <a16:creationId xmlns:a16="http://schemas.microsoft.com/office/drawing/2014/main" id="{AB1D19F8-09E8-41D3-B689-31BD76ACDDB2}"/>
              </a:ext>
            </a:extLst>
          </p:cNvPr>
          <p:cNvSpPr txBox="1">
            <a:spLocks noChangeArrowheads="1"/>
          </p:cNvSpPr>
          <p:nvPr/>
        </p:nvSpPr>
        <p:spPr bwMode="auto">
          <a:xfrm>
            <a:off x="4860925" y="16414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
        <p:nvSpPr>
          <p:cNvPr id="54284" name="Text Box 16">
            <a:extLst>
              <a:ext uri="{FF2B5EF4-FFF2-40B4-BE49-F238E27FC236}">
                <a16:creationId xmlns:a16="http://schemas.microsoft.com/office/drawing/2014/main" id="{F40D76A6-EC44-48ED-9FD4-8D691D5D2436}"/>
              </a:ext>
            </a:extLst>
          </p:cNvPr>
          <p:cNvSpPr txBox="1">
            <a:spLocks noChangeArrowheads="1"/>
          </p:cNvSpPr>
          <p:nvPr/>
        </p:nvSpPr>
        <p:spPr bwMode="auto">
          <a:xfrm>
            <a:off x="4860925" y="2632075"/>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grpSp>
        <p:nvGrpSpPr>
          <p:cNvPr id="54285" name="Group 24">
            <a:extLst>
              <a:ext uri="{FF2B5EF4-FFF2-40B4-BE49-F238E27FC236}">
                <a16:creationId xmlns:a16="http://schemas.microsoft.com/office/drawing/2014/main" id="{2E82D49A-D78B-44FA-A1A0-CADBBC76B8BF}"/>
              </a:ext>
            </a:extLst>
          </p:cNvPr>
          <p:cNvGrpSpPr>
            <a:grpSpLocks/>
          </p:cNvGrpSpPr>
          <p:nvPr/>
        </p:nvGrpSpPr>
        <p:grpSpPr bwMode="auto">
          <a:xfrm>
            <a:off x="2438400" y="762000"/>
            <a:ext cx="685800" cy="492125"/>
            <a:chOff x="384" y="1466"/>
            <a:chExt cx="432" cy="310"/>
          </a:xfrm>
        </p:grpSpPr>
        <p:sp>
          <p:nvSpPr>
            <p:cNvPr id="54296" name="Oval 25">
              <a:extLst>
                <a:ext uri="{FF2B5EF4-FFF2-40B4-BE49-F238E27FC236}">
                  <a16:creationId xmlns:a16="http://schemas.microsoft.com/office/drawing/2014/main" id="{4A03AE42-644B-4473-AD62-5C255B4E14C6}"/>
                </a:ext>
              </a:extLst>
            </p:cNvPr>
            <p:cNvSpPr>
              <a:spLocks noChangeArrowheads="1"/>
            </p:cNvSpPr>
            <p:nvPr/>
          </p:nvSpPr>
          <p:spPr bwMode="auto">
            <a:xfrm>
              <a:off x="384" y="1488"/>
              <a:ext cx="432" cy="288"/>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54297" name="Text Box 26">
              <a:extLst>
                <a:ext uri="{FF2B5EF4-FFF2-40B4-BE49-F238E27FC236}">
                  <a16:creationId xmlns:a16="http://schemas.microsoft.com/office/drawing/2014/main" id="{898DDF47-57A0-4199-A304-F0C544AC54E9}"/>
                </a:ext>
              </a:extLst>
            </p:cNvPr>
            <p:cNvSpPr txBox="1">
              <a:spLocks noChangeArrowheads="1"/>
            </p:cNvSpPr>
            <p:nvPr/>
          </p:nvSpPr>
          <p:spPr bwMode="auto">
            <a:xfrm>
              <a:off x="422" y="1466"/>
              <a:ext cx="37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ssn</a:t>
              </a:r>
              <a:endParaRPr lang="en-US" altLang="en-US" sz="2400" b="1">
                <a:latin typeface="Times New Roman" panose="02020603050405020304" pitchFamily="18" charset="0"/>
              </a:endParaRPr>
            </a:p>
          </p:txBody>
        </p:sp>
      </p:grpSp>
      <p:cxnSp>
        <p:nvCxnSpPr>
          <p:cNvPr id="54286" name="AutoShape 27">
            <a:extLst>
              <a:ext uri="{FF2B5EF4-FFF2-40B4-BE49-F238E27FC236}">
                <a16:creationId xmlns:a16="http://schemas.microsoft.com/office/drawing/2014/main" id="{0EEE6639-B0C1-4DE3-9540-5BB0380B163A}"/>
              </a:ext>
            </a:extLst>
          </p:cNvPr>
          <p:cNvCxnSpPr>
            <a:cxnSpLocks noChangeShapeType="1"/>
          </p:cNvCxnSpPr>
          <p:nvPr/>
        </p:nvCxnSpPr>
        <p:spPr bwMode="auto">
          <a:xfrm>
            <a:off x="3090863" y="990600"/>
            <a:ext cx="395287" cy="4762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4287" name="Oval 28">
            <a:extLst>
              <a:ext uri="{FF2B5EF4-FFF2-40B4-BE49-F238E27FC236}">
                <a16:creationId xmlns:a16="http://schemas.microsoft.com/office/drawing/2014/main" id="{6C75DBC1-880C-4A16-9774-918960A4DA39}"/>
              </a:ext>
            </a:extLst>
          </p:cNvPr>
          <p:cNvSpPr>
            <a:spLocks noChangeArrowheads="1"/>
          </p:cNvSpPr>
          <p:nvPr/>
        </p:nvSpPr>
        <p:spPr bwMode="auto">
          <a:xfrm>
            <a:off x="2057400" y="5410200"/>
            <a:ext cx="685800" cy="4572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54288" name="Text Box 29">
            <a:extLst>
              <a:ext uri="{FF2B5EF4-FFF2-40B4-BE49-F238E27FC236}">
                <a16:creationId xmlns:a16="http://schemas.microsoft.com/office/drawing/2014/main" id="{567FFD24-5D87-40F9-BDCA-B761A982EB40}"/>
              </a:ext>
            </a:extLst>
          </p:cNvPr>
          <p:cNvSpPr txBox="1">
            <a:spLocks noChangeArrowheads="1"/>
          </p:cNvSpPr>
          <p:nvPr/>
        </p:nvSpPr>
        <p:spPr bwMode="auto">
          <a:xfrm>
            <a:off x="2057400" y="5334000"/>
            <a:ext cx="6762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issn</a:t>
            </a:r>
            <a:endParaRPr lang="en-US" altLang="en-US" sz="2400" b="1">
              <a:latin typeface="Times New Roman" panose="02020603050405020304" pitchFamily="18" charset="0"/>
            </a:endParaRPr>
          </a:p>
        </p:txBody>
      </p:sp>
      <p:cxnSp>
        <p:nvCxnSpPr>
          <p:cNvPr id="54289" name="AutoShape 30">
            <a:extLst>
              <a:ext uri="{FF2B5EF4-FFF2-40B4-BE49-F238E27FC236}">
                <a16:creationId xmlns:a16="http://schemas.microsoft.com/office/drawing/2014/main" id="{785AC13E-1B20-472F-8F80-C46CFA0F1744}"/>
              </a:ext>
            </a:extLst>
          </p:cNvPr>
          <p:cNvCxnSpPr>
            <a:cxnSpLocks noChangeShapeType="1"/>
            <a:stCxn id="54288" idx="3"/>
          </p:cNvCxnSpPr>
          <p:nvPr/>
        </p:nvCxnSpPr>
        <p:spPr bwMode="auto">
          <a:xfrm flipV="1">
            <a:off x="2733675" y="5505450"/>
            <a:ext cx="219075" cy="571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4290" name="AutoShape 11">
            <a:extLst>
              <a:ext uri="{FF2B5EF4-FFF2-40B4-BE49-F238E27FC236}">
                <a16:creationId xmlns:a16="http://schemas.microsoft.com/office/drawing/2014/main" id="{3BA5E949-48FE-48E8-80FB-AA74A3EA879A}"/>
              </a:ext>
            </a:extLst>
          </p:cNvPr>
          <p:cNvSpPr>
            <a:spLocks noChangeArrowheads="1"/>
          </p:cNvSpPr>
          <p:nvPr/>
        </p:nvSpPr>
        <p:spPr bwMode="auto">
          <a:xfrm>
            <a:off x="3962400" y="3962400"/>
            <a:ext cx="990600" cy="1066800"/>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54291" name="Text Box 12">
            <a:extLst>
              <a:ext uri="{FF2B5EF4-FFF2-40B4-BE49-F238E27FC236}">
                <a16:creationId xmlns:a16="http://schemas.microsoft.com/office/drawing/2014/main" id="{6F1D554F-7E49-434D-BE2C-CA7F0EB923AB}"/>
              </a:ext>
            </a:extLst>
          </p:cNvPr>
          <p:cNvSpPr txBox="1">
            <a:spLocks noChangeArrowheads="1"/>
          </p:cNvSpPr>
          <p:nvPr/>
        </p:nvSpPr>
        <p:spPr bwMode="auto">
          <a:xfrm>
            <a:off x="3962400" y="4191000"/>
            <a:ext cx="1143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teaches</a:t>
            </a:r>
          </a:p>
        </p:txBody>
      </p:sp>
      <p:cxnSp>
        <p:nvCxnSpPr>
          <p:cNvPr id="54292" name="AutoShape 14">
            <a:extLst>
              <a:ext uri="{FF2B5EF4-FFF2-40B4-BE49-F238E27FC236}">
                <a16:creationId xmlns:a16="http://schemas.microsoft.com/office/drawing/2014/main" id="{C46E0F09-B494-4A68-96E0-7C1CFC29B47F}"/>
              </a:ext>
            </a:extLst>
          </p:cNvPr>
          <p:cNvCxnSpPr>
            <a:cxnSpLocks noChangeShapeType="1"/>
            <a:stCxn id="54290" idx="2"/>
            <a:endCxn id="54277" idx="0"/>
          </p:cNvCxnSpPr>
          <p:nvPr/>
        </p:nvCxnSpPr>
        <p:spPr bwMode="auto">
          <a:xfrm rot="5400000">
            <a:off x="4305301" y="5181600"/>
            <a:ext cx="304800" cy="3175"/>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54293" name="Text Box 16">
            <a:extLst>
              <a:ext uri="{FF2B5EF4-FFF2-40B4-BE49-F238E27FC236}">
                <a16:creationId xmlns:a16="http://schemas.microsoft.com/office/drawing/2014/main" id="{017319F0-6A95-4997-A037-235C8B20BD46}"/>
              </a:ext>
            </a:extLst>
          </p:cNvPr>
          <p:cNvSpPr txBox="1">
            <a:spLocks noChangeArrowheads="1"/>
          </p:cNvSpPr>
          <p:nvPr/>
        </p:nvSpPr>
        <p:spPr bwMode="auto">
          <a:xfrm>
            <a:off x="4800600" y="3733800"/>
            <a:ext cx="471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
        <p:nvSpPr>
          <p:cNvPr id="54294" name="Text Box 16">
            <a:extLst>
              <a:ext uri="{FF2B5EF4-FFF2-40B4-BE49-F238E27FC236}">
                <a16:creationId xmlns:a16="http://schemas.microsoft.com/office/drawing/2014/main" id="{7381864E-4A1F-4ECD-804B-3F74939438C1}"/>
              </a:ext>
            </a:extLst>
          </p:cNvPr>
          <p:cNvSpPr txBox="1">
            <a:spLocks noChangeArrowheads="1"/>
          </p:cNvSpPr>
          <p:nvPr/>
        </p:nvSpPr>
        <p:spPr bwMode="auto">
          <a:xfrm>
            <a:off x="4860925" y="4746625"/>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1</a:t>
            </a:r>
          </a:p>
        </p:txBody>
      </p:sp>
      <p:cxnSp>
        <p:nvCxnSpPr>
          <p:cNvPr id="54295" name="AutoShape 14">
            <a:extLst>
              <a:ext uri="{FF2B5EF4-FFF2-40B4-BE49-F238E27FC236}">
                <a16:creationId xmlns:a16="http://schemas.microsoft.com/office/drawing/2014/main" id="{05CF0DF3-5A0D-4517-BE06-59BAD735B9FF}"/>
              </a:ext>
            </a:extLst>
          </p:cNvPr>
          <p:cNvCxnSpPr>
            <a:cxnSpLocks noChangeShapeType="1"/>
          </p:cNvCxnSpPr>
          <p:nvPr/>
        </p:nvCxnSpPr>
        <p:spPr bwMode="auto">
          <a:xfrm rot="5400000">
            <a:off x="4344194" y="3809206"/>
            <a:ext cx="304800" cy="1588"/>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19CD7D4C-9238-4398-B39A-C98CFC268E97}"/>
              </a:ext>
            </a:extLst>
          </p:cNvPr>
          <p:cNvSpPr>
            <a:spLocks noGrp="1" noChangeArrowheads="1"/>
          </p:cNvSpPr>
          <p:nvPr>
            <p:ph type="title"/>
          </p:nvPr>
        </p:nvSpPr>
        <p:spPr>
          <a:xfrm>
            <a:off x="762000" y="381000"/>
            <a:ext cx="8021638" cy="685800"/>
          </a:xfrm>
        </p:spPr>
        <p:txBody>
          <a:bodyPr/>
          <a:lstStyle/>
          <a:p>
            <a:pPr eaLnBrk="1" hangingPunct="1"/>
            <a:r>
              <a:rPr lang="en-US" altLang="en-US"/>
              <a:t>Mapping Constraints: Cardinalities</a:t>
            </a:r>
          </a:p>
        </p:txBody>
      </p:sp>
      <p:sp>
        <p:nvSpPr>
          <p:cNvPr id="55299" name="Rectangle 3">
            <a:extLst>
              <a:ext uri="{FF2B5EF4-FFF2-40B4-BE49-F238E27FC236}">
                <a16:creationId xmlns:a16="http://schemas.microsoft.com/office/drawing/2014/main" id="{FA148C04-50E3-4B07-B1E0-479BF474C103}"/>
              </a:ext>
            </a:extLst>
          </p:cNvPr>
          <p:cNvSpPr>
            <a:spLocks noGrp="1" noChangeArrowheads="1"/>
          </p:cNvSpPr>
          <p:nvPr>
            <p:ph sz="quarter" idx="1"/>
          </p:nvPr>
        </p:nvSpPr>
        <p:spPr>
          <a:xfrm>
            <a:off x="381000" y="1600200"/>
            <a:ext cx="8229600" cy="4937125"/>
          </a:xfrm>
        </p:spPr>
        <p:txBody>
          <a:bodyPr/>
          <a:lstStyle/>
          <a:p>
            <a:pPr eaLnBrk="1" hangingPunct="1"/>
            <a:r>
              <a:rPr lang="en-US" altLang="en-US"/>
              <a:t>1 to 1 (example?)</a:t>
            </a:r>
          </a:p>
          <a:p>
            <a:pPr eaLnBrk="1" hangingPunct="1"/>
            <a:r>
              <a:rPr lang="en-US" altLang="en-US"/>
              <a:t>1 to M</a:t>
            </a:r>
          </a:p>
          <a:p>
            <a:pPr eaLnBrk="1" hangingPunct="1"/>
            <a:r>
              <a:rPr lang="en-US" altLang="en-US"/>
              <a:t>M to M</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DEF39496-A4ED-473C-9E19-D52D8FE51173}"/>
              </a:ext>
            </a:extLst>
          </p:cNvPr>
          <p:cNvSpPr>
            <a:spLocks noGrp="1" noChangeArrowheads="1"/>
          </p:cNvSpPr>
          <p:nvPr>
            <p:ph type="title"/>
          </p:nvPr>
        </p:nvSpPr>
        <p:spPr/>
        <p:txBody>
          <a:bodyPr/>
          <a:lstStyle/>
          <a:p>
            <a:pPr eaLnBrk="1" hangingPunct="1"/>
            <a:r>
              <a:rPr lang="en-US" altLang="en-US"/>
              <a:t>Mapping Cardinalities</a:t>
            </a:r>
          </a:p>
        </p:txBody>
      </p:sp>
      <p:pic>
        <p:nvPicPr>
          <p:cNvPr id="57347" name="Picture 3">
            <a:extLst>
              <a:ext uri="{FF2B5EF4-FFF2-40B4-BE49-F238E27FC236}">
                <a16:creationId xmlns:a16="http://schemas.microsoft.com/office/drawing/2014/main" id="{2B555803-3B9A-4AB5-8FFC-5D6EFA6195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100" t="10025" r="1834" b="10269"/>
          <a:stretch>
            <a:fillRect/>
          </a:stretch>
        </p:blipFill>
        <p:spPr bwMode="auto">
          <a:xfrm>
            <a:off x="1143000" y="1549400"/>
            <a:ext cx="6096000" cy="3556000"/>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57348" name="Text Box 4">
            <a:extLst>
              <a:ext uri="{FF2B5EF4-FFF2-40B4-BE49-F238E27FC236}">
                <a16:creationId xmlns:a16="http://schemas.microsoft.com/office/drawing/2014/main" id="{C8A738F7-B825-4A2C-AD9D-8FD096C5CB25}"/>
              </a:ext>
            </a:extLst>
          </p:cNvPr>
          <p:cNvSpPr txBox="1">
            <a:spLocks noChangeArrowheads="1"/>
          </p:cNvSpPr>
          <p:nvPr/>
        </p:nvSpPr>
        <p:spPr bwMode="auto">
          <a:xfrm>
            <a:off x="1895475" y="5283200"/>
            <a:ext cx="14160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a:spcBef>
                <a:spcPct val="50000"/>
              </a:spcBef>
              <a:buClrTx/>
              <a:buSzTx/>
              <a:buFontTx/>
              <a:buNone/>
            </a:pPr>
            <a:r>
              <a:rPr lang="en-US" altLang="en-US" sz="1800">
                <a:latin typeface="Helvetica" panose="020B0604020202020204" pitchFamily="34" charset="0"/>
              </a:rPr>
              <a:t>One to one</a:t>
            </a:r>
          </a:p>
        </p:txBody>
      </p:sp>
      <p:sp>
        <p:nvSpPr>
          <p:cNvPr id="57349" name="Text Box 5">
            <a:extLst>
              <a:ext uri="{FF2B5EF4-FFF2-40B4-BE49-F238E27FC236}">
                <a16:creationId xmlns:a16="http://schemas.microsoft.com/office/drawing/2014/main" id="{F2AC02BD-DAF5-4052-909D-6DCC73A1CE83}"/>
              </a:ext>
            </a:extLst>
          </p:cNvPr>
          <p:cNvSpPr txBox="1">
            <a:spLocks noChangeArrowheads="1"/>
          </p:cNvSpPr>
          <p:nvPr/>
        </p:nvSpPr>
        <p:spPr bwMode="auto">
          <a:xfrm>
            <a:off x="5668963" y="5283200"/>
            <a:ext cx="14874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a:spcBef>
                <a:spcPct val="50000"/>
              </a:spcBef>
              <a:buClrTx/>
              <a:buSzTx/>
              <a:buFontTx/>
              <a:buNone/>
            </a:pPr>
            <a:r>
              <a:rPr lang="en-US" altLang="en-US" sz="1800">
                <a:latin typeface="Helvetica" panose="020B0604020202020204" pitchFamily="34" charset="0"/>
              </a:rPr>
              <a:t>One to many</a:t>
            </a:r>
          </a:p>
        </p:txBody>
      </p:sp>
      <p:sp>
        <p:nvSpPr>
          <p:cNvPr id="57350" name="Text Box 6">
            <a:extLst>
              <a:ext uri="{FF2B5EF4-FFF2-40B4-BE49-F238E27FC236}">
                <a16:creationId xmlns:a16="http://schemas.microsoft.com/office/drawing/2014/main" id="{302F1387-F006-4A92-AE57-75AF64A4720A}"/>
              </a:ext>
            </a:extLst>
          </p:cNvPr>
          <p:cNvSpPr txBox="1">
            <a:spLocks noChangeArrowheads="1"/>
          </p:cNvSpPr>
          <p:nvPr/>
        </p:nvSpPr>
        <p:spPr bwMode="auto">
          <a:xfrm>
            <a:off x="838200" y="5638800"/>
            <a:ext cx="80010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r>
              <a:rPr lang="en-US" altLang="en-US" sz="1800">
                <a:latin typeface="Helvetica" panose="020B0604020202020204" pitchFamily="34" charset="0"/>
              </a:rPr>
              <a:t>Note: Some elements in A and B may not be mapped to any elements in the other set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4C07B338-D7BD-4E46-B48E-4E2CF439575E}"/>
              </a:ext>
            </a:extLst>
          </p:cNvPr>
          <p:cNvSpPr>
            <a:spLocks noGrp="1" noChangeArrowheads="1"/>
          </p:cNvSpPr>
          <p:nvPr>
            <p:ph type="title"/>
          </p:nvPr>
        </p:nvSpPr>
        <p:spPr/>
        <p:txBody>
          <a:bodyPr/>
          <a:lstStyle/>
          <a:p>
            <a:pPr eaLnBrk="1" hangingPunct="1"/>
            <a:r>
              <a:rPr lang="en-US" altLang="en-US"/>
              <a:t>Mapping Cardinalities </a:t>
            </a:r>
          </a:p>
        </p:txBody>
      </p:sp>
      <p:pic>
        <p:nvPicPr>
          <p:cNvPr id="59395" name="Picture 3">
            <a:extLst>
              <a:ext uri="{FF2B5EF4-FFF2-40B4-BE49-F238E27FC236}">
                <a16:creationId xmlns:a16="http://schemas.microsoft.com/office/drawing/2014/main" id="{A2F34405-515A-49DE-BEA6-74E28E3C2B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72" t="10165" r="1236" b="8791"/>
          <a:stretch>
            <a:fillRect/>
          </a:stretch>
        </p:blipFill>
        <p:spPr bwMode="auto">
          <a:xfrm>
            <a:off x="1219200" y="1516063"/>
            <a:ext cx="5791200" cy="3513137"/>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59396" name="Text Box 4">
            <a:extLst>
              <a:ext uri="{FF2B5EF4-FFF2-40B4-BE49-F238E27FC236}">
                <a16:creationId xmlns:a16="http://schemas.microsoft.com/office/drawing/2014/main" id="{6352A06A-C24C-4BA2-AAD0-77B7BE10EAE7}"/>
              </a:ext>
            </a:extLst>
          </p:cNvPr>
          <p:cNvSpPr txBox="1">
            <a:spLocks noChangeArrowheads="1"/>
          </p:cNvSpPr>
          <p:nvPr/>
        </p:nvSpPr>
        <p:spPr bwMode="auto">
          <a:xfrm>
            <a:off x="1992313" y="5321300"/>
            <a:ext cx="143668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a:spcBef>
                <a:spcPct val="50000"/>
              </a:spcBef>
              <a:buClrTx/>
              <a:buSzTx/>
              <a:buFontTx/>
              <a:buNone/>
            </a:pPr>
            <a:r>
              <a:rPr lang="en-US" altLang="en-US" sz="1800">
                <a:latin typeface="Helvetica" panose="020B0604020202020204" pitchFamily="34" charset="0"/>
              </a:rPr>
              <a:t>Many to one</a:t>
            </a:r>
          </a:p>
        </p:txBody>
      </p:sp>
      <p:sp>
        <p:nvSpPr>
          <p:cNvPr id="59397" name="Text Box 5">
            <a:extLst>
              <a:ext uri="{FF2B5EF4-FFF2-40B4-BE49-F238E27FC236}">
                <a16:creationId xmlns:a16="http://schemas.microsoft.com/office/drawing/2014/main" id="{FDBE60AC-21F1-426E-BDDF-1141D89A7258}"/>
              </a:ext>
            </a:extLst>
          </p:cNvPr>
          <p:cNvSpPr txBox="1">
            <a:spLocks noChangeArrowheads="1"/>
          </p:cNvSpPr>
          <p:nvPr/>
        </p:nvSpPr>
        <p:spPr bwMode="auto">
          <a:xfrm>
            <a:off x="5589588" y="5321300"/>
            <a:ext cx="16097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a:spcBef>
                <a:spcPct val="50000"/>
              </a:spcBef>
              <a:buClrTx/>
              <a:buSzTx/>
              <a:buFontTx/>
              <a:buNone/>
            </a:pPr>
            <a:r>
              <a:rPr lang="en-US" altLang="en-US" sz="1800">
                <a:latin typeface="Helvetica" panose="020B0604020202020204" pitchFamily="34" charset="0"/>
              </a:rPr>
              <a:t>Many to many</a:t>
            </a:r>
          </a:p>
        </p:txBody>
      </p:sp>
      <p:sp>
        <p:nvSpPr>
          <p:cNvPr id="59398" name="Text Box 6">
            <a:extLst>
              <a:ext uri="{FF2B5EF4-FFF2-40B4-BE49-F238E27FC236}">
                <a16:creationId xmlns:a16="http://schemas.microsoft.com/office/drawing/2014/main" id="{3D4CA9B1-18CE-4E9A-9B5C-C8995FAC476B}"/>
              </a:ext>
            </a:extLst>
          </p:cNvPr>
          <p:cNvSpPr txBox="1">
            <a:spLocks noChangeArrowheads="1"/>
          </p:cNvSpPr>
          <p:nvPr/>
        </p:nvSpPr>
        <p:spPr bwMode="auto">
          <a:xfrm>
            <a:off x="1143000" y="5791200"/>
            <a:ext cx="7391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0"/>
              </a:spcBef>
              <a:buClrTx/>
              <a:buSzTx/>
              <a:buFontTx/>
              <a:buNone/>
            </a:pPr>
            <a:r>
              <a:rPr lang="en-US" altLang="en-US" sz="1800">
                <a:latin typeface="Helvetica" panose="020B0604020202020204" pitchFamily="34" charset="0"/>
              </a:rPr>
              <a:t>Note: Some elements in A and B may not be mapped to any elements in the other set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9084D017-2AAE-4DAB-93C0-A6EFA44532C5}"/>
              </a:ext>
            </a:extLst>
          </p:cNvPr>
          <p:cNvSpPr>
            <a:spLocks noGrp="1" noChangeArrowheads="1"/>
          </p:cNvSpPr>
          <p:nvPr>
            <p:ph type="title"/>
          </p:nvPr>
        </p:nvSpPr>
        <p:spPr>
          <a:xfrm>
            <a:off x="876300" y="381000"/>
            <a:ext cx="8267700" cy="609600"/>
          </a:xfrm>
        </p:spPr>
        <p:txBody>
          <a:bodyPr/>
          <a:lstStyle/>
          <a:p>
            <a:pPr eaLnBrk="1" hangingPunct="1"/>
            <a:r>
              <a:rPr lang="en-US" altLang="en-US"/>
              <a:t>E-R Diagrams</a:t>
            </a:r>
          </a:p>
        </p:txBody>
      </p:sp>
      <p:pic>
        <p:nvPicPr>
          <p:cNvPr id="61443" name="Picture 3">
            <a:extLst>
              <a:ext uri="{FF2B5EF4-FFF2-40B4-BE49-F238E27FC236}">
                <a16:creationId xmlns:a16="http://schemas.microsoft.com/office/drawing/2014/main" id="{F1BDF091-9377-4D49-8CED-6AF5ABB5D1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64" t="30733" r="1064" b="30733"/>
          <a:stretch>
            <a:fillRect/>
          </a:stretch>
        </p:blipFill>
        <p:spPr bwMode="auto">
          <a:xfrm>
            <a:off x="914400" y="1287463"/>
            <a:ext cx="7467600" cy="2205037"/>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61444" name="Rectangle 4">
            <a:extLst>
              <a:ext uri="{FF2B5EF4-FFF2-40B4-BE49-F238E27FC236}">
                <a16:creationId xmlns:a16="http://schemas.microsoft.com/office/drawing/2014/main" id="{C71527CF-4FAF-4C5F-9BD2-CB2B5AA547FF}"/>
              </a:ext>
            </a:extLst>
          </p:cNvPr>
          <p:cNvSpPr>
            <a:spLocks noChangeArrowheads="1"/>
          </p:cNvSpPr>
          <p:nvPr/>
        </p:nvSpPr>
        <p:spPr bwMode="auto">
          <a:xfrm>
            <a:off x="473075" y="3622675"/>
            <a:ext cx="8366125"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35000"/>
              </a:spcBef>
              <a:buClr>
                <a:schemeClr val="tx2"/>
              </a:buClr>
              <a:buSzPct val="90000"/>
              <a:buFont typeface="Monotype Sorts" pitchFamily="2" charset="2"/>
              <a:buChar char="n"/>
            </a:pPr>
            <a:r>
              <a:rPr kumimoji="1" lang="en-US" altLang="en-US" sz="1800" b="1">
                <a:latin typeface="Tahoma" panose="020B0604030504040204" pitchFamily="34" charset="0"/>
              </a:rPr>
              <a:t>Rectangles</a:t>
            </a:r>
            <a:r>
              <a:rPr kumimoji="1" lang="en-US" altLang="en-US" sz="1800">
                <a:latin typeface="Tahoma" panose="020B0604030504040204" pitchFamily="34" charset="0"/>
              </a:rPr>
              <a:t> represent entity sets</a:t>
            </a:r>
          </a:p>
          <a:p>
            <a:pPr>
              <a:spcBef>
                <a:spcPct val="35000"/>
              </a:spcBef>
              <a:buClr>
                <a:schemeClr val="tx2"/>
              </a:buClr>
              <a:buSzPct val="90000"/>
              <a:buFont typeface="Monotype Sorts" pitchFamily="2" charset="2"/>
              <a:buChar char="n"/>
            </a:pPr>
            <a:r>
              <a:rPr kumimoji="1" lang="en-US" altLang="en-US" sz="1800" b="1">
                <a:latin typeface="Tahoma" panose="020B0604030504040204" pitchFamily="34" charset="0"/>
              </a:rPr>
              <a:t>Diamonds</a:t>
            </a:r>
            <a:r>
              <a:rPr kumimoji="1" lang="en-US" altLang="en-US" sz="1800">
                <a:latin typeface="Tahoma" panose="020B0604030504040204" pitchFamily="34" charset="0"/>
              </a:rPr>
              <a:t> represent relationship sets</a:t>
            </a:r>
          </a:p>
          <a:p>
            <a:pPr>
              <a:spcBef>
                <a:spcPct val="35000"/>
              </a:spcBef>
              <a:buClr>
                <a:schemeClr val="tx2"/>
              </a:buClr>
              <a:buSzPct val="90000"/>
              <a:buFont typeface="Monotype Sorts" pitchFamily="2" charset="2"/>
              <a:buChar char="n"/>
            </a:pPr>
            <a:r>
              <a:rPr kumimoji="1" lang="en-US" altLang="en-US" sz="1800" b="1">
                <a:latin typeface="Tahoma" panose="020B0604030504040204" pitchFamily="34" charset="0"/>
              </a:rPr>
              <a:t>Lines</a:t>
            </a:r>
            <a:r>
              <a:rPr kumimoji="1" lang="en-US" altLang="en-US" sz="1800">
                <a:latin typeface="Tahoma" panose="020B0604030504040204" pitchFamily="34" charset="0"/>
              </a:rPr>
              <a:t> link attributes to entity sets and entity sets to relationship sets</a:t>
            </a:r>
          </a:p>
          <a:p>
            <a:pPr>
              <a:spcBef>
                <a:spcPct val="35000"/>
              </a:spcBef>
              <a:buClr>
                <a:schemeClr val="tx2"/>
              </a:buClr>
              <a:buSzPct val="90000"/>
              <a:buFont typeface="Monotype Sorts" pitchFamily="2" charset="2"/>
              <a:buChar char="n"/>
            </a:pPr>
            <a:r>
              <a:rPr kumimoji="1" lang="en-US" altLang="en-US" sz="1800" b="1">
                <a:latin typeface="Tahoma" panose="020B0604030504040204" pitchFamily="34" charset="0"/>
              </a:rPr>
              <a:t>Ellipses</a:t>
            </a:r>
            <a:r>
              <a:rPr kumimoji="1" lang="en-US" altLang="en-US" sz="1800">
                <a:latin typeface="Tahoma" panose="020B0604030504040204" pitchFamily="34" charset="0"/>
              </a:rPr>
              <a:t> represent attributes</a:t>
            </a:r>
          </a:p>
          <a:p>
            <a:pPr lvl="1">
              <a:spcBef>
                <a:spcPct val="35000"/>
              </a:spcBef>
              <a:buClr>
                <a:schemeClr val="tx2"/>
              </a:buClr>
              <a:buSzPct val="90000"/>
              <a:buFont typeface="Monotype Sorts" pitchFamily="2" charset="2"/>
              <a:buChar char="n"/>
            </a:pPr>
            <a:r>
              <a:rPr kumimoji="1" lang="en-US" altLang="en-US" sz="1800" b="1">
                <a:solidFill>
                  <a:schemeClr val="tx1"/>
                </a:solidFill>
                <a:latin typeface="Tahoma" panose="020B0604030504040204" pitchFamily="34" charset="0"/>
              </a:rPr>
              <a:t>Double ellipses</a:t>
            </a:r>
            <a:r>
              <a:rPr kumimoji="1" lang="en-US" altLang="en-US" sz="1800">
                <a:solidFill>
                  <a:schemeClr val="tx1"/>
                </a:solidFill>
                <a:latin typeface="Tahoma" panose="020B0604030504040204" pitchFamily="34" charset="0"/>
              </a:rPr>
              <a:t> represent multivalued attributes</a:t>
            </a:r>
          </a:p>
          <a:p>
            <a:pPr lvl="1">
              <a:spcBef>
                <a:spcPct val="35000"/>
              </a:spcBef>
              <a:buClr>
                <a:schemeClr val="tx2"/>
              </a:buClr>
              <a:buSzPct val="90000"/>
              <a:buFont typeface="Monotype Sorts" pitchFamily="2" charset="2"/>
              <a:buChar char="n"/>
            </a:pPr>
            <a:r>
              <a:rPr kumimoji="1" lang="en-US" altLang="en-US" sz="1800" b="1">
                <a:solidFill>
                  <a:schemeClr val="tx1"/>
                </a:solidFill>
                <a:latin typeface="Tahoma" panose="020B0604030504040204" pitchFamily="34" charset="0"/>
              </a:rPr>
              <a:t>Dashed ellipses</a:t>
            </a:r>
            <a:r>
              <a:rPr kumimoji="1" lang="en-US" altLang="en-US" sz="1800">
                <a:solidFill>
                  <a:schemeClr val="tx1"/>
                </a:solidFill>
                <a:latin typeface="Tahoma" panose="020B0604030504040204" pitchFamily="34" charset="0"/>
              </a:rPr>
              <a:t> denote derived attributes</a:t>
            </a:r>
          </a:p>
          <a:p>
            <a:pPr>
              <a:spcBef>
                <a:spcPct val="35000"/>
              </a:spcBef>
              <a:buClr>
                <a:schemeClr val="tx2"/>
              </a:buClr>
              <a:buSzPct val="90000"/>
              <a:buFont typeface="Monotype Sorts" pitchFamily="2" charset="2"/>
              <a:buChar char="n"/>
            </a:pPr>
            <a:r>
              <a:rPr kumimoji="1" lang="en-US" altLang="en-US" sz="1800" b="1">
                <a:latin typeface="Tahoma" panose="020B0604030504040204" pitchFamily="34" charset="0"/>
              </a:rPr>
              <a:t>Underline</a:t>
            </a:r>
            <a:r>
              <a:rPr kumimoji="1" lang="en-US" altLang="en-US" sz="1800">
                <a:latin typeface="Tahoma" panose="020B0604030504040204" pitchFamily="34" charset="0"/>
              </a:rPr>
              <a:t> indicates primary key attributes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FB24455C-C8BA-4F4D-8ED4-A9189DFBFAB4}"/>
              </a:ext>
            </a:extLst>
          </p:cNvPr>
          <p:cNvSpPr>
            <a:spLocks noGrp="1" noChangeArrowheads="1"/>
          </p:cNvSpPr>
          <p:nvPr>
            <p:ph type="title"/>
          </p:nvPr>
        </p:nvSpPr>
        <p:spPr>
          <a:xfrm>
            <a:off x="609600" y="304800"/>
            <a:ext cx="7793038" cy="762000"/>
          </a:xfrm>
        </p:spPr>
        <p:txBody>
          <a:bodyPr/>
          <a:lstStyle/>
          <a:p>
            <a:pPr eaLnBrk="1" hangingPunct="1"/>
            <a:r>
              <a:rPr lang="en-US" altLang="en-US"/>
              <a:t>Strong Vs Weak</a:t>
            </a:r>
          </a:p>
        </p:txBody>
      </p:sp>
      <p:sp>
        <p:nvSpPr>
          <p:cNvPr id="18435" name="Rectangle 3">
            <a:extLst>
              <a:ext uri="{FF2B5EF4-FFF2-40B4-BE49-F238E27FC236}">
                <a16:creationId xmlns:a16="http://schemas.microsoft.com/office/drawing/2014/main" id="{7207D676-3FDD-4C5F-9007-9AE1B6A96B44}"/>
              </a:ext>
            </a:extLst>
          </p:cNvPr>
          <p:cNvSpPr>
            <a:spLocks noGrp="1" noChangeArrowheads="1"/>
          </p:cNvSpPr>
          <p:nvPr>
            <p:ph type="body" sz="half" idx="2"/>
          </p:nvPr>
        </p:nvSpPr>
        <p:spPr>
          <a:xfrm>
            <a:off x="457200" y="1752600"/>
            <a:ext cx="7696200" cy="1371600"/>
          </a:xfrm>
        </p:spPr>
        <p:txBody>
          <a:bodyPr>
            <a:normAutofit fontScale="92500" lnSpcReduction="10000"/>
          </a:bodyPr>
          <a:lstStyle/>
          <a:p>
            <a:pPr marL="274320" indent="-274320" eaLnBrk="1" fontAlgn="auto" hangingPunct="1">
              <a:lnSpc>
                <a:spcPct val="90000"/>
              </a:lnSpc>
              <a:spcBef>
                <a:spcPts val="580"/>
              </a:spcBef>
              <a:spcAft>
                <a:spcPts val="0"/>
              </a:spcAft>
              <a:buFont typeface="Wingdings 2"/>
              <a:buChar char=""/>
              <a:defRPr/>
            </a:pPr>
            <a:r>
              <a:rPr lang="en-US" sz="2400" dirty="0"/>
              <a:t>‘weak’ entities: if they need to borrow a unique id from a ‘strong entity - DOUBLE box.</a:t>
            </a:r>
          </a:p>
          <a:p>
            <a:pPr marL="274320" indent="-274320" eaLnBrk="1" fontAlgn="auto" hangingPunct="1">
              <a:lnSpc>
                <a:spcPct val="90000"/>
              </a:lnSpc>
              <a:spcBef>
                <a:spcPts val="580"/>
              </a:spcBef>
              <a:spcAft>
                <a:spcPts val="0"/>
              </a:spcAft>
              <a:buFont typeface="Wingdings 2"/>
              <a:buChar char=""/>
              <a:defRPr/>
            </a:pPr>
            <a:r>
              <a:rPr lang="en-US" sz="2400" dirty="0"/>
              <a:t>‘c-id’ + ‘s-id’: unique id for SECTION</a:t>
            </a:r>
          </a:p>
          <a:p>
            <a:pPr marL="274320" indent="-274320" eaLnBrk="1" fontAlgn="auto" hangingPunct="1">
              <a:lnSpc>
                <a:spcPct val="90000"/>
              </a:lnSpc>
              <a:spcBef>
                <a:spcPts val="580"/>
              </a:spcBef>
              <a:spcAft>
                <a:spcPts val="0"/>
              </a:spcAft>
              <a:buFont typeface="Wingdings 2"/>
              <a:buChar char=""/>
              <a:defRPr/>
            </a:pPr>
            <a:r>
              <a:rPr lang="en-US" sz="2400" dirty="0"/>
              <a:t>discriminator (e.g., ‘s-id’)</a:t>
            </a:r>
          </a:p>
        </p:txBody>
      </p:sp>
      <p:sp>
        <p:nvSpPr>
          <p:cNvPr id="63492" name="Text Box 4">
            <a:extLst>
              <a:ext uri="{FF2B5EF4-FFF2-40B4-BE49-F238E27FC236}">
                <a16:creationId xmlns:a16="http://schemas.microsoft.com/office/drawing/2014/main" id="{F5B295CA-216A-42F7-BAB5-4B2642A6370E}"/>
              </a:ext>
            </a:extLst>
          </p:cNvPr>
          <p:cNvSpPr txBox="1">
            <a:spLocks noChangeArrowheads="1"/>
          </p:cNvSpPr>
          <p:nvPr/>
        </p:nvSpPr>
        <p:spPr bwMode="auto">
          <a:xfrm>
            <a:off x="6038850" y="4286250"/>
            <a:ext cx="15240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COURSE</a:t>
            </a:r>
          </a:p>
        </p:txBody>
      </p:sp>
      <p:sp>
        <p:nvSpPr>
          <p:cNvPr id="63493" name="Oval 5">
            <a:extLst>
              <a:ext uri="{FF2B5EF4-FFF2-40B4-BE49-F238E27FC236}">
                <a16:creationId xmlns:a16="http://schemas.microsoft.com/office/drawing/2014/main" id="{B31498A4-8551-40D4-A909-B19E57EFDCAF}"/>
              </a:ext>
            </a:extLst>
          </p:cNvPr>
          <p:cNvSpPr>
            <a:spLocks noChangeArrowheads="1"/>
          </p:cNvSpPr>
          <p:nvPr/>
        </p:nvSpPr>
        <p:spPr bwMode="auto">
          <a:xfrm>
            <a:off x="7334250" y="3219450"/>
            <a:ext cx="1065213" cy="6477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c-id</a:t>
            </a:r>
          </a:p>
        </p:txBody>
      </p:sp>
      <p:cxnSp>
        <p:nvCxnSpPr>
          <p:cNvPr id="63494" name="AutoShape 6">
            <a:extLst>
              <a:ext uri="{FF2B5EF4-FFF2-40B4-BE49-F238E27FC236}">
                <a16:creationId xmlns:a16="http://schemas.microsoft.com/office/drawing/2014/main" id="{5889DAEA-D650-472E-BDA3-A44114A3A385}"/>
              </a:ext>
            </a:extLst>
          </p:cNvPr>
          <p:cNvCxnSpPr>
            <a:cxnSpLocks noChangeShapeType="1"/>
            <a:stCxn id="63493" idx="4"/>
            <a:endCxn id="63492" idx="0"/>
          </p:cNvCxnSpPr>
          <p:nvPr/>
        </p:nvCxnSpPr>
        <p:spPr bwMode="auto">
          <a:xfrm flipH="1">
            <a:off x="6800850" y="3886200"/>
            <a:ext cx="1066800" cy="38100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3495" name="Text Box 7">
            <a:extLst>
              <a:ext uri="{FF2B5EF4-FFF2-40B4-BE49-F238E27FC236}">
                <a16:creationId xmlns:a16="http://schemas.microsoft.com/office/drawing/2014/main" id="{5738AAD3-64A2-4D86-B605-7089550B585C}"/>
              </a:ext>
            </a:extLst>
          </p:cNvPr>
          <p:cNvSpPr txBox="1">
            <a:spLocks noChangeArrowheads="1"/>
          </p:cNvSpPr>
          <p:nvPr/>
        </p:nvSpPr>
        <p:spPr bwMode="auto">
          <a:xfrm>
            <a:off x="1600200" y="4267200"/>
            <a:ext cx="1943100" cy="533400"/>
          </a:xfrm>
          <a:prstGeom prst="rect">
            <a:avLst/>
          </a:prstGeom>
          <a:noFill/>
          <a:ln w="762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SECTION</a:t>
            </a:r>
          </a:p>
        </p:txBody>
      </p:sp>
      <p:sp>
        <p:nvSpPr>
          <p:cNvPr id="63496" name="Oval 8">
            <a:extLst>
              <a:ext uri="{FF2B5EF4-FFF2-40B4-BE49-F238E27FC236}">
                <a16:creationId xmlns:a16="http://schemas.microsoft.com/office/drawing/2014/main" id="{8809CC00-C3E4-4ECC-AE4A-5705C50157ED}"/>
              </a:ext>
            </a:extLst>
          </p:cNvPr>
          <p:cNvSpPr>
            <a:spLocks noChangeArrowheads="1"/>
          </p:cNvSpPr>
          <p:nvPr/>
        </p:nvSpPr>
        <p:spPr bwMode="auto">
          <a:xfrm>
            <a:off x="704850" y="4210050"/>
            <a:ext cx="685800" cy="4572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cxnSp>
        <p:nvCxnSpPr>
          <p:cNvPr id="63497" name="AutoShape 9">
            <a:extLst>
              <a:ext uri="{FF2B5EF4-FFF2-40B4-BE49-F238E27FC236}">
                <a16:creationId xmlns:a16="http://schemas.microsoft.com/office/drawing/2014/main" id="{A44F2CF4-0EA9-467A-8ECB-8C7DA34B0266}"/>
              </a:ext>
            </a:extLst>
          </p:cNvPr>
          <p:cNvCxnSpPr>
            <a:cxnSpLocks noChangeShapeType="1"/>
            <a:stCxn id="63496" idx="6"/>
            <a:endCxn id="63495" idx="1"/>
          </p:cNvCxnSpPr>
          <p:nvPr/>
        </p:nvCxnSpPr>
        <p:spPr bwMode="auto">
          <a:xfrm>
            <a:off x="1409700" y="4438650"/>
            <a:ext cx="152400" cy="952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3498" name="Text Box 10">
            <a:extLst>
              <a:ext uri="{FF2B5EF4-FFF2-40B4-BE49-F238E27FC236}">
                <a16:creationId xmlns:a16="http://schemas.microsoft.com/office/drawing/2014/main" id="{0333947D-9EE9-4DF8-B814-CAE376DAA601}"/>
              </a:ext>
            </a:extLst>
          </p:cNvPr>
          <p:cNvSpPr txBox="1">
            <a:spLocks noChangeArrowheads="1"/>
          </p:cNvSpPr>
          <p:nvPr/>
        </p:nvSpPr>
        <p:spPr bwMode="auto">
          <a:xfrm>
            <a:off x="704850" y="4210050"/>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s-id</a:t>
            </a:r>
          </a:p>
        </p:txBody>
      </p:sp>
      <p:sp>
        <p:nvSpPr>
          <p:cNvPr id="63499" name="AutoShape 11">
            <a:extLst>
              <a:ext uri="{FF2B5EF4-FFF2-40B4-BE49-F238E27FC236}">
                <a16:creationId xmlns:a16="http://schemas.microsoft.com/office/drawing/2014/main" id="{DB54C446-46AA-42A3-9F0C-4561DD0466EB}"/>
              </a:ext>
            </a:extLst>
          </p:cNvPr>
          <p:cNvSpPr>
            <a:spLocks noChangeArrowheads="1"/>
          </p:cNvSpPr>
          <p:nvPr/>
        </p:nvSpPr>
        <p:spPr bwMode="auto">
          <a:xfrm>
            <a:off x="4286250" y="3905250"/>
            <a:ext cx="1214438" cy="1214438"/>
          </a:xfrm>
          <a:prstGeom prst="diamond">
            <a:avLst/>
          </a:prstGeom>
          <a:noFill/>
          <a:ln w="76200" cmpd="dbl">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cxnSp>
        <p:nvCxnSpPr>
          <p:cNvPr id="63500" name="AutoShape 12">
            <a:extLst>
              <a:ext uri="{FF2B5EF4-FFF2-40B4-BE49-F238E27FC236}">
                <a16:creationId xmlns:a16="http://schemas.microsoft.com/office/drawing/2014/main" id="{E94B4419-CD24-4E3A-A7DD-C46A4748F12D}"/>
              </a:ext>
            </a:extLst>
          </p:cNvPr>
          <p:cNvCxnSpPr>
            <a:cxnSpLocks noChangeShapeType="1"/>
            <a:stCxn id="63495" idx="3"/>
            <a:endCxn id="63499" idx="1"/>
          </p:cNvCxnSpPr>
          <p:nvPr/>
        </p:nvCxnSpPr>
        <p:spPr bwMode="auto">
          <a:xfrm flipV="1">
            <a:off x="3581400" y="4513263"/>
            <a:ext cx="666750" cy="2063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63501" name="AutoShape 13">
            <a:extLst>
              <a:ext uri="{FF2B5EF4-FFF2-40B4-BE49-F238E27FC236}">
                <a16:creationId xmlns:a16="http://schemas.microsoft.com/office/drawing/2014/main" id="{71C5469C-BB30-4781-B211-0932FE9CAFC3}"/>
              </a:ext>
            </a:extLst>
          </p:cNvPr>
          <p:cNvCxnSpPr>
            <a:cxnSpLocks noChangeShapeType="1"/>
            <a:stCxn id="63499" idx="3"/>
            <a:endCxn id="63492" idx="1"/>
          </p:cNvCxnSpPr>
          <p:nvPr/>
        </p:nvCxnSpPr>
        <p:spPr bwMode="auto">
          <a:xfrm>
            <a:off x="5538788" y="4513263"/>
            <a:ext cx="481012" cy="20637"/>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63502" name="Text Box 14">
            <a:extLst>
              <a:ext uri="{FF2B5EF4-FFF2-40B4-BE49-F238E27FC236}">
                <a16:creationId xmlns:a16="http://schemas.microsoft.com/office/drawing/2014/main" id="{5185143D-220A-494F-9D80-4B8019D150E2}"/>
              </a:ext>
            </a:extLst>
          </p:cNvPr>
          <p:cNvSpPr txBox="1">
            <a:spLocks noChangeArrowheads="1"/>
          </p:cNvSpPr>
          <p:nvPr/>
        </p:nvSpPr>
        <p:spPr bwMode="auto">
          <a:xfrm>
            <a:off x="4667250" y="4210050"/>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has</a:t>
            </a:r>
          </a:p>
        </p:txBody>
      </p:sp>
      <p:sp>
        <p:nvSpPr>
          <p:cNvPr id="63503" name="Text Box 15">
            <a:extLst>
              <a:ext uri="{FF2B5EF4-FFF2-40B4-BE49-F238E27FC236}">
                <a16:creationId xmlns:a16="http://schemas.microsoft.com/office/drawing/2014/main" id="{702A0F6B-D240-44C1-A390-F320315BD3AC}"/>
              </a:ext>
            </a:extLst>
          </p:cNvPr>
          <p:cNvSpPr txBox="1">
            <a:spLocks noChangeArrowheads="1"/>
          </p:cNvSpPr>
          <p:nvPr/>
        </p:nvSpPr>
        <p:spPr bwMode="auto">
          <a:xfrm>
            <a:off x="3736975" y="394652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
        <p:nvSpPr>
          <p:cNvPr id="63504" name="Text Box 16">
            <a:extLst>
              <a:ext uri="{FF2B5EF4-FFF2-40B4-BE49-F238E27FC236}">
                <a16:creationId xmlns:a16="http://schemas.microsoft.com/office/drawing/2014/main" id="{F41D11B2-68B0-4C2A-BD2C-4A68DAD50FD5}"/>
              </a:ext>
            </a:extLst>
          </p:cNvPr>
          <p:cNvSpPr txBox="1">
            <a:spLocks noChangeArrowheads="1"/>
          </p:cNvSpPr>
          <p:nvPr/>
        </p:nvSpPr>
        <p:spPr bwMode="auto">
          <a:xfrm>
            <a:off x="5353050" y="390525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1</a:t>
            </a:r>
          </a:p>
        </p:txBody>
      </p:sp>
      <p:cxnSp>
        <p:nvCxnSpPr>
          <p:cNvPr id="63505" name="AutoShape 17">
            <a:extLst>
              <a:ext uri="{FF2B5EF4-FFF2-40B4-BE49-F238E27FC236}">
                <a16:creationId xmlns:a16="http://schemas.microsoft.com/office/drawing/2014/main" id="{74FA9C69-85F6-490C-B83A-F5187ED26BFF}"/>
              </a:ext>
            </a:extLst>
          </p:cNvPr>
          <p:cNvCxnSpPr>
            <a:cxnSpLocks noChangeShapeType="1"/>
            <a:stCxn id="63495" idx="3"/>
            <a:endCxn id="63499" idx="1"/>
          </p:cNvCxnSpPr>
          <p:nvPr/>
        </p:nvCxnSpPr>
        <p:spPr bwMode="auto">
          <a:xfrm flipV="1">
            <a:off x="3581400" y="4513263"/>
            <a:ext cx="666750" cy="20637"/>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63506" name="AutoShape 18">
            <a:extLst>
              <a:ext uri="{FF2B5EF4-FFF2-40B4-BE49-F238E27FC236}">
                <a16:creationId xmlns:a16="http://schemas.microsoft.com/office/drawing/2014/main" id="{54D3C807-08A3-4476-BE0B-8B6936061D39}"/>
              </a:ext>
            </a:extLst>
          </p:cNvPr>
          <p:cNvCxnSpPr>
            <a:cxnSpLocks noChangeShapeType="1"/>
            <a:stCxn id="63495" idx="3"/>
            <a:endCxn id="63499" idx="1"/>
          </p:cNvCxnSpPr>
          <p:nvPr/>
        </p:nvCxnSpPr>
        <p:spPr bwMode="auto">
          <a:xfrm flipV="1">
            <a:off x="3581400" y="4513263"/>
            <a:ext cx="666750" cy="20637"/>
          </a:xfrm>
          <a:prstGeom prst="straightConnector1">
            <a:avLst/>
          </a:prstGeom>
          <a:noFill/>
          <a:ln w="57150">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50A07982-C70F-44B4-AAA1-9CA004362D08}"/>
              </a:ext>
            </a:extLst>
          </p:cNvPr>
          <p:cNvSpPr>
            <a:spLocks noGrp="1" noChangeArrowheads="1"/>
          </p:cNvSpPr>
          <p:nvPr>
            <p:ph type="title"/>
          </p:nvPr>
        </p:nvSpPr>
        <p:spPr/>
        <p:txBody>
          <a:bodyPr/>
          <a:lstStyle/>
          <a:p>
            <a:pPr eaLnBrk="1" hangingPunct="1"/>
            <a:r>
              <a:rPr lang="en-US" altLang="en-US"/>
              <a:t>More details</a:t>
            </a:r>
          </a:p>
        </p:txBody>
      </p:sp>
      <p:sp>
        <p:nvSpPr>
          <p:cNvPr id="65539" name="Rectangle 3">
            <a:extLst>
              <a:ext uri="{FF2B5EF4-FFF2-40B4-BE49-F238E27FC236}">
                <a16:creationId xmlns:a16="http://schemas.microsoft.com/office/drawing/2014/main" id="{F827495F-BFE9-49A2-AC59-A0EB443EEA06}"/>
              </a:ext>
            </a:extLst>
          </p:cNvPr>
          <p:cNvSpPr>
            <a:spLocks noGrp="1" noChangeArrowheads="1"/>
          </p:cNvSpPr>
          <p:nvPr>
            <p:ph sz="quarter" idx="1"/>
          </p:nvPr>
        </p:nvSpPr>
        <p:spPr>
          <a:xfrm>
            <a:off x="457200" y="1600200"/>
            <a:ext cx="8229600" cy="4876800"/>
          </a:xfrm>
        </p:spPr>
        <p:txBody>
          <a:bodyPr/>
          <a:lstStyle/>
          <a:p>
            <a:pPr eaLnBrk="1" hangingPunct="1"/>
            <a:r>
              <a:rPr lang="en-US" altLang="en-US" sz="2800"/>
              <a:t>Entity sets of a relationship need not be distinct</a:t>
            </a:r>
          </a:p>
          <a:p>
            <a:pPr eaLnBrk="1" hangingPunct="1"/>
            <a:r>
              <a:rPr lang="en-US" altLang="en-US" sz="2800">
                <a:solidFill>
                  <a:schemeClr val="folHlink"/>
                </a:solidFill>
              </a:rPr>
              <a:t>self-relationships</a:t>
            </a:r>
            <a:r>
              <a:rPr lang="en-US" altLang="en-US" sz="2800"/>
              <a:t> – example ?</a:t>
            </a:r>
          </a:p>
          <a:p>
            <a:pPr eaLnBrk="1" hangingPunct="1"/>
            <a:endParaRPr lang="en-US" altLang="en-US" sz="2800"/>
          </a:p>
          <a:p>
            <a:pPr eaLnBrk="1" hangingPunct="1"/>
            <a:endParaRPr lang="en-US" altLang="en-US" sz="2800"/>
          </a:p>
          <a:p>
            <a:pPr eaLnBrk="1" hangingPunct="1"/>
            <a:endParaRPr lang="en-US" altLang="en-US" sz="2800"/>
          </a:p>
          <a:p>
            <a:pPr eaLnBrk="1" hangingPunct="1"/>
            <a:endParaRPr lang="en-US" altLang="en-US" sz="2800"/>
          </a:p>
          <a:p>
            <a:pPr eaLnBrk="1" hangingPunct="1"/>
            <a:endParaRPr lang="en-US" altLang="en-US" sz="2800"/>
          </a:p>
          <a:p>
            <a:pPr eaLnBrk="1" hangingPunct="1"/>
            <a:r>
              <a:rPr lang="en-US" altLang="en-US" sz="2800"/>
              <a:t>Usually different “</a:t>
            </a:r>
            <a:r>
              <a:rPr lang="en-US" altLang="en-US" sz="2800">
                <a:solidFill>
                  <a:schemeClr val="folHlink"/>
                </a:solidFill>
              </a:rPr>
              <a:t>roles</a:t>
            </a:r>
            <a:r>
              <a:rPr lang="en-US" altLang="en-US" sz="2800"/>
              <a:t>” are indicated by labeling the lines that connect diamonds to rectangles</a:t>
            </a:r>
          </a:p>
        </p:txBody>
      </p:sp>
      <p:grpSp>
        <p:nvGrpSpPr>
          <p:cNvPr id="65540" name="Group 4">
            <a:extLst>
              <a:ext uri="{FF2B5EF4-FFF2-40B4-BE49-F238E27FC236}">
                <a16:creationId xmlns:a16="http://schemas.microsoft.com/office/drawing/2014/main" id="{8EAD4571-B6F0-4601-811A-6F0B7656004D}"/>
              </a:ext>
            </a:extLst>
          </p:cNvPr>
          <p:cNvGrpSpPr>
            <a:grpSpLocks/>
          </p:cNvGrpSpPr>
          <p:nvPr/>
        </p:nvGrpSpPr>
        <p:grpSpPr bwMode="auto">
          <a:xfrm>
            <a:off x="1371600" y="2743200"/>
            <a:ext cx="6027738" cy="2041525"/>
            <a:chOff x="1440" y="1284"/>
            <a:chExt cx="3797" cy="1286"/>
          </a:xfrm>
        </p:grpSpPr>
        <p:sp>
          <p:nvSpPr>
            <p:cNvPr id="65541" name="Text Box 5">
              <a:extLst>
                <a:ext uri="{FF2B5EF4-FFF2-40B4-BE49-F238E27FC236}">
                  <a16:creationId xmlns:a16="http://schemas.microsoft.com/office/drawing/2014/main" id="{0125716B-B55F-4CAE-8CC7-6B0D0AC9D3E7}"/>
                </a:ext>
              </a:extLst>
            </p:cNvPr>
            <p:cNvSpPr txBox="1">
              <a:spLocks noChangeArrowheads="1"/>
            </p:cNvSpPr>
            <p:nvPr/>
          </p:nvSpPr>
          <p:spPr bwMode="auto">
            <a:xfrm>
              <a:off x="1440" y="2160"/>
              <a:ext cx="1392" cy="312"/>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EMPLOYEE</a:t>
              </a:r>
            </a:p>
          </p:txBody>
        </p:sp>
        <p:sp>
          <p:nvSpPr>
            <p:cNvPr id="65542" name="AutoShape 6">
              <a:extLst>
                <a:ext uri="{FF2B5EF4-FFF2-40B4-BE49-F238E27FC236}">
                  <a16:creationId xmlns:a16="http://schemas.microsoft.com/office/drawing/2014/main" id="{D8D05F81-3C58-4BE2-83BB-4A01E5829D63}"/>
                </a:ext>
              </a:extLst>
            </p:cNvPr>
            <p:cNvSpPr>
              <a:spLocks noChangeArrowheads="1"/>
            </p:cNvSpPr>
            <p:nvPr/>
          </p:nvSpPr>
          <p:spPr bwMode="auto">
            <a:xfrm>
              <a:off x="3504" y="1296"/>
              <a:ext cx="765" cy="765"/>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65543" name="Text Box 7">
              <a:extLst>
                <a:ext uri="{FF2B5EF4-FFF2-40B4-BE49-F238E27FC236}">
                  <a16:creationId xmlns:a16="http://schemas.microsoft.com/office/drawing/2014/main" id="{95029332-5E86-419F-9FE6-DE3308765388}"/>
                </a:ext>
              </a:extLst>
            </p:cNvPr>
            <p:cNvSpPr txBox="1">
              <a:spLocks noChangeArrowheads="1"/>
            </p:cNvSpPr>
            <p:nvPr/>
          </p:nvSpPr>
          <p:spPr bwMode="auto">
            <a:xfrm>
              <a:off x="4406" y="1562"/>
              <a:ext cx="83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manages</a:t>
              </a:r>
            </a:p>
          </p:txBody>
        </p:sp>
        <p:cxnSp>
          <p:nvCxnSpPr>
            <p:cNvPr id="65544" name="AutoShape 8">
              <a:extLst>
                <a:ext uri="{FF2B5EF4-FFF2-40B4-BE49-F238E27FC236}">
                  <a16:creationId xmlns:a16="http://schemas.microsoft.com/office/drawing/2014/main" id="{B3B8F469-A697-480A-963E-80C114A09A71}"/>
                </a:ext>
              </a:extLst>
            </p:cNvPr>
            <p:cNvCxnSpPr>
              <a:cxnSpLocks noChangeShapeType="1"/>
              <a:stCxn id="65541" idx="0"/>
              <a:endCxn id="65542" idx="0"/>
            </p:cNvCxnSpPr>
            <p:nvPr/>
          </p:nvCxnSpPr>
          <p:spPr bwMode="auto">
            <a:xfrm flipV="1">
              <a:off x="2136" y="1284"/>
              <a:ext cx="1751" cy="864"/>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65545" name="AutoShape 9">
              <a:extLst>
                <a:ext uri="{FF2B5EF4-FFF2-40B4-BE49-F238E27FC236}">
                  <a16:creationId xmlns:a16="http://schemas.microsoft.com/office/drawing/2014/main" id="{73313F32-7995-4E06-85F6-C5FA53493B7E}"/>
                </a:ext>
              </a:extLst>
            </p:cNvPr>
            <p:cNvCxnSpPr>
              <a:cxnSpLocks noChangeShapeType="1"/>
              <a:stCxn id="65542" idx="2"/>
              <a:endCxn id="65541" idx="3"/>
            </p:cNvCxnSpPr>
            <p:nvPr/>
          </p:nvCxnSpPr>
          <p:spPr bwMode="auto">
            <a:xfrm flipH="1">
              <a:off x="2844" y="2073"/>
              <a:ext cx="1043" cy="243"/>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sp>
          <p:nvSpPr>
            <p:cNvPr id="65546" name="Text Box 10">
              <a:extLst>
                <a:ext uri="{FF2B5EF4-FFF2-40B4-BE49-F238E27FC236}">
                  <a16:creationId xmlns:a16="http://schemas.microsoft.com/office/drawing/2014/main" id="{871972D5-52F9-4159-8D90-4989E2BBF235}"/>
                </a:ext>
              </a:extLst>
            </p:cNvPr>
            <p:cNvSpPr txBox="1">
              <a:spLocks noChangeArrowheads="1"/>
            </p:cNvSpPr>
            <p:nvPr/>
          </p:nvSpPr>
          <p:spPr bwMode="auto">
            <a:xfrm>
              <a:off x="2102" y="170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1</a:t>
              </a:r>
            </a:p>
          </p:txBody>
        </p:sp>
        <p:sp>
          <p:nvSpPr>
            <p:cNvPr id="65547" name="Text Box 11">
              <a:extLst>
                <a:ext uri="{FF2B5EF4-FFF2-40B4-BE49-F238E27FC236}">
                  <a16:creationId xmlns:a16="http://schemas.microsoft.com/office/drawing/2014/main" id="{9F67C216-9EF2-4949-8FA6-7A05AC62E7B5}"/>
                </a:ext>
              </a:extLst>
            </p:cNvPr>
            <p:cNvSpPr txBox="1">
              <a:spLocks noChangeArrowheads="1"/>
            </p:cNvSpPr>
            <p:nvPr/>
          </p:nvSpPr>
          <p:spPr bwMode="auto">
            <a:xfrm>
              <a:off x="2966" y="2282"/>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N</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E05074E6-6745-4594-8C0D-050BC58C08B9}"/>
              </a:ext>
            </a:extLst>
          </p:cNvPr>
          <p:cNvSpPr>
            <a:spLocks noGrp="1" noChangeArrowheads="1"/>
          </p:cNvSpPr>
          <p:nvPr>
            <p:ph type="title"/>
          </p:nvPr>
        </p:nvSpPr>
        <p:spPr/>
        <p:txBody>
          <a:bodyPr/>
          <a:lstStyle/>
          <a:p>
            <a:pPr eaLnBrk="1" hangingPunct="1"/>
            <a:r>
              <a:rPr lang="en-US" altLang="en-US"/>
              <a:t>More details</a:t>
            </a:r>
          </a:p>
        </p:txBody>
      </p:sp>
      <p:sp>
        <p:nvSpPr>
          <p:cNvPr id="22531" name="Rectangle 3">
            <a:extLst>
              <a:ext uri="{FF2B5EF4-FFF2-40B4-BE49-F238E27FC236}">
                <a16:creationId xmlns:a16="http://schemas.microsoft.com/office/drawing/2014/main" id="{E552ED57-993C-4E94-819C-E4A887609074}"/>
              </a:ext>
            </a:extLst>
          </p:cNvPr>
          <p:cNvSpPr>
            <a:spLocks noGrp="1" noChangeArrowheads="1"/>
          </p:cNvSpPr>
          <p:nvPr>
            <p:ph sz="quarter" idx="1"/>
          </p:nvPr>
        </p:nvSpPr>
        <p:spPr>
          <a:xfrm>
            <a:off x="1143000" y="1524000"/>
            <a:ext cx="7696200" cy="609600"/>
          </a:xfrm>
        </p:spPr>
        <p:txBody>
          <a:bodyPr>
            <a:normAutofit fontScale="70000" lnSpcReduction="20000"/>
          </a:bodyPr>
          <a:lstStyle/>
          <a:p>
            <a:pPr marL="274320" indent="-274320" eaLnBrk="1" fontAlgn="auto" hangingPunct="1">
              <a:lnSpc>
                <a:spcPct val="90000"/>
              </a:lnSpc>
              <a:spcBef>
                <a:spcPts val="580"/>
              </a:spcBef>
              <a:spcAft>
                <a:spcPts val="0"/>
              </a:spcAft>
              <a:buFont typeface="Wingdings 2"/>
              <a:buChar char=""/>
              <a:defRPr/>
            </a:pPr>
            <a:r>
              <a:rPr lang="en-US" sz="2800" dirty="0"/>
              <a:t>Binary relationships</a:t>
            </a:r>
          </a:p>
          <a:p>
            <a:pPr marL="274320" indent="-274320" eaLnBrk="1" fontAlgn="auto" hangingPunct="1">
              <a:lnSpc>
                <a:spcPct val="90000"/>
              </a:lnSpc>
              <a:spcBef>
                <a:spcPts val="580"/>
              </a:spcBef>
              <a:spcAft>
                <a:spcPts val="0"/>
              </a:spcAft>
              <a:buFont typeface="Wingdings 2"/>
              <a:buChar char=""/>
              <a:defRPr/>
            </a:pPr>
            <a:r>
              <a:rPr lang="en-US" sz="2800" dirty="0"/>
              <a:t>3-way and k-way relationships?</a:t>
            </a:r>
          </a:p>
        </p:txBody>
      </p:sp>
      <p:sp>
        <p:nvSpPr>
          <p:cNvPr id="67588" name="Text Box 4">
            <a:extLst>
              <a:ext uri="{FF2B5EF4-FFF2-40B4-BE49-F238E27FC236}">
                <a16:creationId xmlns:a16="http://schemas.microsoft.com/office/drawing/2014/main" id="{CC9E925B-7199-484A-AB9B-F814BD3F657C}"/>
              </a:ext>
            </a:extLst>
          </p:cNvPr>
          <p:cNvSpPr txBox="1">
            <a:spLocks noChangeArrowheads="1"/>
          </p:cNvSpPr>
          <p:nvPr/>
        </p:nvSpPr>
        <p:spPr bwMode="auto">
          <a:xfrm>
            <a:off x="1143000" y="3352800"/>
            <a:ext cx="22098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EMPLOYEE</a:t>
            </a:r>
          </a:p>
        </p:txBody>
      </p:sp>
      <p:sp>
        <p:nvSpPr>
          <p:cNvPr id="67589" name="AutoShape 5">
            <a:extLst>
              <a:ext uri="{FF2B5EF4-FFF2-40B4-BE49-F238E27FC236}">
                <a16:creationId xmlns:a16="http://schemas.microsoft.com/office/drawing/2014/main" id="{8A025573-A3B8-4C76-A0C7-79A86E747022}"/>
              </a:ext>
            </a:extLst>
          </p:cNvPr>
          <p:cNvSpPr>
            <a:spLocks noChangeArrowheads="1"/>
          </p:cNvSpPr>
          <p:nvPr/>
        </p:nvSpPr>
        <p:spPr bwMode="auto">
          <a:xfrm>
            <a:off x="4343400" y="2971800"/>
            <a:ext cx="1214438" cy="1290638"/>
          </a:xfrm>
          <a:prstGeom prst="diamond">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67590" name="Text Box 6">
            <a:extLst>
              <a:ext uri="{FF2B5EF4-FFF2-40B4-BE49-F238E27FC236}">
                <a16:creationId xmlns:a16="http://schemas.microsoft.com/office/drawing/2014/main" id="{277933E1-442E-4D57-8586-0CCA5974D49E}"/>
              </a:ext>
            </a:extLst>
          </p:cNvPr>
          <p:cNvSpPr txBox="1">
            <a:spLocks noChangeArrowheads="1"/>
          </p:cNvSpPr>
          <p:nvPr/>
        </p:nvSpPr>
        <p:spPr bwMode="auto">
          <a:xfrm>
            <a:off x="4495800" y="3429000"/>
            <a:ext cx="77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uses</a:t>
            </a:r>
          </a:p>
        </p:txBody>
      </p:sp>
      <p:cxnSp>
        <p:nvCxnSpPr>
          <p:cNvPr id="67591" name="AutoShape 7">
            <a:extLst>
              <a:ext uri="{FF2B5EF4-FFF2-40B4-BE49-F238E27FC236}">
                <a16:creationId xmlns:a16="http://schemas.microsoft.com/office/drawing/2014/main" id="{EAE832E0-AEFE-41A0-9FBE-3A3D556173CA}"/>
              </a:ext>
            </a:extLst>
          </p:cNvPr>
          <p:cNvCxnSpPr>
            <a:cxnSpLocks noChangeShapeType="1"/>
            <a:stCxn id="67588" idx="3"/>
            <a:endCxn id="67589" idx="1"/>
          </p:cNvCxnSpPr>
          <p:nvPr/>
        </p:nvCxnSpPr>
        <p:spPr bwMode="auto">
          <a:xfrm>
            <a:off x="3371850" y="3600450"/>
            <a:ext cx="952500" cy="17463"/>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sp>
        <p:nvSpPr>
          <p:cNvPr id="67592" name="Text Box 8">
            <a:extLst>
              <a:ext uri="{FF2B5EF4-FFF2-40B4-BE49-F238E27FC236}">
                <a16:creationId xmlns:a16="http://schemas.microsoft.com/office/drawing/2014/main" id="{3B7CF344-04C0-4D1C-9705-C8E231B1F0AB}"/>
              </a:ext>
            </a:extLst>
          </p:cNvPr>
          <p:cNvSpPr txBox="1">
            <a:spLocks noChangeArrowheads="1"/>
          </p:cNvSpPr>
          <p:nvPr/>
        </p:nvSpPr>
        <p:spPr bwMode="auto">
          <a:xfrm>
            <a:off x="3886200" y="4876800"/>
            <a:ext cx="22098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PROJECT</a:t>
            </a:r>
          </a:p>
        </p:txBody>
      </p:sp>
      <p:sp>
        <p:nvSpPr>
          <p:cNvPr id="67593" name="Text Box 9">
            <a:extLst>
              <a:ext uri="{FF2B5EF4-FFF2-40B4-BE49-F238E27FC236}">
                <a16:creationId xmlns:a16="http://schemas.microsoft.com/office/drawing/2014/main" id="{9157729F-963E-4C8E-AD79-B53C681A5D27}"/>
              </a:ext>
            </a:extLst>
          </p:cNvPr>
          <p:cNvSpPr txBox="1">
            <a:spLocks noChangeArrowheads="1"/>
          </p:cNvSpPr>
          <p:nvPr/>
        </p:nvSpPr>
        <p:spPr bwMode="auto">
          <a:xfrm>
            <a:off x="6019800" y="3352800"/>
            <a:ext cx="22098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TOOL</a:t>
            </a:r>
          </a:p>
        </p:txBody>
      </p:sp>
      <p:cxnSp>
        <p:nvCxnSpPr>
          <p:cNvPr id="67594" name="AutoShape 10">
            <a:extLst>
              <a:ext uri="{FF2B5EF4-FFF2-40B4-BE49-F238E27FC236}">
                <a16:creationId xmlns:a16="http://schemas.microsoft.com/office/drawing/2014/main" id="{9ED20783-05E3-481A-9DB8-D8C025EA6A13}"/>
              </a:ext>
            </a:extLst>
          </p:cNvPr>
          <p:cNvCxnSpPr>
            <a:cxnSpLocks noChangeShapeType="1"/>
            <a:stCxn id="67589" idx="2"/>
            <a:endCxn id="67592" idx="0"/>
          </p:cNvCxnSpPr>
          <p:nvPr/>
        </p:nvCxnSpPr>
        <p:spPr bwMode="auto">
          <a:xfrm rot="16200000" flipH="1">
            <a:off x="4663282" y="4548981"/>
            <a:ext cx="614362" cy="41275"/>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67595" name="AutoShape 11">
            <a:extLst>
              <a:ext uri="{FF2B5EF4-FFF2-40B4-BE49-F238E27FC236}">
                <a16:creationId xmlns:a16="http://schemas.microsoft.com/office/drawing/2014/main" id="{051E6EFB-6569-457B-8863-1A8CD1C3476E}"/>
              </a:ext>
            </a:extLst>
          </p:cNvPr>
          <p:cNvCxnSpPr>
            <a:cxnSpLocks noChangeShapeType="1"/>
            <a:stCxn id="67589" idx="3"/>
            <a:endCxn id="67593" idx="1"/>
          </p:cNvCxnSpPr>
          <p:nvPr/>
        </p:nvCxnSpPr>
        <p:spPr bwMode="auto">
          <a:xfrm flipV="1">
            <a:off x="5576888" y="3600450"/>
            <a:ext cx="423862" cy="17463"/>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sp>
        <p:nvSpPr>
          <p:cNvPr id="67596" name="Text Box 12">
            <a:extLst>
              <a:ext uri="{FF2B5EF4-FFF2-40B4-BE49-F238E27FC236}">
                <a16:creationId xmlns:a16="http://schemas.microsoft.com/office/drawing/2014/main" id="{821A2BBD-939F-4D8B-8140-DB3C38A906A4}"/>
              </a:ext>
            </a:extLst>
          </p:cNvPr>
          <p:cNvSpPr txBox="1">
            <a:spLocks noChangeArrowheads="1"/>
          </p:cNvSpPr>
          <p:nvPr/>
        </p:nvSpPr>
        <p:spPr bwMode="auto">
          <a:xfrm>
            <a:off x="3413125" y="2936875"/>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
        <p:nvSpPr>
          <p:cNvPr id="67597" name="Text Box 13">
            <a:extLst>
              <a:ext uri="{FF2B5EF4-FFF2-40B4-BE49-F238E27FC236}">
                <a16:creationId xmlns:a16="http://schemas.microsoft.com/office/drawing/2014/main" id="{0B42BD80-A68E-4DF4-B89E-89393C4E3140}"/>
              </a:ext>
            </a:extLst>
          </p:cNvPr>
          <p:cNvSpPr txBox="1">
            <a:spLocks noChangeArrowheads="1"/>
          </p:cNvSpPr>
          <p:nvPr/>
        </p:nvSpPr>
        <p:spPr bwMode="auto">
          <a:xfrm>
            <a:off x="5486400" y="2971800"/>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
        <p:nvSpPr>
          <p:cNvPr id="67598" name="Text Box 14">
            <a:extLst>
              <a:ext uri="{FF2B5EF4-FFF2-40B4-BE49-F238E27FC236}">
                <a16:creationId xmlns:a16="http://schemas.microsoft.com/office/drawing/2014/main" id="{A16866ED-8D1D-4AD4-96D2-74351366F727}"/>
              </a:ext>
            </a:extLst>
          </p:cNvPr>
          <p:cNvSpPr txBox="1">
            <a:spLocks noChangeArrowheads="1"/>
          </p:cNvSpPr>
          <p:nvPr/>
        </p:nvSpPr>
        <p:spPr bwMode="auto">
          <a:xfrm>
            <a:off x="5257800" y="4343400"/>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CC78EC03-8975-4A6B-84A6-0EAFE3E22776}"/>
              </a:ext>
            </a:extLst>
          </p:cNvPr>
          <p:cNvSpPr>
            <a:spLocks noGrp="1" noChangeArrowheads="1"/>
          </p:cNvSpPr>
          <p:nvPr>
            <p:ph type="title"/>
          </p:nvPr>
        </p:nvSpPr>
        <p:spPr/>
        <p:txBody>
          <a:bodyPr/>
          <a:lstStyle/>
          <a:p>
            <a:pPr eaLnBrk="1" hangingPunct="1"/>
            <a:r>
              <a:rPr lang="en-US" altLang="en-US"/>
              <a:t>More details - attributes</a:t>
            </a:r>
          </a:p>
        </p:txBody>
      </p:sp>
      <p:sp>
        <p:nvSpPr>
          <p:cNvPr id="69635" name="Rectangle 3">
            <a:extLst>
              <a:ext uri="{FF2B5EF4-FFF2-40B4-BE49-F238E27FC236}">
                <a16:creationId xmlns:a16="http://schemas.microsoft.com/office/drawing/2014/main" id="{10EAE661-237F-4A9D-9240-FEF7163F7761}"/>
              </a:ext>
            </a:extLst>
          </p:cNvPr>
          <p:cNvSpPr>
            <a:spLocks noGrp="1" noChangeArrowheads="1"/>
          </p:cNvSpPr>
          <p:nvPr>
            <p:ph sz="quarter" idx="1"/>
          </p:nvPr>
        </p:nvSpPr>
        <p:spPr>
          <a:xfrm>
            <a:off x="381000" y="1600200"/>
            <a:ext cx="8229600" cy="4937125"/>
          </a:xfrm>
        </p:spPr>
        <p:txBody>
          <a:bodyPr/>
          <a:lstStyle/>
          <a:p>
            <a:pPr eaLnBrk="1" hangingPunct="1">
              <a:lnSpc>
                <a:spcPct val="90000"/>
              </a:lnSpc>
            </a:pPr>
            <a:r>
              <a:rPr lang="en-US" altLang="en-US" sz="2400">
                <a:solidFill>
                  <a:schemeClr val="folHlink"/>
                </a:solidFill>
              </a:rPr>
              <a:t>superkey</a:t>
            </a:r>
            <a:r>
              <a:rPr lang="en-US" altLang="en-US" sz="2400"/>
              <a:t>: a set of one or more attributes whose values uniquely determine each entity (e.g., (ssn, address) )</a:t>
            </a:r>
          </a:p>
          <a:p>
            <a:pPr eaLnBrk="1" hangingPunct="1">
              <a:lnSpc>
                <a:spcPct val="90000"/>
              </a:lnSpc>
            </a:pPr>
            <a:r>
              <a:rPr lang="en-US" altLang="en-US" sz="2400">
                <a:solidFill>
                  <a:schemeClr val="folHlink"/>
                </a:solidFill>
              </a:rPr>
              <a:t>candidate key</a:t>
            </a:r>
            <a:r>
              <a:rPr lang="en-US" altLang="en-US" sz="2400"/>
              <a:t>: a </a:t>
            </a:r>
            <a:r>
              <a:rPr lang="en-US" altLang="en-US" sz="2400">
                <a:solidFill>
                  <a:schemeClr val="folHlink"/>
                </a:solidFill>
              </a:rPr>
              <a:t>minimal</a:t>
            </a:r>
            <a:r>
              <a:rPr lang="en-US" altLang="en-US" sz="2400"/>
              <a:t> super key (e.g., ssn; employee#)</a:t>
            </a:r>
          </a:p>
          <a:p>
            <a:pPr eaLnBrk="1" hangingPunct="1">
              <a:lnSpc>
                <a:spcPct val="90000"/>
              </a:lnSpc>
            </a:pPr>
            <a:r>
              <a:rPr lang="en-US" altLang="en-US" sz="2400">
                <a:solidFill>
                  <a:schemeClr val="folHlink"/>
                </a:solidFill>
              </a:rPr>
              <a:t>primary key</a:t>
            </a:r>
            <a:r>
              <a:rPr lang="en-US" altLang="en-US" sz="2400"/>
              <a:t>: a cand. key, chosen by DBA</a:t>
            </a:r>
          </a:p>
          <a:p>
            <a:pPr eaLnBrk="1" hangingPunct="1">
              <a:lnSpc>
                <a:spcPct val="90000"/>
              </a:lnSpc>
            </a:pPr>
            <a:r>
              <a:rPr lang="en-US" altLang="en-US" sz="2400"/>
              <a:t>multivalued or set-valued attributes (e.g., ‘dependents’ for EMPLOYEE)</a:t>
            </a:r>
          </a:p>
          <a:p>
            <a:pPr eaLnBrk="1" hangingPunct="1">
              <a:lnSpc>
                <a:spcPct val="90000"/>
              </a:lnSpc>
            </a:pPr>
            <a:r>
              <a:rPr lang="en-US" altLang="en-US" sz="2400"/>
              <a:t>derived attributes (e.g., 15% tip)</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4D348D09-86DD-4983-A239-20F21C5881C3}"/>
              </a:ext>
            </a:extLst>
          </p:cNvPr>
          <p:cNvSpPr>
            <a:spLocks noGrp="1" noChangeArrowheads="1"/>
          </p:cNvSpPr>
          <p:nvPr>
            <p:ph type="title"/>
          </p:nvPr>
        </p:nvSpPr>
        <p:spPr/>
        <p:txBody>
          <a:bodyPr>
            <a:normAutofit fontScale="90000"/>
          </a:bodyPr>
          <a:lstStyle/>
          <a:p>
            <a:pPr eaLnBrk="1" fontAlgn="auto" hangingPunct="1">
              <a:spcAft>
                <a:spcPts val="0"/>
              </a:spcAft>
              <a:defRPr/>
            </a:pPr>
            <a:r>
              <a:rPr lang="en-US" sz="3600"/>
              <a:t>Extended ER features: Specialization</a:t>
            </a:r>
          </a:p>
        </p:txBody>
      </p:sp>
      <p:sp>
        <p:nvSpPr>
          <p:cNvPr id="71683" name="Rectangle 3">
            <a:extLst>
              <a:ext uri="{FF2B5EF4-FFF2-40B4-BE49-F238E27FC236}">
                <a16:creationId xmlns:a16="http://schemas.microsoft.com/office/drawing/2014/main" id="{8DCCAE29-D32A-421C-8D53-E801F8FA412E}"/>
              </a:ext>
            </a:extLst>
          </p:cNvPr>
          <p:cNvSpPr>
            <a:spLocks noGrp="1" noChangeArrowheads="1"/>
          </p:cNvSpPr>
          <p:nvPr>
            <p:ph type="body" idx="4294967295"/>
          </p:nvPr>
        </p:nvSpPr>
        <p:spPr>
          <a:xfrm>
            <a:off x="0" y="1752600"/>
            <a:ext cx="3657600" cy="3124200"/>
          </a:xfrm>
        </p:spPr>
        <p:txBody>
          <a:bodyPr/>
          <a:lstStyle/>
          <a:p>
            <a:pPr eaLnBrk="1" hangingPunct="1"/>
            <a:r>
              <a:rPr lang="en-US" altLang="en-US" sz="2400"/>
              <a:t>e.g., students: part time (#credit-hours) and full time (major)</a:t>
            </a:r>
          </a:p>
        </p:txBody>
      </p:sp>
      <p:sp>
        <p:nvSpPr>
          <p:cNvPr id="71684" name="Text Box 4">
            <a:extLst>
              <a:ext uri="{FF2B5EF4-FFF2-40B4-BE49-F238E27FC236}">
                <a16:creationId xmlns:a16="http://schemas.microsoft.com/office/drawing/2014/main" id="{BA03DC4A-4332-436A-8D8B-A43933877EEA}"/>
              </a:ext>
            </a:extLst>
          </p:cNvPr>
          <p:cNvSpPr txBox="1">
            <a:spLocks noChangeArrowheads="1"/>
          </p:cNvSpPr>
          <p:nvPr/>
        </p:nvSpPr>
        <p:spPr bwMode="auto">
          <a:xfrm>
            <a:off x="5410200" y="3276600"/>
            <a:ext cx="19050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STUDENT</a:t>
            </a:r>
          </a:p>
        </p:txBody>
      </p:sp>
      <p:sp>
        <p:nvSpPr>
          <p:cNvPr id="71685" name="Oval 5">
            <a:extLst>
              <a:ext uri="{FF2B5EF4-FFF2-40B4-BE49-F238E27FC236}">
                <a16:creationId xmlns:a16="http://schemas.microsoft.com/office/drawing/2014/main" id="{E7F2EBC4-39C2-4167-B01A-74D667AD6833}"/>
              </a:ext>
            </a:extLst>
          </p:cNvPr>
          <p:cNvSpPr>
            <a:spLocks noChangeArrowheads="1"/>
          </p:cNvSpPr>
          <p:nvPr/>
        </p:nvSpPr>
        <p:spPr bwMode="auto">
          <a:xfrm>
            <a:off x="4343400" y="2362200"/>
            <a:ext cx="1371600" cy="6477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name</a:t>
            </a:r>
          </a:p>
        </p:txBody>
      </p:sp>
      <p:sp>
        <p:nvSpPr>
          <p:cNvPr id="71686" name="Oval 6">
            <a:extLst>
              <a:ext uri="{FF2B5EF4-FFF2-40B4-BE49-F238E27FC236}">
                <a16:creationId xmlns:a16="http://schemas.microsoft.com/office/drawing/2014/main" id="{24DA863C-BC95-4DAC-8877-79A21588C5F9}"/>
              </a:ext>
            </a:extLst>
          </p:cNvPr>
          <p:cNvSpPr>
            <a:spLocks noChangeArrowheads="1"/>
          </p:cNvSpPr>
          <p:nvPr/>
        </p:nvSpPr>
        <p:spPr bwMode="auto">
          <a:xfrm>
            <a:off x="4191000" y="3429000"/>
            <a:ext cx="685800" cy="4572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71687" name="Text Box 7">
            <a:extLst>
              <a:ext uri="{FF2B5EF4-FFF2-40B4-BE49-F238E27FC236}">
                <a16:creationId xmlns:a16="http://schemas.microsoft.com/office/drawing/2014/main" id="{DF263A76-E7C3-4F71-AA06-155A4B76BBFD}"/>
              </a:ext>
            </a:extLst>
          </p:cNvPr>
          <p:cNvSpPr txBox="1">
            <a:spLocks noChangeArrowheads="1"/>
          </p:cNvSpPr>
          <p:nvPr/>
        </p:nvSpPr>
        <p:spPr bwMode="auto">
          <a:xfrm>
            <a:off x="4267200" y="3352800"/>
            <a:ext cx="5921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ssn</a:t>
            </a:r>
            <a:endParaRPr lang="en-US" altLang="en-US" sz="2400" b="1">
              <a:latin typeface="Times New Roman" panose="02020603050405020304" pitchFamily="18" charset="0"/>
            </a:endParaRPr>
          </a:p>
        </p:txBody>
      </p:sp>
      <p:cxnSp>
        <p:nvCxnSpPr>
          <p:cNvPr id="71688" name="AutoShape 8">
            <a:extLst>
              <a:ext uri="{FF2B5EF4-FFF2-40B4-BE49-F238E27FC236}">
                <a16:creationId xmlns:a16="http://schemas.microsoft.com/office/drawing/2014/main" id="{4CC306A5-CBEB-4F70-87DB-FC9C7C5F7DDC}"/>
              </a:ext>
            </a:extLst>
          </p:cNvPr>
          <p:cNvCxnSpPr>
            <a:cxnSpLocks noChangeShapeType="1"/>
            <a:stCxn id="71685" idx="5"/>
            <a:endCxn id="71684" idx="0"/>
          </p:cNvCxnSpPr>
          <p:nvPr/>
        </p:nvCxnSpPr>
        <p:spPr bwMode="auto">
          <a:xfrm>
            <a:off x="5513388" y="2933700"/>
            <a:ext cx="849312" cy="323850"/>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1689" name="AutoShape 9">
            <a:extLst>
              <a:ext uri="{FF2B5EF4-FFF2-40B4-BE49-F238E27FC236}">
                <a16:creationId xmlns:a16="http://schemas.microsoft.com/office/drawing/2014/main" id="{C26DB7DD-FB84-4D42-B3DF-B3F7509FB19E}"/>
              </a:ext>
            </a:extLst>
          </p:cNvPr>
          <p:cNvCxnSpPr>
            <a:cxnSpLocks noChangeShapeType="1"/>
            <a:stCxn id="71687" idx="3"/>
            <a:endCxn id="71684" idx="1"/>
          </p:cNvCxnSpPr>
          <p:nvPr/>
        </p:nvCxnSpPr>
        <p:spPr bwMode="auto">
          <a:xfrm flipV="1">
            <a:off x="4859338" y="3524250"/>
            <a:ext cx="531812" cy="5715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sp>
        <p:nvSpPr>
          <p:cNvPr id="71690" name="Text Box 10">
            <a:extLst>
              <a:ext uri="{FF2B5EF4-FFF2-40B4-BE49-F238E27FC236}">
                <a16:creationId xmlns:a16="http://schemas.microsoft.com/office/drawing/2014/main" id="{46AD4F06-1ED4-412B-864C-607C9FDBC33B}"/>
              </a:ext>
            </a:extLst>
          </p:cNvPr>
          <p:cNvSpPr txBox="1">
            <a:spLocks noChangeArrowheads="1"/>
          </p:cNvSpPr>
          <p:nvPr/>
        </p:nvSpPr>
        <p:spPr bwMode="auto">
          <a:xfrm>
            <a:off x="6324600" y="5029200"/>
            <a:ext cx="24384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PT-STUDENT</a:t>
            </a:r>
          </a:p>
        </p:txBody>
      </p:sp>
      <p:sp>
        <p:nvSpPr>
          <p:cNvPr id="71691" name="Oval 11">
            <a:extLst>
              <a:ext uri="{FF2B5EF4-FFF2-40B4-BE49-F238E27FC236}">
                <a16:creationId xmlns:a16="http://schemas.microsoft.com/office/drawing/2014/main" id="{C35EE603-0C31-42D1-9199-4B8A96A4F43D}"/>
              </a:ext>
            </a:extLst>
          </p:cNvPr>
          <p:cNvSpPr>
            <a:spLocks noChangeArrowheads="1"/>
          </p:cNvSpPr>
          <p:nvPr/>
        </p:nvSpPr>
        <p:spPr bwMode="auto">
          <a:xfrm>
            <a:off x="6858000" y="5943600"/>
            <a:ext cx="1524000" cy="4572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71692" name="Text Box 12">
            <a:extLst>
              <a:ext uri="{FF2B5EF4-FFF2-40B4-BE49-F238E27FC236}">
                <a16:creationId xmlns:a16="http://schemas.microsoft.com/office/drawing/2014/main" id="{E7A1ECF0-299D-4B83-A476-E0B749616F94}"/>
              </a:ext>
            </a:extLst>
          </p:cNvPr>
          <p:cNvSpPr txBox="1">
            <a:spLocks noChangeArrowheads="1"/>
          </p:cNvSpPr>
          <p:nvPr/>
        </p:nvSpPr>
        <p:spPr bwMode="auto">
          <a:xfrm>
            <a:off x="6858000" y="5943600"/>
            <a:ext cx="1216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u="sng">
                <a:latin typeface="Times New Roman" panose="02020603050405020304" pitchFamily="18" charset="0"/>
              </a:rPr>
              <a:t>#</a:t>
            </a:r>
            <a:r>
              <a:rPr lang="en-US" altLang="en-US" sz="2400" b="1">
                <a:latin typeface="Times New Roman" panose="02020603050405020304" pitchFamily="18" charset="0"/>
              </a:rPr>
              <a:t>credits</a:t>
            </a:r>
          </a:p>
        </p:txBody>
      </p:sp>
      <p:sp>
        <p:nvSpPr>
          <p:cNvPr id="71693" name="Text Box 13">
            <a:extLst>
              <a:ext uri="{FF2B5EF4-FFF2-40B4-BE49-F238E27FC236}">
                <a16:creationId xmlns:a16="http://schemas.microsoft.com/office/drawing/2014/main" id="{5AA2769F-8D32-41F9-BAF0-7B92A4310171}"/>
              </a:ext>
            </a:extLst>
          </p:cNvPr>
          <p:cNvSpPr txBox="1">
            <a:spLocks noChangeArrowheads="1"/>
          </p:cNvSpPr>
          <p:nvPr/>
        </p:nvSpPr>
        <p:spPr bwMode="auto">
          <a:xfrm>
            <a:off x="3429000" y="5029200"/>
            <a:ext cx="2286000" cy="4953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FT-STUDENT</a:t>
            </a:r>
          </a:p>
        </p:txBody>
      </p:sp>
      <p:sp>
        <p:nvSpPr>
          <p:cNvPr id="71694" name="Oval 14">
            <a:extLst>
              <a:ext uri="{FF2B5EF4-FFF2-40B4-BE49-F238E27FC236}">
                <a16:creationId xmlns:a16="http://schemas.microsoft.com/office/drawing/2014/main" id="{6D16ABE1-0E88-426C-BB7C-6FD4EC2A96B5}"/>
              </a:ext>
            </a:extLst>
          </p:cNvPr>
          <p:cNvSpPr>
            <a:spLocks noChangeArrowheads="1"/>
          </p:cNvSpPr>
          <p:nvPr/>
        </p:nvSpPr>
        <p:spPr bwMode="auto">
          <a:xfrm>
            <a:off x="1981200" y="5105400"/>
            <a:ext cx="1143000" cy="457200"/>
          </a:xfrm>
          <a:prstGeom prst="ellipse">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71695" name="Text Box 15">
            <a:extLst>
              <a:ext uri="{FF2B5EF4-FFF2-40B4-BE49-F238E27FC236}">
                <a16:creationId xmlns:a16="http://schemas.microsoft.com/office/drawing/2014/main" id="{70678AA2-09BE-46C3-827B-72253C07E2B4}"/>
              </a:ext>
            </a:extLst>
          </p:cNvPr>
          <p:cNvSpPr txBox="1">
            <a:spLocks noChangeArrowheads="1"/>
          </p:cNvSpPr>
          <p:nvPr/>
        </p:nvSpPr>
        <p:spPr bwMode="auto">
          <a:xfrm>
            <a:off x="2209800" y="5029200"/>
            <a:ext cx="979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major</a:t>
            </a:r>
          </a:p>
        </p:txBody>
      </p:sp>
      <p:cxnSp>
        <p:nvCxnSpPr>
          <p:cNvPr id="71696" name="AutoShape 16">
            <a:extLst>
              <a:ext uri="{FF2B5EF4-FFF2-40B4-BE49-F238E27FC236}">
                <a16:creationId xmlns:a16="http://schemas.microsoft.com/office/drawing/2014/main" id="{912D4ABB-9BF2-4814-94EF-9344832FF31D}"/>
              </a:ext>
            </a:extLst>
          </p:cNvPr>
          <p:cNvCxnSpPr>
            <a:cxnSpLocks noChangeShapeType="1"/>
            <a:stCxn id="71695" idx="3"/>
            <a:endCxn id="71693" idx="1"/>
          </p:cNvCxnSpPr>
          <p:nvPr/>
        </p:nvCxnSpPr>
        <p:spPr bwMode="auto">
          <a:xfrm>
            <a:off x="3189288" y="5257800"/>
            <a:ext cx="220662" cy="1905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71697" name="AutoShape 17">
            <a:extLst>
              <a:ext uri="{FF2B5EF4-FFF2-40B4-BE49-F238E27FC236}">
                <a16:creationId xmlns:a16="http://schemas.microsoft.com/office/drawing/2014/main" id="{C009314B-D76A-4BBC-9937-00613551EB92}"/>
              </a:ext>
            </a:extLst>
          </p:cNvPr>
          <p:cNvCxnSpPr>
            <a:cxnSpLocks noChangeShapeType="1"/>
            <a:stCxn id="71692" idx="0"/>
            <a:endCxn id="71690" idx="2"/>
          </p:cNvCxnSpPr>
          <p:nvPr/>
        </p:nvCxnSpPr>
        <p:spPr bwMode="auto">
          <a:xfrm flipV="1">
            <a:off x="7466013" y="5543550"/>
            <a:ext cx="77787" cy="40005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sp>
        <p:nvSpPr>
          <p:cNvPr id="71698" name="AutoShape 18">
            <a:extLst>
              <a:ext uri="{FF2B5EF4-FFF2-40B4-BE49-F238E27FC236}">
                <a16:creationId xmlns:a16="http://schemas.microsoft.com/office/drawing/2014/main" id="{B0867B8D-BCF0-407F-AE02-FFF2F45562D2}"/>
              </a:ext>
            </a:extLst>
          </p:cNvPr>
          <p:cNvSpPr>
            <a:spLocks noChangeArrowheads="1"/>
          </p:cNvSpPr>
          <p:nvPr/>
        </p:nvSpPr>
        <p:spPr bwMode="auto">
          <a:xfrm flipV="1">
            <a:off x="5562600" y="4191000"/>
            <a:ext cx="838200" cy="762000"/>
          </a:xfrm>
          <a:prstGeom prst="triangle">
            <a:avLst>
              <a:gd name="adj" fmla="val 50000"/>
            </a:avLst>
          </a:prstGeom>
          <a:noFill/>
          <a:ln w="38100">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71699" name="Text Box 19">
            <a:extLst>
              <a:ext uri="{FF2B5EF4-FFF2-40B4-BE49-F238E27FC236}">
                <a16:creationId xmlns:a16="http://schemas.microsoft.com/office/drawing/2014/main" id="{E219B16E-9ED4-4284-AF1A-F64D47886A74}"/>
              </a:ext>
            </a:extLst>
          </p:cNvPr>
          <p:cNvSpPr txBox="1">
            <a:spLocks noChangeArrowheads="1"/>
          </p:cNvSpPr>
          <p:nvPr/>
        </p:nvSpPr>
        <p:spPr bwMode="auto">
          <a:xfrm>
            <a:off x="6537325" y="4156075"/>
            <a:ext cx="7953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solidFill>
                  <a:srgbClr val="FF3300"/>
                </a:solidFill>
                <a:latin typeface="Times New Roman" panose="02020603050405020304" pitchFamily="18" charset="0"/>
              </a:rPr>
              <a:t>IS-A</a:t>
            </a:r>
          </a:p>
        </p:txBody>
      </p:sp>
      <p:cxnSp>
        <p:nvCxnSpPr>
          <p:cNvPr id="71700" name="AutoShape 20">
            <a:extLst>
              <a:ext uri="{FF2B5EF4-FFF2-40B4-BE49-F238E27FC236}">
                <a16:creationId xmlns:a16="http://schemas.microsoft.com/office/drawing/2014/main" id="{9F493363-9D06-498B-9BB6-6586EC2C0A53}"/>
              </a:ext>
            </a:extLst>
          </p:cNvPr>
          <p:cNvCxnSpPr>
            <a:cxnSpLocks noChangeShapeType="1"/>
            <a:stCxn id="71698" idx="3"/>
            <a:endCxn id="71684" idx="2"/>
          </p:cNvCxnSpPr>
          <p:nvPr/>
        </p:nvCxnSpPr>
        <p:spPr bwMode="auto">
          <a:xfrm flipV="1">
            <a:off x="5980113" y="3790950"/>
            <a:ext cx="382587" cy="38100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71701" name="AutoShape 21">
            <a:extLst>
              <a:ext uri="{FF2B5EF4-FFF2-40B4-BE49-F238E27FC236}">
                <a16:creationId xmlns:a16="http://schemas.microsoft.com/office/drawing/2014/main" id="{D363F301-CF9D-47E4-B393-9469CE5623A0}"/>
              </a:ext>
            </a:extLst>
          </p:cNvPr>
          <p:cNvCxnSpPr>
            <a:cxnSpLocks noChangeShapeType="1"/>
            <a:stCxn id="71698" idx="1"/>
            <a:endCxn id="71693" idx="0"/>
          </p:cNvCxnSpPr>
          <p:nvPr/>
        </p:nvCxnSpPr>
        <p:spPr bwMode="auto">
          <a:xfrm flipH="1">
            <a:off x="4572000" y="4572000"/>
            <a:ext cx="1179513" cy="43815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cxnSp>
        <p:nvCxnSpPr>
          <p:cNvPr id="71702" name="AutoShape 22">
            <a:extLst>
              <a:ext uri="{FF2B5EF4-FFF2-40B4-BE49-F238E27FC236}">
                <a16:creationId xmlns:a16="http://schemas.microsoft.com/office/drawing/2014/main" id="{1CFBD939-2F21-4A84-AE3B-414C5E4FAB79}"/>
              </a:ext>
            </a:extLst>
          </p:cNvPr>
          <p:cNvCxnSpPr>
            <a:cxnSpLocks noChangeShapeType="1"/>
            <a:stCxn id="71698" idx="5"/>
            <a:endCxn id="71690" idx="0"/>
          </p:cNvCxnSpPr>
          <p:nvPr/>
        </p:nvCxnSpPr>
        <p:spPr bwMode="auto">
          <a:xfrm>
            <a:off x="6208713" y="4572000"/>
            <a:ext cx="1335087" cy="438150"/>
          </a:xfrm>
          <a:prstGeom prst="straightConnector1">
            <a:avLst/>
          </a:prstGeom>
          <a:noFill/>
          <a:ln w="38100">
            <a:solidFill>
              <a:schemeClr val="tx1"/>
            </a:solidFill>
            <a:round/>
            <a:headEnd/>
            <a:tailEnd/>
          </a:ln>
          <a:extLst>
            <a:ext uri="{909E8E84-426E-40DD-AFC4-6F175D3DCCD1}">
              <a14:hiddenFill xmlns:a14="http://schemas.microsoft.com/office/drawing/2010/main">
                <a:noFill/>
              </a14:hiddenFill>
            </a:ext>
          </a:extLst>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95901819-C363-4DDF-9B98-A7356DC0635E}"/>
              </a:ext>
            </a:extLst>
          </p:cNvPr>
          <p:cNvSpPr>
            <a:spLocks noGrp="1" noChangeArrowheads="1"/>
          </p:cNvSpPr>
          <p:nvPr>
            <p:ph type="title"/>
          </p:nvPr>
        </p:nvSpPr>
        <p:spPr>
          <a:xfrm>
            <a:off x="1066800" y="609600"/>
            <a:ext cx="8077200" cy="609600"/>
          </a:xfrm>
        </p:spPr>
        <p:txBody>
          <a:bodyPr/>
          <a:lstStyle/>
          <a:p>
            <a:pPr eaLnBrk="1" hangingPunct="1"/>
            <a:r>
              <a:rPr lang="en-US" altLang="en-US"/>
              <a:t>Specialization</a:t>
            </a:r>
          </a:p>
        </p:txBody>
      </p:sp>
      <p:sp>
        <p:nvSpPr>
          <p:cNvPr id="27651" name="Rectangle 3">
            <a:extLst>
              <a:ext uri="{FF2B5EF4-FFF2-40B4-BE49-F238E27FC236}">
                <a16:creationId xmlns:a16="http://schemas.microsoft.com/office/drawing/2014/main" id="{7C3CEE4D-99D1-4C4B-90CB-C86DE38D33FB}"/>
              </a:ext>
            </a:extLst>
          </p:cNvPr>
          <p:cNvSpPr>
            <a:spLocks noGrp="1" noChangeArrowheads="1"/>
          </p:cNvSpPr>
          <p:nvPr>
            <p:ph sz="quarter" idx="1"/>
          </p:nvPr>
        </p:nvSpPr>
        <p:spPr>
          <a:xfrm>
            <a:off x="542925" y="1563688"/>
            <a:ext cx="8026400" cy="3944937"/>
          </a:xfrm>
        </p:spPr>
        <p:txBody>
          <a:bodyPr>
            <a:normAutofit lnSpcReduction="10000"/>
          </a:bodyPr>
          <a:lstStyle/>
          <a:p>
            <a:pPr marL="274320" indent="-274320" eaLnBrk="1" fontAlgn="auto" hangingPunct="1">
              <a:lnSpc>
                <a:spcPct val="90000"/>
              </a:lnSpc>
              <a:spcBef>
                <a:spcPts val="580"/>
              </a:spcBef>
              <a:spcAft>
                <a:spcPts val="0"/>
              </a:spcAft>
              <a:buFont typeface="Wingdings 2"/>
              <a:buChar char=""/>
              <a:defRPr/>
            </a:pPr>
            <a:r>
              <a:rPr lang="en-US" sz="2400">
                <a:solidFill>
                  <a:schemeClr val="folHlink"/>
                </a:solidFill>
              </a:rPr>
              <a:t>Top-down design process</a:t>
            </a:r>
            <a:r>
              <a:rPr lang="en-US" sz="2400"/>
              <a:t>; designate </a:t>
            </a:r>
            <a:r>
              <a:rPr lang="en-US" sz="2400">
                <a:solidFill>
                  <a:schemeClr val="folHlink"/>
                </a:solidFill>
              </a:rPr>
              <a:t>subgroupings </a:t>
            </a:r>
            <a:r>
              <a:rPr lang="en-US" sz="2400"/>
              <a:t>within an entity set that are distinctive from other entities in the set</a:t>
            </a:r>
          </a:p>
          <a:p>
            <a:pPr marL="274320" indent="-274320" eaLnBrk="1" fontAlgn="auto" hangingPunct="1">
              <a:lnSpc>
                <a:spcPct val="90000"/>
              </a:lnSpc>
              <a:spcBef>
                <a:spcPts val="580"/>
              </a:spcBef>
              <a:spcAft>
                <a:spcPts val="0"/>
              </a:spcAft>
              <a:buFont typeface="Wingdings 2"/>
              <a:buChar char=""/>
              <a:defRPr/>
            </a:pPr>
            <a:r>
              <a:rPr lang="en-US" sz="2400"/>
              <a:t>These subgroupings become lower-level entity sets that have attributes or participate in relationships that do not apply to the higher-level entity set</a:t>
            </a:r>
          </a:p>
          <a:p>
            <a:pPr marL="274320" indent="-274320" eaLnBrk="1" fontAlgn="auto" hangingPunct="1">
              <a:lnSpc>
                <a:spcPct val="90000"/>
              </a:lnSpc>
              <a:spcBef>
                <a:spcPts val="580"/>
              </a:spcBef>
              <a:spcAft>
                <a:spcPts val="0"/>
              </a:spcAft>
              <a:buFont typeface="Wingdings 2"/>
              <a:buChar char=""/>
              <a:defRPr/>
            </a:pPr>
            <a:r>
              <a:rPr lang="en-US" sz="2400"/>
              <a:t>Depicted by a </a:t>
            </a:r>
            <a:r>
              <a:rPr lang="en-US" sz="2400" i="1"/>
              <a:t>triangle</a:t>
            </a:r>
            <a:r>
              <a:rPr lang="en-US" sz="2400"/>
              <a:t> component labeled </a:t>
            </a:r>
            <a:r>
              <a:rPr lang="en-US" sz="2400">
                <a:solidFill>
                  <a:schemeClr val="folHlink"/>
                </a:solidFill>
              </a:rPr>
              <a:t>ISA</a:t>
            </a:r>
            <a:r>
              <a:rPr lang="en-US" sz="2400"/>
              <a:t> </a:t>
            </a:r>
          </a:p>
          <a:p>
            <a:pPr marL="274320" indent="-274320" eaLnBrk="1" fontAlgn="auto" hangingPunct="1">
              <a:lnSpc>
                <a:spcPct val="90000"/>
              </a:lnSpc>
              <a:spcBef>
                <a:spcPts val="580"/>
              </a:spcBef>
              <a:spcAft>
                <a:spcPts val="0"/>
              </a:spcAft>
              <a:buFont typeface="Wingdings" pitchFamily="2" charset="2"/>
              <a:buNone/>
              <a:defRPr/>
            </a:pPr>
            <a:r>
              <a:rPr lang="en-US" sz="2400"/>
              <a:t>    (E.g. </a:t>
            </a:r>
            <a:r>
              <a:rPr lang="en-US" sz="2400" i="1"/>
              <a:t>customer </a:t>
            </a:r>
            <a:r>
              <a:rPr lang="en-US" sz="2400"/>
              <a:t> “is a” </a:t>
            </a:r>
            <a:r>
              <a:rPr lang="en-US" sz="2400" i="1"/>
              <a:t>person</a:t>
            </a:r>
            <a:r>
              <a:rPr lang="en-US" sz="2400"/>
              <a:t>)</a:t>
            </a:r>
          </a:p>
          <a:p>
            <a:pPr marL="274320" indent="-274320" eaLnBrk="1" fontAlgn="auto" hangingPunct="1">
              <a:lnSpc>
                <a:spcPct val="90000"/>
              </a:lnSpc>
              <a:spcBef>
                <a:spcPts val="580"/>
              </a:spcBef>
              <a:spcAft>
                <a:spcPts val="0"/>
              </a:spcAft>
              <a:buFont typeface="Wingdings" pitchFamily="2" charset="2"/>
              <a:buNone/>
              <a:defRPr/>
            </a:pPr>
            <a:endParaRPr lang="en-US" sz="2400"/>
          </a:p>
          <a:p>
            <a:pPr marL="274320" indent="-274320" eaLnBrk="1" fontAlgn="auto" hangingPunct="1">
              <a:lnSpc>
                <a:spcPct val="90000"/>
              </a:lnSpc>
              <a:spcBef>
                <a:spcPts val="580"/>
              </a:spcBef>
              <a:spcAft>
                <a:spcPts val="0"/>
              </a:spcAft>
              <a:buFont typeface="Wingdings 2"/>
              <a:buChar char=""/>
              <a:defRPr/>
            </a:pPr>
            <a:r>
              <a:rPr lang="en-US" sz="2400" b="1">
                <a:solidFill>
                  <a:schemeClr val="tx2"/>
                </a:solidFill>
              </a:rPr>
              <a:t>Attribute inheritance</a:t>
            </a:r>
            <a:r>
              <a:rPr lang="en-US" sz="2400"/>
              <a:t> – a lower-level entity set inherits all the attributes and relationship participation of the higher-level entity set to which it is linked</a:t>
            </a:r>
          </a:p>
          <a:p>
            <a:pPr marL="274320" indent="-274320" eaLnBrk="1" fontAlgn="auto" hangingPunct="1">
              <a:lnSpc>
                <a:spcPct val="90000"/>
              </a:lnSpc>
              <a:spcBef>
                <a:spcPts val="580"/>
              </a:spcBef>
              <a:spcAft>
                <a:spcPts val="0"/>
              </a:spcAft>
              <a:buFont typeface="Wingdings 2"/>
              <a:buChar char=""/>
              <a:defRPr/>
            </a:pPr>
            <a:endParaRPr 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466454CF-301F-4290-9335-F1AF57D56572}"/>
              </a:ext>
            </a:extLst>
          </p:cNvPr>
          <p:cNvSpPr>
            <a:spLocks noGrp="1" noChangeArrowheads="1"/>
          </p:cNvSpPr>
          <p:nvPr>
            <p:ph type="title"/>
          </p:nvPr>
        </p:nvSpPr>
        <p:spPr>
          <a:xfrm>
            <a:off x="914400" y="228600"/>
            <a:ext cx="8021638" cy="838200"/>
          </a:xfrm>
        </p:spPr>
        <p:txBody>
          <a:bodyPr/>
          <a:lstStyle/>
          <a:p>
            <a:pPr eaLnBrk="1" hangingPunct="1"/>
            <a:r>
              <a:rPr lang="en-US" altLang="en-US"/>
              <a:t>Another specialization example</a:t>
            </a:r>
          </a:p>
        </p:txBody>
      </p:sp>
      <p:pic>
        <p:nvPicPr>
          <p:cNvPr id="75779" name="Picture 3">
            <a:extLst>
              <a:ext uri="{FF2B5EF4-FFF2-40B4-BE49-F238E27FC236}">
                <a16:creationId xmlns:a16="http://schemas.microsoft.com/office/drawing/2014/main" id="{BBE45E50-0197-4B9A-9793-8993C25611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2401" t="1050" r="12599" b="787"/>
          <a:stretch>
            <a:fillRect/>
          </a:stretch>
        </p:blipFill>
        <p:spPr bwMode="auto">
          <a:xfrm>
            <a:off x="1600200" y="1411288"/>
            <a:ext cx="5105400" cy="4619625"/>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8257C0CC-FF18-49C9-A9CF-DA76CEF6C4F4}"/>
              </a:ext>
            </a:extLst>
          </p:cNvPr>
          <p:cNvSpPr>
            <a:spLocks noGrp="1" noChangeArrowheads="1"/>
          </p:cNvSpPr>
          <p:nvPr>
            <p:ph type="title"/>
          </p:nvPr>
        </p:nvSpPr>
        <p:spPr/>
        <p:txBody>
          <a:bodyPr/>
          <a:lstStyle/>
          <a:p>
            <a:pPr eaLnBrk="1" hangingPunct="1"/>
            <a:r>
              <a:rPr lang="en-US" altLang="en-US"/>
              <a:t>Generalization</a:t>
            </a:r>
          </a:p>
        </p:txBody>
      </p:sp>
      <p:sp>
        <p:nvSpPr>
          <p:cNvPr id="77827" name="Rectangle 3">
            <a:extLst>
              <a:ext uri="{FF2B5EF4-FFF2-40B4-BE49-F238E27FC236}">
                <a16:creationId xmlns:a16="http://schemas.microsoft.com/office/drawing/2014/main" id="{6E8F2A49-F911-45CC-8614-88FDC964AB4A}"/>
              </a:ext>
            </a:extLst>
          </p:cNvPr>
          <p:cNvSpPr>
            <a:spLocks noGrp="1" noChangeArrowheads="1"/>
          </p:cNvSpPr>
          <p:nvPr>
            <p:ph sz="quarter" idx="1"/>
          </p:nvPr>
        </p:nvSpPr>
        <p:spPr>
          <a:xfrm>
            <a:off x="457200" y="1752600"/>
            <a:ext cx="8382000" cy="4343400"/>
          </a:xfrm>
        </p:spPr>
        <p:txBody>
          <a:bodyPr/>
          <a:lstStyle/>
          <a:p>
            <a:pPr eaLnBrk="1" hangingPunct="1">
              <a:lnSpc>
                <a:spcPct val="90000"/>
              </a:lnSpc>
            </a:pPr>
            <a:r>
              <a:rPr lang="en-US" altLang="en-US" sz="2800"/>
              <a:t>… opposite to specialization </a:t>
            </a:r>
          </a:p>
          <a:p>
            <a:pPr eaLnBrk="1" hangingPunct="1">
              <a:lnSpc>
                <a:spcPct val="90000"/>
              </a:lnSpc>
            </a:pPr>
            <a:r>
              <a:rPr lang="en-US" altLang="en-US" sz="2800"/>
              <a:t>A </a:t>
            </a:r>
            <a:r>
              <a:rPr lang="en-US" altLang="en-US" sz="2800">
                <a:solidFill>
                  <a:schemeClr val="folHlink"/>
                </a:solidFill>
              </a:rPr>
              <a:t>bottom-up design process</a:t>
            </a:r>
            <a:r>
              <a:rPr lang="en-US" altLang="en-US" sz="2800"/>
              <a:t> – combine a number of entity sets that share the same features into a higher-level entity set</a:t>
            </a:r>
          </a:p>
          <a:p>
            <a:pPr eaLnBrk="1" hangingPunct="1">
              <a:lnSpc>
                <a:spcPct val="90000"/>
              </a:lnSpc>
            </a:pPr>
            <a:r>
              <a:rPr lang="en-US" altLang="en-US" sz="2800"/>
              <a:t>Specialization and generalization are inversions of each other; they are represented in an E-R diagram in the same way; we use the terms interchangeably</a:t>
            </a:r>
          </a:p>
          <a:p>
            <a:pPr eaLnBrk="1" hangingPunct="1">
              <a:lnSpc>
                <a:spcPct val="90000"/>
              </a:lnSpc>
            </a:pPr>
            <a:r>
              <a:rPr lang="en-US" altLang="en-US" sz="2800"/>
              <a:t>could have </a:t>
            </a:r>
            <a:r>
              <a:rPr lang="en-US" altLang="en-US" sz="2800" b="1"/>
              <a:t>many</a:t>
            </a:r>
            <a:r>
              <a:rPr lang="en-US" altLang="en-US" sz="2800"/>
              <a:t> levels of an IS-A hierarchy</a:t>
            </a:r>
          </a:p>
          <a:p>
            <a:pPr eaLnBrk="1" hangingPunct="1">
              <a:lnSpc>
                <a:spcPct val="90000"/>
              </a:lnSpc>
            </a:pPr>
            <a:r>
              <a:rPr lang="en-US" altLang="en-US" sz="2800"/>
              <a:t>attribute inheritance</a:t>
            </a:r>
          </a:p>
          <a:p>
            <a:pPr eaLnBrk="1" hangingPunct="1">
              <a:lnSpc>
                <a:spcPct val="90000"/>
              </a:lnSpc>
              <a:buFont typeface="Wingdings" panose="05000000000000000000" pitchFamily="2" charset="2"/>
              <a:buNone/>
            </a:pPr>
            <a:endParaRPr lang="en-US" altLang="en-US" sz="2800"/>
          </a:p>
          <a:p>
            <a:pPr eaLnBrk="1" hangingPunct="1">
              <a:lnSpc>
                <a:spcPct val="90000"/>
              </a:lnSpc>
              <a:buFont typeface="Wingdings" panose="05000000000000000000" pitchFamily="2" charset="2"/>
              <a:buNone/>
            </a:pPr>
            <a:endParaRPr lang="en-US" altLang="en-US" sz="2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26">
            <a:extLst>
              <a:ext uri="{FF2B5EF4-FFF2-40B4-BE49-F238E27FC236}">
                <a16:creationId xmlns:a16="http://schemas.microsoft.com/office/drawing/2014/main" id="{C9937EB8-568C-45B9-9CC4-1CD6C471FF96}"/>
              </a:ext>
            </a:extLst>
          </p:cNvPr>
          <p:cNvSpPr>
            <a:spLocks noGrp="1" noChangeArrowheads="1"/>
          </p:cNvSpPr>
          <p:nvPr>
            <p:ph type="title"/>
          </p:nvPr>
        </p:nvSpPr>
        <p:spPr>
          <a:xfrm>
            <a:off x="381000" y="152400"/>
            <a:ext cx="8458200" cy="1044575"/>
          </a:xfrm>
        </p:spPr>
        <p:txBody>
          <a:bodyPr>
            <a:normAutofit fontScale="90000"/>
          </a:bodyPr>
          <a:lstStyle/>
          <a:p>
            <a:pPr eaLnBrk="1" fontAlgn="auto" hangingPunct="1">
              <a:spcAft>
                <a:spcPts val="0"/>
              </a:spcAft>
              <a:defRPr/>
            </a:pPr>
            <a:r>
              <a:rPr lang="en-US" sz="3600" dirty="0"/>
              <a:t>Specialization and generalization (Cont.)</a:t>
            </a:r>
          </a:p>
        </p:txBody>
      </p:sp>
      <p:sp>
        <p:nvSpPr>
          <p:cNvPr id="79875" name="Rectangle 1027">
            <a:extLst>
              <a:ext uri="{FF2B5EF4-FFF2-40B4-BE49-F238E27FC236}">
                <a16:creationId xmlns:a16="http://schemas.microsoft.com/office/drawing/2014/main" id="{4685D0E5-1E48-4ED3-9FBB-5AA1B24B3AB7}"/>
              </a:ext>
            </a:extLst>
          </p:cNvPr>
          <p:cNvSpPr>
            <a:spLocks noGrp="1" noChangeArrowheads="1"/>
          </p:cNvSpPr>
          <p:nvPr>
            <p:ph sz="quarter" idx="1"/>
          </p:nvPr>
        </p:nvSpPr>
        <p:spPr>
          <a:xfrm>
            <a:off x="152400" y="1600200"/>
            <a:ext cx="8839200" cy="4953000"/>
          </a:xfrm>
        </p:spPr>
        <p:txBody>
          <a:bodyPr/>
          <a:lstStyle/>
          <a:p>
            <a:pPr eaLnBrk="1" hangingPunct="1"/>
            <a:r>
              <a:rPr lang="en-US" altLang="en-US" sz="2800"/>
              <a:t>Can have </a:t>
            </a:r>
            <a:r>
              <a:rPr lang="en-US" altLang="en-US" sz="2800">
                <a:solidFill>
                  <a:schemeClr val="folHlink"/>
                </a:solidFill>
              </a:rPr>
              <a:t>multiple specializations</a:t>
            </a:r>
            <a:r>
              <a:rPr lang="en-US" altLang="en-US" sz="2800"/>
              <a:t> of an entity set based on different features </a:t>
            </a:r>
          </a:p>
          <a:p>
            <a:pPr eaLnBrk="1" hangingPunct="1"/>
            <a:r>
              <a:rPr lang="en-US" altLang="en-US" sz="2800"/>
              <a:t>E.g. </a:t>
            </a:r>
            <a:r>
              <a:rPr lang="en-US" altLang="en-US" sz="2800" i="1"/>
              <a:t>permanent-employee  </a:t>
            </a:r>
            <a:r>
              <a:rPr lang="en-US" altLang="en-US" sz="2800"/>
              <a:t>vs. </a:t>
            </a:r>
            <a:r>
              <a:rPr lang="en-US" altLang="en-US" sz="2800" i="1"/>
              <a:t>temporary-employee</a:t>
            </a:r>
            <a:r>
              <a:rPr lang="en-US" altLang="en-US" sz="2800"/>
              <a:t>, in addition to </a:t>
            </a:r>
            <a:r>
              <a:rPr lang="en-US" altLang="en-US" sz="2800" i="1"/>
              <a:t>officer  </a:t>
            </a:r>
            <a:r>
              <a:rPr lang="en-US" altLang="en-US" sz="2800"/>
              <a:t>vs. </a:t>
            </a:r>
            <a:r>
              <a:rPr lang="en-US" altLang="en-US" sz="2800" i="1"/>
              <a:t>secretary  </a:t>
            </a:r>
            <a:r>
              <a:rPr lang="en-US" altLang="en-US" sz="2800"/>
              <a:t>vs. </a:t>
            </a:r>
            <a:r>
              <a:rPr lang="en-US" altLang="en-US" sz="2800" i="1"/>
              <a:t>teller</a:t>
            </a:r>
          </a:p>
          <a:p>
            <a:pPr lvl="1" eaLnBrk="1" hangingPunct="1"/>
            <a:r>
              <a:rPr lang="en-US" altLang="en-US"/>
              <a:t>Each particular employee would be </a:t>
            </a:r>
          </a:p>
          <a:p>
            <a:pPr lvl="2" eaLnBrk="1" hangingPunct="1"/>
            <a:r>
              <a:rPr lang="en-US" altLang="en-US"/>
              <a:t>a member of one of </a:t>
            </a:r>
            <a:r>
              <a:rPr lang="en-US" altLang="en-US" i="1"/>
              <a:t>permanent-employee </a:t>
            </a:r>
            <a:r>
              <a:rPr lang="en-US" altLang="en-US"/>
              <a:t>or </a:t>
            </a:r>
            <a:r>
              <a:rPr lang="en-US" altLang="en-US" i="1"/>
              <a:t>temporary-employee</a:t>
            </a:r>
            <a:r>
              <a:rPr lang="en-US" altLang="en-US"/>
              <a:t>, </a:t>
            </a:r>
          </a:p>
          <a:p>
            <a:pPr lvl="2" eaLnBrk="1" hangingPunct="1"/>
            <a:r>
              <a:rPr lang="en-US" altLang="en-US"/>
              <a:t>and also a member of one of </a:t>
            </a:r>
            <a:r>
              <a:rPr lang="en-US" altLang="en-US" i="1"/>
              <a:t>officer</a:t>
            </a:r>
            <a:r>
              <a:rPr lang="en-US" altLang="en-US"/>
              <a:t>, </a:t>
            </a:r>
            <a:r>
              <a:rPr lang="en-US" altLang="en-US" i="1"/>
              <a:t>secretary</a:t>
            </a:r>
            <a:r>
              <a:rPr lang="en-US" altLang="en-US"/>
              <a:t>, or </a:t>
            </a:r>
            <a:r>
              <a:rPr lang="en-US" altLang="en-US" i="1"/>
              <a:t>teller</a:t>
            </a:r>
          </a:p>
          <a:p>
            <a:pPr eaLnBrk="1" hangingPunct="1"/>
            <a:r>
              <a:rPr lang="en-US" altLang="en-US" sz="2800"/>
              <a:t>The ISA relationship also referred to as </a:t>
            </a:r>
            <a:r>
              <a:rPr lang="en-US" altLang="en-US" sz="2800" b="1"/>
              <a:t>superclass - subclass </a:t>
            </a:r>
            <a:r>
              <a:rPr lang="en-US" altLang="en-US" sz="2800"/>
              <a:t>relationship</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19149F5D-9F47-46CC-B464-F7BA7A41BF24}"/>
              </a:ext>
            </a:extLst>
          </p:cNvPr>
          <p:cNvSpPr>
            <a:spLocks noGrp="1" noChangeArrowheads="1"/>
          </p:cNvSpPr>
          <p:nvPr>
            <p:ph type="title"/>
          </p:nvPr>
        </p:nvSpPr>
        <p:spPr>
          <a:xfrm>
            <a:off x="0" y="304800"/>
            <a:ext cx="8229600" cy="876300"/>
          </a:xfrm>
        </p:spPr>
        <p:txBody>
          <a:bodyPr/>
          <a:lstStyle/>
          <a:p>
            <a:pPr eaLnBrk="1" hangingPunct="1"/>
            <a:r>
              <a:rPr lang="en-US" altLang="en-US" sz="2400"/>
              <a:t>Design Constraints on Specialization/Generalization</a:t>
            </a:r>
          </a:p>
        </p:txBody>
      </p:sp>
      <p:sp>
        <p:nvSpPr>
          <p:cNvPr id="81923" name="Rectangle 3">
            <a:extLst>
              <a:ext uri="{FF2B5EF4-FFF2-40B4-BE49-F238E27FC236}">
                <a16:creationId xmlns:a16="http://schemas.microsoft.com/office/drawing/2014/main" id="{8C604849-5ABE-45C9-BB31-295565DEBFE3}"/>
              </a:ext>
            </a:extLst>
          </p:cNvPr>
          <p:cNvSpPr>
            <a:spLocks noGrp="1" noChangeArrowheads="1"/>
          </p:cNvSpPr>
          <p:nvPr>
            <p:ph sz="quarter" idx="1"/>
          </p:nvPr>
        </p:nvSpPr>
        <p:spPr>
          <a:xfrm>
            <a:off x="0" y="1371600"/>
            <a:ext cx="8915400" cy="5181600"/>
          </a:xfrm>
        </p:spPr>
        <p:txBody>
          <a:bodyPr/>
          <a:lstStyle/>
          <a:p>
            <a:pPr eaLnBrk="1" hangingPunct="1"/>
            <a:r>
              <a:rPr lang="en-US" altLang="en-US" sz="2400">
                <a:solidFill>
                  <a:schemeClr val="tx2"/>
                </a:solidFill>
              </a:rPr>
              <a:t>The constraint </a:t>
            </a:r>
            <a:r>
              <a:rPr lang="en-US" altLang="en-US" sz="2400"/>
              <a:t>on which entities can be members of a given lower-level entity set:</a:t>
            </a:r>
          </a:p>
          <a:p>
            <a:pPr lvl="1" eaLnBrk="1" hangingPunct="1"/>
            <a:r>
              <a:rPr lang="en-US" altLang="en-US">
                <a:solidFill>
                  <a:schemeClr val="folHlink"/>
                </a:solidFill>
              </a:rPr>
              <a:t>Condition-defined</a:t>
            </a:r>
          </a:p>
          <a:p>
            <a:pPr marL="1085850" lvl="2" eaLnBrk="1" hangingPunct="1"/>
            <a:r>
              <a:rPr lang="en-US" altLang="en-US"/>
              <a:t>E.g. all customers over 65 years are members of </a:t>
            </a:r>
            <a:r>
              <a:rPr lang="en-US" altLang="en-US" i="1"/>
              <a:t>senior-citizen </a:t>
            </a:r>
            <a:r>
              <a:rPr lang="en-US" altLang="en-US"/>
              <a:t>entity set; </a:t>
            </a:r>
            <a:r>
              <a:rPr lang="en-US" altLang="en-US" i="1"/>
              <a:t>senior-citizen</a:t>
            </a:r>
            <a:r>
              <a:rPr lang="en-US" altLang="en-US"/>
              <a:t>  ISA  </a:t>
            </a:r>
            <a:r>
              <a:rPr lang="en-US" altLang="en-US" i="1"/>
              <a:t>person</a:t>
            </a:r>
            <a:endParaRPr lang="en-US" altLang="en-US"/>
          </a:p>
          <a:p>
            <a:pPr lvl="1" eaLnBrk="1" hangingPunct="1"/>
            <a:r>
              <a:rPr lang="en-US" altLang="en-US">
                <a:solidFill>
                  <a:schemeClr val="folHlink"/>
                </a:solidFill>
              </a:rPr>
              <a:t>User-defined</a:t>
            </a:r>
          </a:p>
          <a:p>
            <a:pPr eaLnBrk="1" hangingPunct="1"/>
            <a:r>
              <a:rPr lang="en-US" altLang="en-US" sz="2400">
                <a:solidFill>
                  <a:schemeClr val="tx2"/>
                </a:solidFill>
              </a:rPr>
              <a:t>The constraint </a:t>
            </a:r>
            <a:r>
              <a:rPr lang="en-US" altLang="en-US" sz="2400"/>
              <a:t>on whether or not entities may belong to more than one lower-level entity sets within a single generalization</a:t>
            </a:r>
          </a:p>
          <a:p>
            <a:pPr lvl="1" eaLnBrk="1" hangingPunct="1"/>
            <a:r>
              <a:rPr lang="en-US" altLang="en-US"/>
              <a:t>Disjoint</a:t>
            </a:r>
          </a:p>
          <a:p>
            <a:pPr marL="1085850" lvl="2" eaLnBrk="1" hangingPunct="1"/>
            <a:r>
              <a:rPr lang="en-US" altLang="en-US"/>
              <a:t>an entity can belong to only one lower-level entity set</a:t>
            </a:r>
          </a:p>
          <a:p>
            <a:pPr marL="1085850" lvl="2" eaLnBrk="1" hangingPunct="1"/>
            <a:r>
              <a:rPr lang="en-US" altLang="en-US"/>
              <a:t>Noted in E-R diagram by writing </a:t>
            </a:r>
            <a:r>
              <a:rPr lang="en-US" altLang="en-US" i="1"/>
              <a:t>disjoint</a:t>
            </a:r>
            <a:r>
              <a:rPr lang="en-US" altLang="en-US"/>
              <a:t>  next to the ISA triangle</a:t>
            </a:r>
            <a:endParaRPr lang="en-US" altLang="en-US">
              <a:solidFill>
                <a:schemeClr val="tx2"/>
              </a:solidFill>
            </a:endParaRPr>
          </a:p>
          <a:p>
            <a:pPr lvl="1" eaLnBrk="1" hangingPunct="1"/>
            <a:r>
              <a:rPr lang="en-US" altLang="en-US"/>
              <a:t>Overlapping</a:t>
            </a:r>
          </a:p>
          <a:p>
            <a:pPr marL="1085850" lvl="2" eaLnBrk="1" hangingPunct="1"/>
            <a:r>
              <a:rPr lang="en-US" altLang="en-US"/>
              <a:t>an entity can belong to more than one lower-level entity set</a:t>
            </a:r>
            <a:endParaRPr lang="en-US" altLang="en-US">
              <a:solidFill>
                <a:schemeClr val="tx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7153190E-766F-4A2B-B872-6FD83031CD93}"/>
              </a:ext>
            </a:extLst>
          </p:cNvPr>
          <p:cNvSpPr>
            <a:spLocks noGrp="1" noChangeArrowheads="1"/>
          </p:cNvSpPr>
          <p:nvPr>
            <p:ph type="title"/>
          </p:nvPr>
        </p:nvSpPr>
        <p:spPr>
          <a:xfrm>
            <a:off x="0" y="381000"/>
            <a:ext cx="9144000" cy="685800"/>
          </a:xfrm>
        </p:spPr>
        <p:txBody>
          <a:bodyPr/>
          <a:lstStyle/>
          <a:p>
            <a:pPr eaLnBrk="1" hangingPunct="1"/>
            <a:r>
              <a:rPr lang="en-US" altLang="en-US" sz="2400"/>
              <a:t>Design Constraints on a Specialization/Generalization</a:t>
            </a:r>
          </a:p>
        </p:txBody>
      </p:sp>
      <p:sp>
        <p:nvSpPr>
          <p:cNvPr id="83971" name="Rectangle 3">
            <a:extLst>
              <a:ext uri="{FF2B5EF4-FFF2-40B4-BE49-F238E27FC236}">
                <a16:creationId xmlns:a16="http://schemas.microsoft.com/office/drawing/2014/main" id="{000A1961-5C2F-4A90-9DFE-FFD30B8DFDBB}"/>
              </a:ext>
            </a:extLst>
          </p:cNvPr>
          <p:cNvSpPr>
            <a:spLocks noGrp="1" noChangeArrowheads="1"/>
          </p:cNvSpPr>
          <p:nvPr>
            <p:ph sz="quarter" idx="1"/>
          </p:nvPr>
        </p:nvSpPr>
        <p:spPr>
          <a:xfrm>
            <a:off x="457200" y="1752600"/>
            <a:ext cx="7848600" cy="3657600"/>
          </a:xfrm>
        </p:spPr>
        <p:txBody>
          <a:bodyPr/>
          <a:lstStyle/>
          <a:p>
            <a:pPr eaLnBrk="1" hangingPunct="1">
              <a:lnSpc>
                <a:spcPct val="90000"/>
              </a:lnSpc>
            </a:pPr>
            <a:r>
              <a:rPr lang="en-US" altLang="en-US" sz="2400">
                <a:solidFill>
                  <a:schemeClr val="tx2"/>
                </a:solidFill>
              </a:rPr>
              <a:t>Completeness</a:t>
            </a:r>
            <a:r>
              <a:rPr lang="en-US" altLang="en-US" sz="2400"/>
              <a:t> </a:t>
            </a:r>
            <a:r>
              <a:rPr lang="en-US" altLang="en-US" sz="2400">
                <a:solidFill>
                  <a:schemeClr val="tx2"/>
                </a:solidFill>
              </a:rPr>
              <a:t>constraint</a:t>
            </a:r>
            <a:r>
              <a:rPr lang="en-US" altLang="en-US" sz="2400"/>
              <a:t> -- specifies whether or not an entity in the higher-level entity set must belong to at least one of the lower-level entity sets within a generalization</a:t>
            </a:r>
          </a:p>
          <a:p>
            <a:pPr eaLnBrk="1" hangingPunct="1">
              <a:lnSpc>
                <a:spcPct val="90000"/>
              </a:lnSpc>
              <a:buFont typeface="Wingdings" panose="05000000000000000000" pitchFamily="2" charset="2"/>
              <a:buNone/>
            </a:pPr>
            <a:endParaRPr lang="en-US" altLang="en-US" sz="2400"/>
          </a:p>
          <a:p>
            <a:pPr lvl="1" eaLnBrk="1" hangingPunct="1">
              <a:lnSpc>
                <a:spcPct val="90000"/>
              </a:lnSpc>
            </a:pPr>
            <a:r>
              <a:rPr lang="en-US" altLang="en-US" sz="2000" b="1"/>
              <a:t>total </a:t>
            </a:r>
            <a:r>
              <a:rPr lang="en-US" altLang="en-US" sz="2000"/>
              <a:t>: an entity must belong to one of the lower-level entity sets</a:t>
            </a:r>
          </a:p>
          <a:p>
            <a:pPr lvl="1" eaLnBrk="1" hangingPunct="1">
              <a:lnSpc>
                <a:spcPct val="90000"/>
              </a:lnSpc>
            </a:pPr>
            <a:r>
              <a:rPr lang="en-US" altLang="en-US" sz="2000" b="1"/>
              <a:t>partial</a:t>
            </a:r>
            <a:r>
              <a:rPr lang="en-US" altLang="en-US" sz="2000"/>
              <a:t>: an entity need not belong to one of the lower-level entity sets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F0BC3667-30F0-4AFB-BBAC-EFA3144A10BA}"/>
              </a:ext>
            </a:extLst>
          </p:cNvPr>
          <p:cNvSpPr>
            <a:spLocks noGrp="1" noChangeArrowheads="1"/>
          </p:cNvSpPr>
          <p:nvPr>
            <p:ph type="title"/>
          </p:nvPr>
        </p:nvSpPr>
        <p:spPr/>
        <p:txBody>
          <a:bodyPr/>
          <a:lstStyle/>
          <a:p>
            <a:pPr eaLnBrk="1" hangingPunct="1"/>
            <a:r>
              <a:rPr lang="en-US" altLang="en-US"/>
              <a:t>Aggregation</a:t>
            </a:r>
          </a:p>
        </p:txBody>
      </p:sp>
      <p:sp>
        <p:nvSpPr>
          <p:cNvPr id="86019" name="Rectangle 6">
            <a:extLst>
              <a:ext uri="{FF2B5EF4-FFF2-40B4-BE49-F238E27FC236}">
                <a16:creationId xmlns:a16="http://schemas.microsoft.com/office/drawing/2014/main" id="{050098BF-C2DD-4E9E-8C22-CC699250A339}"/>
              </a:ext>
            </a:extLst>
          </p:cNvPr>
          <p:cNvSpPr>
            <a:spLocks noGrp="1" noChangeArrowheads="1"/>
          </p:cNvSpPr>
          <p:nvPr>
            <p:ph type="body" idx="4294967295"/>
          </p:nvPr>
        </p:nvSpPr>
        <p:spPr>
          <a:xfrm>
            <a:off x="685800" y="1371600"/>
            <a:ext cx="8458200" cy="1752600"/>
          </a:xfrm>
        </p:spPr>
        <p:txBody>
          <a:bodyPr/>
          <a:lstStyle/>
          <a:p>
            <a:pPr eaLnBrk="1" hangingPunct="1"/>
            <a:r>
              <a:rPr lang="en-US" altLang="en-US" sz="2800"/>
              <a:t>treats a relationship as an ‘abstract’ entity</a:t>
            </a:r>
          </a:p>
          <a:p>
            <a:pPr eaLnBrk="1" hangingPunct="1"/>
            <a:r>
              <a:rPr lang="en-US" altLang="en-US" sz="2800"/>
              <a:t>allows relationships between relationships </a:t>
            </a:r>
          </a:p>
          <a:p>
            <a:pPr eaLnBrk="1" hangingPunct="1"/>
            <a:r>
              <a:rPr lang="en-US" altLang="en-US" sz="2800"/>
              <a:t>rarely used</a:t>
            </a:r>
          </a:p>
        </p:txBody>
      </p:sp>
      <p:pic>
        <p:nvPicPr>
          <p:cNvPr id="86020" name="Picture 16">
            <a:extLst>
              <a:ext uri="{FF2B5EF4-FFF2-40B4-BE49-F238E27FC236}">
                <a16:creationId xmlns:a16="http://schemas.microsoft.com/office/drawing/2014/main" id="{A041593B-E5C0-435A-9A50-B08CE6DC5E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745" t="1308" r="2942" b="1569"/>
          <a:stretch>
            <a:fillRect/>
          </a:stretch>
        </p:blipFill>
        <p:spPr bwMode="auto">
          <a:xfrm>
            <a:off x="1981200" y="2971800"/>
            <a:ext cx="5334000" cy="2992438"/>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8318E960-BD10-4F0D-BC5D-21FCCC3E31BD}"/>
              </a:ext>
            </a:extLst>
          </p:cNvPr>
          <p:cNvSpPr>
            <a:spLocks noGrp="1" noChangeArrowheads="1"/>
          </p:cNvSpPr>
          <p:nvPr>
            <p:ph type="title"/>
          </p:nvPr>
        </p:nvSpPr>
        <p:spPr>
          <a:xfrm>
            <a:off x="762000" y="304800"/>
            <a:ext cx="8382000" cy="685800"/>
          </a:xfrm>
        </p:spPr>
        <p:txBody>
          <a:bodyPr>
            <a:normAutofit fontScale="90000"/>
          </a:bodyPr>
          <a:lstStyle/>
          <a:p>
            <a:pPr eaLnBrk="1" fontAlgn="auto" hangingPunct="1">
              <a:spcAft>
                <a:spcPts val="0"/>
              </a:spcAft>
              <a:defRPr/>
            </a:pPr>
            <a:r>
              <a:rPr lang="en-US" sz="3600"/>
              <a:t>E-R Diagram for a Banking Enterprise</a:t>
            </a:r>
          </a:p>
        </p:txBody>
      </p:sp>
      <p:pic>
        <p:nvPicPr>
          <p:cNvPr id="88067" name="Picture 3">
            <a:extLst>
              <a:ext uri="{FF2B5EF4-FFF2-40B4-BE49-F238E27FC236}">
                <a16:creationId xmlns:a16="http://schemas.microsoft.com/office/drawing/2014/main" id="{A13DE70F-B40E-4F83-A46C-D9DC937FB0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3927" t="894" r="14095" b="1343"/>
          <a:stretch>
            <a:fillRect/>
          </a:stretch>
        </p:blipFill>
        <p:spPr bwMode="auto">
          <a:xfrm>
            <a:off x="990600" y="1219200"/>
            <a:ext cx="6553200" cy="5030788"/>
          </a:xfrm>
          <a:prstGeom prst="rect">
            <a:avLst/>
          </a:prstGeom>
          <a:noFill/>
          <a:ln w="76200" cmpd="tri">
            <a:solidFill>
              <a:schemeClr val="tx2"/>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5">
            <a:extLst>
              <a:ext uri="{FF2B5EF4-FFF2-40B4-BE49-F238E27FC236}">
                <a16:creationId xmlns:a16="http://schemas.microsoft.com/office/drawing/2014/main" id="{3EF00341-62D4-4F5B-AD1E-A00E1E19BD4B}"/>
              </a:ext>
            </a:extLst>
          </p:cNvPr>
          <p:cNvSpPr>
            <a:spLocks noGrp="1"/>
          </p:cNvSpPr>
          <p:nvPr>
            <p:ph type="ctrTitle"/>
          </p:nvPr>
        </p:nvSpPr>
        <p:spPr/>
        <p:txBody>
          <a:bodyPr>
            <a:normAutofit fontScale="90000"/>
          </a:bodyPr>
          <a:lstStyle/>
          <a:p>
            <a:pPr eaLnBrk="1" fontAlgn="auto" hangingPunct="1">
              <a:spcAft>
                <a:spcPts val="0"/>
              </a:spcAft>
              <a:defRPr/>
            </a:pPr>
            <a:r>
              <a:rPr lang="en-US" dirty="0">
                <a:solidFill>
                  <a:srgbClr val="FF3300"/>
                </a:solidFill>
              </a:rPr>
              <a:t>Reduction of E-R Diagrams to Tables</a:t>
            </a:r>
            <a:br>
              <a:rPr lang="en-US" dirty="0"/>
            </a:br>
            <a:endParaRPr lang="en-IN" dirty="0"/>
          </a:p>
        </p:txBody>
      </p:sp>
      <p:sp>
        <p:nvSpPr>
          <p:cNvPr id="4" name="Subtitle 3">
            <a:extLst>
              <a:ext uri="{FF2B5EF4-FFF2-40B4-BE49-F238E27FC236}">
                <a16:creationId xmlns:a16="http://schemas.microsoft.com/office/drawing/2014/main" id="{CFFF0AC0-2625-4B32-B784-AFA7256113DA}"/>
              </a:ext>
            </a:extLst>
          </p:cNvPr>
          <p:cNvSpPr>
            <a:spLocks noGrp="1"/>
          </p:cNvSpPr>
          <p:nvPr>
            <p:ph type="subTitle" idx="1"/>
          </p:nvPr>
        </p:nvSpPr>
        <p:spPr/>
        <p:txBody>
          <a:bodyPr>
            <a:normAutofit/>
          </a:bodyPr>
          <a:lstStyle/>
          <a:p>
            <a:pPr eaLnBrk="1" fontAlgn="auto" hangingPunct="1">
              <a:spcAft>
                <a:spcPts val="0"/>
              </a:spcAft>
              <a:buFont typeface="Wingdings 3"/>
              <a:buNone/>
              <a:defRPr/>
            </a:pPr>
            <a:endParaRPr lang="en-IN"/>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73F098FD-8AB8-495B-B5D5-D1FF65A7EF9C}"/>
              </a:ext>
            </a:extLst>
          </p:cNvPr>
          <p:cNvSpPr>
            <a:spLocks noGrp="1" noChangeArrowheads="1"/>
          </p:cNvSpPr>
          <p:nvPr>
            <p:ph type="title"/>
          </p:nvPr>
        </p:nvSpPr>
        <p:spPr/>
        <p:txBody>
          <a:bodyPr/>
          <a:lstStyle/>
          <a:p>
            <a:pPr eaLnBrk="1" hangingPunct="1"/>
            <a:r>
              <a:rPr lang="en-US" altLang="zh-TW">
                <a:solidFill>
                  <a:srgbClr val="0000FF"/>
                </a:solidFill>
              </a:rPr>
              <a:t>Relational Model</a:t>
            </a:r>
          </a:p>
        </p:txBody>
      </p:sp>
      <p:sp>
        <p:nvSpPr>
          <p:cNvPr id="92163" name="Rectangle 3">
            <a:extLst>
              <a:ext uri="{FF2B5EF4-FFF2-40B4-BE49-F238E27FC236}">
                <a16:creationId xmlns:a16="http://schemas.microsoft.com/office/drawing/2014/main" id="{7915D0CA-FE8E-4D80-90DF-BC1E40EAEE35}"/>
              </a:ext>
            </a:extLst>
          </p:cNvPr>
          <p:cNvSpPr>
            <a:spLocks noGrp="1" noChangeArrowheads="1"/>
          </p:cNvSpPr>
          <p:nvPr>
            <p:ph sz="quarter" idx="1"/>
          </p:nvPr>
        </p:nvSpPr>
        <p:spPr>
          <a:xfrm>
            <a:off x="381000" y="1600200"/>
            <a:ext cx="8229600" cy="4937125"/>
          </a:xfrm>
        </p:spPr>
        <p:txBody>
          <a:bodyPr/>
          <a:lstStyle/>
          <a:p>
            <a:pPr algn="ctr" eaLnBrk="1" hangingPunct="1">
              <a:buFontTx/>
              <a:buNone/>
            </a:pPr>
            <a:r>
              <a:rPr lang="en-US" altLang="zh-TW" sz="3000" b="1"/>
              <a:t>Relational Model is made up of tables</a:t>
            </a:r>
          </a:p>
          <a:p>
            <a:pPr algn="ctr" eaLnBrk="1" hangingPunct="1">
              <a:buFontTx/>
              <a:buNone/>
            </a:pPr>
            <a:endParaRPr lang="en-US" altLang="zh-TW" sz="3000" b="1"/>
          </a:p>
          <a:p>
            <a:pPr eaLnBrk="1" hangingPunct="1"/>
            <a:r>
              <a:rPr lang="en-US" altLang="zh-TW" sz="2800"/>
              <a:t>A row of table        = a relational instance/tuple</a:t>
            </a:r>
          </a:p>
          <a:p>
            <a:pPr eaLnBrk="1" hangingPunct="1"/>
            <a:r>
              <a:rPr lang="en-US" altLang="zh-TW" sz="2800"/>
              <a:t>A column of table  = an attribute</a:t>
            </a:r>
          </a:p>
          <a:p>
            <a:pPr eaLnBrk="1" hangingPunct="1"/>
            <a:r>
              <a:rPr lang="en-US" altLang="zh-TW" sz="2800"/>
              <a:t>A table                   = a schema/relation</a:t>
            </a:r>
          </a:p>
          <a:p>
            <a:pPr eaLnBrk="1" hangingPunct="1"/>
            <a:r>
              <a:rPr lang="en-US" altLang="zh-TW" sz="2800"/>
              <a:t>Cardinality             = number of rows</a:t>
            </a:r>
          </a:p>
          <a:p>
            <a:pPr eaLnBrk="1" hangingPunct="1"/>
            <a:r>
              <a:rPr lang="en-US" altLang="zh-TW" sz="2800"/>
              <a:t>Degree                  = number of columns</a:t>
            </a:r>
          </a:p>
          <a:p>
            <a:pPr eaLnBrk="1" hangingPunct="1"/>
            <a:endParaRPr lang="en-US" altLang="zh-TW" sz="28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BBD0A06D-EE7D-413F-9069-D7049DC6FE87}"/>
              </a:ext>
            </a:extLst>
          </p:cNvPr>
          <p:cNvSpPr>
            <a:spLocks noGrp="1" noChangeArrowheads="1"/>
          </p:cNvSpPr>
          <p:nvPr>
            <p:ph type="title"/>
          </p:nvPr>
        </p:nvSpPr>
        <p:spPr/>
        <p:txBody>
          <a:bodyPr/>
          <a:lstStyle/>
          <a:p>
            <a:pPr eaLnBrk="1" hangingPunct="1"/>
            <a:r>
              <a:rPr lang="en-US" altLang="zh-TW">
                <a:solidFill>
                  <a:srgbClr val="0000FF"/>
                </a:solidFill>
              </a:rPr>
              <a:t>Example</a:t>
            </a:r>
          </a:p>
        </p:txBody>
      </p:sp>
      <p:sp>
        <p:nvSpPr>
          <p:cNvPr id="93187" name="Rectangle 51">
            <a:extLst>
              <a:ext uri="{FF2B5EF4-FFF2-40B4-BE49-F238E27FC236}">
                <a16:creationId xmlns:a16="http://schemas.microsoft.com/office/drawing/2014/main" id="{DCFDD3C2-3EE6-49AA-B928-EF52545E8B09}"/>
              </a:ext>
            </a:extLst>
          </p:cNvPr>
          <p:cNvSpPr>
            <a:spLocks noChangeArrowheads="1"/>
          </p:cNvSpPr>
          <p:nvPr/>
        </p:nvSpPr>
        <p:spPr bwMode="auto">
          <a:xfrm>
            <a:off x="533400" y="1676400"/>
            <a:ext cx="8077200" cy="381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graphicFrame>
        <p:nvGraphicFramePr>
          <p:cNvPr id="9268" name="Group 52">
            <a:extLst>
              <a:ext uri="{FF2B5EF4-FFF2-40B4-BE49-F238E27FC236}">
                <a16:creationId xmlns:a16="http://schemas.microsoft.com/office/drawing/2014/main" id="{9843FE3C-DA4E-4AE4-92EA-5FAFCD507498}"/>
              </a:ext>
            </a:extLst>
          </p:cNvPr>
          <p:cNvGraphicFramePr>
            <a:graphicFrameLocks noGrp="1"/>
          </p:cNvGraphicFramePr>
          <p:nvPr/>
        </p:nvGraphicFramePr>
        <p:xfrm>
          <a:off x="2971800" y="2895600"/>
          <a:ext cx="4572000" cy="1189038"/>
        </p:xfrm>
        <a:graphic>
          <a:graphicData uri="http://schemas.openxmlformats.org/drawingml/2006/table">
            <a:tbl>
              <a:tblPr/>
              <a:tblGrid>
                <a:gridCol w="114300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dirty="0">
                          <a:ln>
                            <a:noFill/>
                          </a:ln>
                          <a:solidFill>
                            <a:schemeClr val="tx1"/>
                          </a:solidFill>
                          <a:effectLst/>
                          <a:latin typeface="Arial" charset="0"/>
                          <a:ea typeface="新細明體" pitchFamily="18" charset="-120"/>
                        </a:rPr>
                        <a:t>SID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Name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Major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GPA</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1234</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John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CS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2.8</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FF00"/>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5678</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Mary</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EE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3.6</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3210" name="Line 74">
            <a:extLst>
              <a:ext uri="{FF2B5EF4-FFF2-40B4-BE49-F238E27FC236}">
                <a16:creationId xmlns:a16="http://schemas.microsoft.com/office/drawing/2014/main" id="{3ED5E02C-46C0-4330-8AA2-5FBC32207FC0}"/>
              </a:ext>
            </a:extLst>
          </p:cNvPr>
          <p:cNvSpPr>
            <a:spLocks noChangeShapeType="1"/>
          </p:cNvSpPr>
          <p:nvPr/>
        </p:nvSpPr>
        <p:spPr bwMode="auto">
          <a:xfrm>
            <a:off x="1524000" y="3124200"/>
            <a:ext cx="1371600" cy="3048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93211" name="Text Box 75">
            <a:extLst>
              <a:ext uri="{FF2B5EF4-FFF2-40B4-BE49-F238E27FC236}">
                <a16:creationId xmlns:a16="http://schemas.microsoft.com/office/drawing/2014/main" id="{9828EAF3-0AFF-40E8-AFCF-A1062025FF10}"/>
              </a:ext>
            </a:extLst>
          </p:cNvPr>
          <p:cNvSpPr txBox="1">
            <a:spLocks noChangeArrowheads="1"/>
          </p:cNvSpPr>
          <p:nvPr/>
        </p:nvSpPr>
        <p:spPr bwMode="auto">
          <a:xfrm>
            <a:off x="533400" y="2743200"/>
            <a:ext cx="1905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2400">
                <a:latin typeface="Tahoma" panose="020B0604030504040204" pitchFamily="34" charset="0"/>
              </a:rPr>
              <a:t>tuple/relational instance</a:t>
            </a:r>
          </a:p>
        </p:txBody>
      </p:sp>
      <p:sp>
        <p:nvSpPr>
          <p:cNvPr id="93212" name="Line 76">
            <a:extLst>
              <a:ext uri="{FF2B5EF4-FFF2-40B4-BE49-F238E27FC236}">
                <a16:creationId xmlns:a16="http://schemas.microsoft.com/office/drawing/2014/main" id="{F3CF4072-9818-4773-ADDC-A6721A8190BD}"/>
              </a:ext>
            </a:extLst>
          </p:cNvPr>
          <p:cNvSpPr>
            <a:spLocks noChangeShapeType="1"/>
          </p:cNvSpPr>
          <p:nvPr/>
        </p:nvSpPr>
        <p:spPr bwMode="auto">
          <a:xfrm>
            <a:off x="6934200" y="2286000"/>
            <a:ext cx="0" cy="4572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93213" name="Text Box 77">
            <a:extLst>
              <a:ext uri="{FF2B5EF4-FFF2-40B4-BE49-F238E27FC236}">
                <a16:creationId xmlns:a16="http://schemas.microsoft.com/office/drawing/2014/main" id="{E549B930-EBA3-4C0E-9106-3E4811D1217E}"/>
              </a:ext>
            </a:extLst>
          </p:cNvPr>
          <p:cNvSpPr txBox="1">
            <a:spLocks noChangeArrowheads="1"/>
          </p:cNvSpPr>
          <p:nvPr/>
        </p:nvSpPr>
        <p:spPr bwMode="auto">
          <a:xfrm>
            <a:off x="6324600" y="1981200"/>
            <a:ext cx="1447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2400">
                <a:latin typeface="Tahoma" panose="020B0604030504040204" pitchFamily="34" charset="0"/>
              </a:rPr>
              <a:t>Attribute</a:t>
            </a:r>
          </a:p>
        </p:txBody>
      </p:sp>
      <p:sp>
        <p:nvSpPr>
          <p:cNvPr id="93214" name="Line 78">
            <a:extLst>
              <a:ext uri="{FF2B5EF4-FFF2-40B4-BE49-F238E27FC236}">
                <a16:creationId xmlns:a16="http://schemas.microsoft.com/office/drawing/2014/main" id="{B1289063-5965-4DEF-B399-519A5D7D2752}"/>
              </a:ext>
            </a:extLst>
          </p:cNvPr>
          <p:cNvSpPr>
            <a:spLocks noChangeShapeType="1"/>
          </p:cNvSpPr>
          <p:nvPr/>
        </p:nvSpPr>
        <p:spPr bwMode="auto">
          <a:xfrm>
            <a:off x="3200400" y="4191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3215" name="Line 79">
            <a:extLst>
              <a:ext uri="{FF2B5EF4-FFF2-40B4-BE49-F238E27FC236}">
                <a16:creationId xmlns:a16="http://schemas.microsoft.com/office/drawing/2014/main" id="{CE1864EB-5751-4CE1-BAB6-A733EE005DCF}"/>
              </a:ext>
            </a:extLst>
          </p:cNvPr>
          <p:cNvSpPr>
            <a:spLocks noChangeShapeType="1"/>
          </p:cNvSpPr>
          <p:nvPr/>
        </p:nvSpPr>
        <p:spPr bwMode="auto">
          <a:xfrm>
            <a:off x="3200400" y="4648200"/>
            <a:ext cx="3810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3216" name="Line 80">
            <a:extLst>
              <a:ext uri="{FF2B5EF4-FFF2-40B4-BE49-F238E27FC236}">
                <a16:creationId xmlns:a16="http://schemas.microsoft.com/office/drawing/2014/main" id="{1E796EEB-1CBF-4B3A-89A2-74AE26230479}"/>
              </a:ext>
            </a:extLst>
          </p:cNvPr>
          <p:cNvSpPr>
            <a:spLocks noChangeShapeType="1"/>
          </p:cNvSpPr>
          <p:nvPr/>
        </p:nvSpPr>
        <p:spPr bwMode="auto">
          <a:xfrm flipV="1">
            <a:off x="7010400" y="4191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3217" name="Text Box 81">
            <a:extLst>
              <a:ext uri="{FF2B5EF4-FFF2-40B4-BE49-F238E27FC236}">
                <a16:creationId xmlns:a16="http://schemas.microsoft.com/office/drawing/2014/main" id="{B71D5A4D-F29B-496F-9D4B-BD3899AD6767}"/>
              </a:ext>
            </a:extLst>
          </p:cNvPr>
          <p:cNvSpPr txBox="1">
            <a:spLocks noChangeArrowheads="1"/>
          </p:cNvSpPr>
          <p:nvPr/>
        </p:nvSpPr>
        <p:spPr bwMode="auto">
          <a:xfrm>
            <a:off x="4648200" y="4724400"/>
            <a:ext cx="1600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2400">
                <a:latin typeface="Tahoma" panose="020B0604030504040204" pitchFamily="34" charset="0"/>
              </a:rPr>
              <a:t>Degree=4</a:t>
            </a:r>
          </a:p>
        </p:txBody>
      </p:sp>
      <p:sp>
        <p:nvSpPr>
          <p:cNvPr id="93218" name="Line 82">
            <a:extLst>
              <a:ext uri="{FF2B5EF4-FFF2-40B4-BE49-F238E27FC236}">
                <a16:creationId xmlns:a16="http://schemas.microsoft.com/office/drawing/2014/main" id="{625170F7-E15E-4C97-9A70-DFE9EA002DAB}"/>
              </a:ext>
            </a:extLst>
          </p:cNvPr>
          <p:cNvSpPr>
            <a:spLocks noChangeShapeType="1"/>
          </p:cNvSpPr>
          <p:nvPr/>
        </p:nvSpPr>
        <p:spPr bwMode="auto">
          <a:xfrm>
            <a:off x="7696200" y="34290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3219" name="Line 83">
            <a:extLst>
              <a:ext uri="{FF2B5EF4-FFF2-40B4-BE49-F238E27FC236}">
                <a16:creationId xmlns:a16="http://schemas.microsoft.com/office/drawing/2014/main" id="{CAC09CF7-C551-449B-8A03-CEEAB8DE5089}"/>
              </a:ext>
            </a:extLst>
          </p:cNvPr>
          <p:cNvSpPr>
            <a:spLocks noChangeShapeType="1"/>
          </p:cNvSpPr>
          <p:nvPr/>
        </p:nvSpPr>
        <p:spPr bwMode="auto">
          <a:xfrm>
            <a:off x="7924800" y="3429000"/>
            <a:ext cx="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3220" name="Line 84">
            <a:extLst>
              <a:ext uri="{FF2B5EF4-FFF2-40B4-BE49-F238E27FC236}">
                <a16:creationId xmlns:a16="http://schemas.microsoft.com/office/drawing/2014/main" id="{D63AF188-679A-41B3-8941-1BA1AE53F857}"/>
              </a:ext>
            </a:extLst>
          </p:cNvPr>
          <p:cNvSpPr>
            <a:spLocks noChangeShapeType="1"/>
          </p:cNvSpPr>
          <p:nvPr/>
        </p:nvSpPr>
        <p:spPr bwMode="auto">
          <a:xfrm flipH="1">
            <a:off x="7696200" y="3886200"/>
            <a:ext cx="228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3221" name="Text Box 85">
            <a:extLst>
              <a:ext uri="{FF2B5EF4-FFF2-40B4-BE49-F238E27FC236}">
                <a16:creationId xmlns:a16="http://schemas.microsoft.com/office/drawing/2014/main" id="{C764F312-84FC-4B68-9DFE-8954AE44B42B}"/>
              </a:ext>
            </a:extLst>
          </p:cNvPr>
          <p:cNvSpPr txBox="1">
            <a:spLocks noChangeArrowheads="1"/>
          </p:cNvSpPr>
          <p:nvPr/>
        </p:nvSpPr>
        <p:spPr bwMode="auto">
          <a:xfrm>
            <a:off x="7924800" y="2667000"/>
            <a:ext cx="458788"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2400">
                <a:latin typeface="Tahoma" panose="020B0604030504040204" pitchFamily="34" charset="0"/>
              </a:rPr>
              <a:t>Cardinality = 2</a:t>
            </a:r>
          </a:p>
        </p:txBody>
      </p:sp>
      <p:sp>
        <p:nvSpPr>
          <p:cNvPr id="93222" name="Text Box 86">
            <a:extLst>
              <a:ext uri="{FF2B5EF4-FFF2-40B4-BE49-F238E27FC236}">
                <a16:creationId xmlns:a16="http://schemas.microsoft.com/office/drawing/2014/main" id="{D2418E85-9D39-4553-BB31-512591F9C871}"/>
              </a:ext>
            </a:extLst>
          </p:cNvPr>
          <p:cNvSpPr txBox="1">
            <a:spLocks noChangeArrowheads="1"/>
          </p:cNvSpPr>
          <p:nvPr/>
        </p:nvSpPr>
        <p:spPr bwMode="auto">
          <a:xfrm>
            <a:off x="2895600" y="5410200"/>
            <a:ext cx="381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ctr" eaLnBrk="1" hangingPunct="1">
              <a:spcBef>
                <a:spcPct val="50000"/>
              </a:spcBef>
              <a:buClrTx/>
              <a:buSzTx/>
              <a:buFontTx/>
              <a:buNone/>
            </a:pPr>
            <a:r>
              <a:rPr lang="en-US" altLang="zh-TW" sz="2800">
                <a:latin typeface="Tahoma" panose="020B0604030504040204" pitchFamily="34" charset="0"/>
              </a:rPr>
              <a:t>A Schema / Relation</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10AC4CF0-822C-4AE3-AE68-8090AD3A4E2D}"/>
              </a:ext>
            </a:extLst>
          </p:cNvPr>
          <p:cNvSpPr>
            <a:spLocks noGrp="1" noChangeArrowheads="1"/>
          </p:cNvSpPr>
          <p:nvPr>
            <p:ph type="title"/>
          </p:nvPr>
        </p:nvSpPr>
        <p:spPr/>
        <p:txBody>
          <a:bodyPr/>
          <a:lstStyle/>
          <a:p>
            <a:pPr eaLnBrk="1" hangingPunct="1"/>
            <a:r>
              <a:rPr lang="en-US" altLang="zh-TW">
                <a:solidFill>
                  <a:srgbClr val="0000FF"/>
                </a:solidFill>
              </a:rPr>
              <a:t>From ER Model to Relational Model</a:t>
            </a:r>
          </a:p>
        </p:txBody>
      </p:sp>
      <p:sp>
        <p:nvSpPr>
          <p:cNvPr id="94211" name="Rectangle 3">
            <a:extLst>
              <a:ext uri="{FF2B5EF4-FFF2-40B4-BE49-F238E27FC236}">
                <a16:creationId xmlns:a16="http://schemas.microsoft.com/office/drawing/2014/main" id="{E2D108AD-75AE-43D9-B613-21DF5CBF9C28}"/>
              </a:ext>
            </a:extLst>
          </p:cNvPr>
          <p:cNvSpPr>
            <a:spLocks noGrp="1" noChangeArrowheads="1"/>
          </p:cNvSpPr>
          <p:nvPr>
            <p:ph sz="quarter" idx="1"/>
          </p:nvPr>
        </p:nvSpPr>
        <p:spPr>
          <a:xfrm>
            <a:off x="381000" y="1600200"/>
            <a:ext cx="8229600" cy="4937125"/>
          </a:xfrm>
        </p:spPr>
        <p:txBody>
          <a:bodyPr/>
          <a:lstStyle/>
          <a:p>
            <a:pPr algn="ctr" eaLnBrk="1" hangingPunct="1">
              <a:buFontTx/>
              <a:buNone/>
            </a:pPr>
            <a:r>
              <a:rPr lang="en-US" altLang="zh-TW" sz="2800"/>
              <a:t>So… how do we convert an ER diagram into a table??  Simple!!</a:t>
            </a:r>
          </a:p>
          <a:p>
            <a:pPr eaLnBrk="1" hangingPunct="1">
              <a:buFontTx/>
              <a:buNone/>
            </a:pPr>
            <a:r>
              <a:rPr lang="en-US" altLang="zh-TW" sz="2400" u="sng"/>
              <a:t>Basic Ideas:</a:t>
            </a:r>
          </a:p>
          <a:p>
            <a:pPr eaLnBrk="1" hangingPunct="1">
              <a:buFont typeface="Wingdings" panose="05000000000000000000" pitchFamily="2" charset="2"/>
              <a:buChar char="Ø"/>
            </a:pPr>
            <a:r>
              <a:rPr lang="en-US" altLang="zh-TW" sz="2400"/>
              <a:t>Build a table for each entity set</a:t>
            </a:r>
          </a:p>
          <a:p>
            <a:pPr eaLnBrk="1" hangingPunct="1">
              <a:buFont typeface="Wingdings" panose="05000000000000000000" pitchFamily="2" charset="2"/>
              <a:buChar char="Ø"/>
            </a:pPr>
            <a:r>
              <a:rPr lang="en-US" altLang="zh-TW" sz="2400"/>
              <a:t>Make a column in the table for each attribute in the entity set</a:t>
            </a:r>
          </a:p>
          <a:p>
            <a:pPr eaLnBrk="1" hangingPunct="1">
              <a:buFont typeface="Wingdings" panose="05000000000000000000" pitchFamily="2" charset="2"/>
              <a:buChar char="Ø"/>
            </a:pPr>
            <a:r>
              <a:rPr lang="en-US" altLang="zh-TW" sz="2400"/>
              <a:t>Primary Key</a:t>
            </a:r>
          </a:p>
          <a:p>
            <a:pPr eaLnBrk="1" hangingPunct="1">
              <a:buFont typeface="Wingdings" panose="05000000000000000000" pitchFamily="2" charset="2"/>
              <a:buChar char="Ø"/>
            </a:pPr>
            <a:r>
              <a:rPr lang="en-US" altLang="zh-TW" sz="2400">
                <a:solidFill>
                  <a:srgbClr val="FF0000"/>
                </a:solidFill>
              </a:rPr>
              <a:t>Build a table for each relationship set if necessary</a:t>
            </a:r>
          </a:p>
          <a:p>
            <a:pPr eaLnBrk="1" hangingPunct="1">
              <a:buFont typeface="Wingdings" panose="05000000000000000000" pitchFamily="2" charset="2"/>
              <a:buChar char="Ø"/>
            </a:pPr>
            <a:endParaRPr lang="en-US" altLang="zh-TW" sz="2400"/>
          </a:p>
          <a:p>
            <a:pPr algn="ctr" eaLnBrk="1" hangingPunct="1">
              <a:buFontTx/>
              <a:buNone/>
            </a:pPr>
            <a:endParaRPr lang="en-US" altLang="zh-TW" sz="280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B566C974-E85D-411C-A7E2-D34A2062E102}"/>
              </a:ext>
            </a:extLst>
          </p:cNvPr>
          <p:cNvSpPr>
            <a:spLocks noGrp="1" noChangeArrowheads="1"/>
          </p:cNvSpPr>
          <p:nvPr>
            <p:ph type="title"/>
          </p:nvPr>
        </p:nvSpPr>
        <p:spPr>
          <a:xfrm>
            <a:off x="457200" y="152400"/>
            <a:ext cx="8229600" cy="685800"/>
          </a:xfrm>
        </p:spPr>
        <p:txBody>
          <a:bodyPr/>
          <a:lstStyle/>
          <a:p>
            <a:pPr eaLnBrk="1" hangingPunct="1"/>
            <a:r>
              <a:rPr lang="en-US" altLang="zh-TW" sz="1600">
                <a:solidFill>
                  <a:srgbClr val="0000FF"/>
                </a:solidFill>
              </a:rPr>
              <a:t>Example – Strong Entity Set</a:t>
            </a:r>
          </a:p>
        </p:txBody>
      </p:sp>
      <p:graphicFrame>
        <p:nvGraphicFramePr>
          <p:cNvPr id="11379" name="Group 115">
            <a:extLst>
              <a:ext uri="{FF2B5EF4-FFF2-40B4-BE49-F238E27FC236}">
                <a16:creationId xmlns:a16="http://schemas.microsoft.com/office/drawing/2014/main" id="{A537769C-678E-4DB1-BB58-5FD415B68953}"/>
              </a:ext>
            </a:extLst>
          </p:cNvPr>
          <p:cNvGraphicFramePr>
            <a:graphicFrameLocks noGrp="1"/>
          </p:cNvGraphicFramePr>
          <p:nvPr>
            <p:ph sz="quarter" idx="1"/>
          </p:nvPr>
        </p:nvGraphicFramePr>
        <p:xfrm>
          <a:off x="152400" y="5029200"/>
          <a:ext cx="3581400" cy="1189038"/>
        </p:xfrm>
        <a:graphic>
          <a:graphicData uri="http://schemas.openxmlformats.org/drawingml/2006/table">
            <a:tbl>
              <a:tblPr/>
              <a:tblGrid>
                <a:gridCol w="895350">
                  <a:extLst>
                    <a:ext uri="{9D8B030D-6E8A-4147-A177-3AD203B41FA5}">
                      <a16:colId xmlns:a16="http://schemas.microsoft.com/office/drawing/2014/main" val="20000"/>
                    </a:ext>
                  </a:extLst>
                </a:gridCol>
                <a:gridCol w="895350">
                  <a:extLst>
                    <a:ext uri="{9D8B030D-6E8A-4147-A177-3AD203B41FA5}">
                      <a16:colId xmlns:a16="http://schemas.microsoft.com/office/drawing/2014/main" val="20001"/>
                    </a:ext>
                  </a:extLst>
                </a:gridCol>
                <a:gridCol w="895350">
                  <a:extLst>
                    <a:ext uri="{9D8B030D-6E8A-4147-A177-3AD203B41FA5}">
                      <a16:colId xmlns:a16="http://schemas.microsoft.com/office/drawing/2014/main" val="20002"/>
                    </a:ext>
                  </a:extLst>
                </a:gridCol>
                <a:gridCol w="895350">
                  <a:extLst>
                    <a:ext uri="{9D8B030D-6E8A-4147-A177-3AD203B41FA5}">
                      <a16:colId xmlns:a16="http://schemas.microsoft.com/office/drawing/2014/main" val="20003"/>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dirty="0">
                          <a:ln>
                            <a:noFill/>
                          </a:ln>
                          <a:solidFill>
                            <a:schemeClr val="tx1"/>
                          </a:solidFill>
                          <a:effectLst/>
                          <a:latin typeface="Arial" charset="0"/>
                          <a:ea typeface="新細明體" pitchFamily="18" charset="-120"/>
                        </a:rPr>
                        <a:t>SID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Name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Major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GPA</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1234</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John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CS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2.8</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5678</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Mary</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EE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3.6</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1382" name="Group 118">
            <a:extLst>
              <a:ext uri="{FF2B5EF4-FFF2-40B4-BE49-F238E27FC236}">
                <a16:creationId xmlns:a16="http://schemas.microsoft.com/office/drawing/2014/main" id="{366FBA98-D6AA-46E3-8B9C-1F78FC7BD910}"/>
              </a:ext>
            </a:extLst>
          </p:cNvPr>
          <p:cNvGraphicFramePr>
            <a:graphicFrameLocks noGrp="1"/>
          </p:cNvGraphicFramePr>
          <p:nvPr>
            <p:ph sz="quarter" idx="2"/>
          </p:nvPr>
        </p:nvGraphicFramePr>
        <p:xfrm>
          <a:off x="4953000" y="5029200"/>
          <a:ext cx="2590800" cy="1189038"/>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dirty="0">
                          <a:ln>
                            <a:noFill/>
                          </a:ln>
                          <a:solidFill>
                            <a:schemeClr val="tx1"/>
                          </a:solidFill>
                          <a:effectLst/>
                          <a:latin typeface="Arial" charset="0"/>
                          <a:ea typeface="新細明體" pitchFamily="18" charset="-120"/>
                        </a:rPr>
                        <a:t>Cid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err="1">
                          <a:ln>
                            <a:noFill/>
                          </a:ln>
                          <a:solidFill>
                            <a:schemeClr val="tx1"/>
                          </a:solidFill>
                          <a:effectLst/>
                          <a:latin typeface="Arial" charset="0"/>
                          <a:ea typeface="新細明體" pitchFamily="18" charset="-120"/>
                        </a:rPr>
                        <a:t>CName</a:t>
                      </a:r>
                      <a:endParaRPr kumimoji="1" lang="en-US" altLang="zh-TW" sz="2000" b="0" i="0" u="none" strike="noStrike" cap="none" normalizeH="0" baseline="0" dirty="0">
                        <a:ln>
                          <a:noFill/>
                        </a:ln>
                        <a:solidFill>
                          <a:schemeClr val="tx1"/>
                        </a:solidFill>
                        <a:effectLst/>
                        <a:latin typeface="Arial" charset="0"/>
                        <a:ea typeface="新細明體" pitchFamily="18" charset="-120"/>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C1</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C</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C2</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Java</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5271" name="Rectangle 26">
            <a:extLst>
              <a:ext uri="{FF2B5EF4-FFF2-40B4-BE49-F238E27FC236}">
                <a16:creationId xmlns:a16="http://schemas.microsoft.com/office/drawing/2014/main" id="{BF0B26BD-55C2-4489-9DA4-29215BE1367B}"/>
              </a:ext>
            </a:extLst>
          </p:cNvPr>
          <p:cNvSpPr>
            <a:spLocks noChangeArrowheads="1"/>
          </p:cNvSpPr>
          <p:nvPr/>
        </p:nvSpPr>
        <p:spPr bwMode="auto">
          <a:xfrm>
            <a:off x="1447800" y="2057400"/>
            <a:ext cx="1143000" cy="4572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72" name="Text Box 27">
            <a:extLst>
              <a:ext uri="{FF2B5EF4-FFF2-40B4-BE49-F238E27FC236}">
                <a16:creationId xmlns:a16="http://schemas.microsoft.com/office/drawing/2014/main" id="{918840BF-829C-47C2-97B3-147815D84867}"/>
              </a:ext>
            </a:extLst>
          </p:cNvPr>
          <p:cNvSpPr txBox="1">
            <a:spLocks noChangeArrowheads="1"/>
          </p:cNvSpPr>
          <p:nvPr/>
        </p:nvSpPr>
        <p:spPr bwMode="auto">
          <a:xfrm>
            <a:off x="1524000" y="21336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Student</a:t>
            </a:r>
          </a:p>
        </p:txBody>
      </p:sp>
      <p:sp>
        <p:nvSpPr>
          <p:cNvPr id="95273" name="Oval 29">
            <a:extLst>
              <a:ext uri="{FF2B5EF4-FFF2-40B4-BE49-F238E27FC236}">
                <a16:creationId xmlns:a16="http://schemas.microsoft.com/office/drawing/2014/main" id="{5B82C207-C951-4520-92E8-8A89DF97BA41}"/>
              </a:ext>
            </a:extLst>
          </p:cNvPr>
          <p:cNvSpPr>
            <a:spLocks noChangeArrowheads="1"/>
          </p:cNvSpPr>
          <p:nvPr/>
        </p:nvSpPr>
        <p:spPr bwMode="auto">
          <a:xfrm>
            <a:off x="19050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74" name="Oval 30">
            <a:extLst>
              <a:ext uri="{FF2B5EF4-FFF2-40B4-BE49-F238E27FC236}">
                <a16:creationId xmlns:a16="http://schemas.microsoft.com/office/drawing/2014/main" id="{CF4A19B7-FCC4-4183-A440-50D4070D8C06}"/>
              </a:ext>
            </a:extLst>
          </p:cNvPr>
          <p:cNvSpPr>
            <a:spLocks noChangeArrowheads="1"/>
          </p:cNvSpPr>
          <p:nvPr/>
        </p:nvSpPr>
        <p:spPr bwMode="auto">
          <a:xfrm>
            <a:off x="3048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75" name="Oval 31">
            <a:extLst>
              <a:ext uri="{FF2B5EF4-FFF2-40B4-BE49-F238E27FC236}">
                <a16:creationId xmlns:a16="http://schemas.microsoft.com/office/drawing/2014/main" id="{9169CE6D-2EB0-430B-96FD-41D7E01049FE}"/>
              </a:ext>
            </a:extLst>
          </p:cNvPr>
          <p:cNvSpPr>
            <a:spLocks noChangeArrowheads="1"/>
          </p:cNvSpPr>
          <p:nvPr/>
        </p:nvSpPr>
        <p:spPr bwMode="auto">
          <a:xfrm>
            <a:off x="304800" y="28956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76" name="Oval 32">
            <a:extLst>
              <a:ext uri="{FF2B5EF4-FFF2-40B4-BE49-F238E27FC236}">
                <a16:creationId xmlns:a16="http://schemas.microsoft.com/office/drawing/2014/main" id="{70F39A9B-087E-49F4-8C11-0390FD9E04F8}"/>
              </a:ext>
            </a:extLst>
          </p:cNvPr>
          <p:cNvSpPr>
            <a:spLocks noChangeArrowheads="1"/>
          </p:cNvSpPr>
          <p:nvPr/>
        </p:nvSpPr>
        <p:spPr bwMode="auto">
          <a:xfrm>
            <a:off x="2286000" y="29718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77" name="Line 33">
            <a:extLst>
              <a:ext uri="{FF2B5EF4-FFF2-40B4-BE49-F238E27FC236}">
                <a16:creationId xmlns:a16="http://schemas.microsoft.com/office/drawing/2014/main" id="{BE4F2ADA-5106-4D68-A351-2F58553DEAB7}"/>
              </a:ext>
            </a:extLst>
          </p:cNvPr>
          <p:cNvSpPr>
            <a:spLocks noChangeShapeType="1"/>
          </p:cNvSpPr>
          <p:nvPr/>
        </p:nvSpPr>
        <p:spPr bwMode="auto">
          <a:xfrm>
            <a:off x="914400" y="17526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5278" name="Line 34">
            <a:extLst>
              <a:ext uri="{FF2B5EF4-FFF2-40B4-BE49-F238E27FC236}">
                <a16:creationId xmlns:a16="http://schemas.microsoft.com/office/drawing/2014/main" id="{9F47AE49-F737-4F9E-940D-B7328F299F15}"/>
              </a:ext>
            </a:extLst>
          </p:cNvPr>
          <p:cNvSpPr>
            <a:spLocks noChangeShapeType="1"/>
          </p:cNvSpPr>
          <p:nvPr/>
        </p:nvSpPr>
        <p:spPr bwMode="auto">
          <a:xfrm flipH="1">
            <a:off x="2057400" y="17526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5279" name="Line 35">
            <a:extLst>
              <a:ext uri="{FF2B5EF4-FFF2-40B4-BE49-F238E27FC236}">
                <a16:creationId xmlns:a16="http://schemas.microsoft.com/office/drawing/2014/main" id="{9640958C-3D34-4DC4-BBAC-E1A8760F8DA3}"/>
              </a:ext>
            </a:extLst>
          </p:cNvPr>
          <p:cNvSpPr>
            <a:spLocks noChangeShapeType="1"/>
          </p:cNvSpPr>
          <p:nvPr/>
        </p:nvSpPr>
        <p:spPr bwMode="auto">
          <a:xfrm flipH="1" flipV="1">
            <a:off x="2209800" y="25146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5280" name="Line 36">
            <a:extLst>
              <a:ext uri="{FF2B5EF4-FFF2-40B4-BE49-F238E27FC236}">
                <a16:creationId xmlns:a16="http://schemas.microsoft.com/office/drawing/2014/main" id="{4A6A1DE2-7CAA-4146-B877-A3AF3568FADB}"/>
              </a:ext>
            </a:extLst>
          </p:cNvPr>
          <p:cNvSpPr>
            <a:spLocks noChangeShapeType="1"/>
          </p:cNvSpPr>
          <p:nvPr/>
        </p:nvSpPr>
        <p:spPr bwMode="auto">
          <a:xfrm flipV="1">
            <a:off x="1143000" y="25146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5281" name="Text Box 37">
            <a:extLst>
              <a:ext uri="{FF2B5EF4-FFF2-40B4-BE49-F238E27FC236}">
                <a16:creationId xmlns:a16="http://schemas.microsoft.com/office/drawing/2014/main" id="{DD695570-D42A-4359-B976-71B31FB1672D}"/>
              </a:ext>
            </a:extLst>
          </p:cNvPr>
          <p:cNvSpPr txBox="1">
            <a:spLocks noChangeArrowheads="1"/>
          </p:cNvSpPr>
          <p:nvPr/>
        </p:nvSpPr>
        <p:spPr bwMode="auto">
          <a:xfrm>
            <a:off x="533400" y="1295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SSID</a:t>
            </a:r>
          </a:p>
        </p:txBody>
      </p:sp>
      <p:sp>
        <p:nvSpPr>
          <p:cNvPr id="95282" name="Text Box 38">
            <a:extLst>
              <a:ext uri="{FF2B5EF4-FFF2-40B4-BE49-F238E27FC236}">
                <a16:creationId xmlns:a16="http://schemas.microsoft.com/office/drawing/2014/main" id="{EA9E1AE1-5DFC-4637-AB8F-1CEF84DE3191}"/>
              </a:ext>
            </a:extLst>
          </p:cNvPr>
          <p:cNvSpPr txBox="1">
            <a:spLocks noChangeArrowheads="1"/>
          </p:cNvSpPr>
          <p:nvPr/>
        </p:nvSpPr>
        <p:spPr bwMode="auto">
          <a:xfrm>
            <a:off x="2057400" y="12954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95283" name="Text Box 39">
            <a:extLst>
              <a:ext uri="{FF2B5EF4-FFF2-40B4-BE49-F238E27FC236}">
                <a16:creationId xmlns:a16="http://schemas.microsoft.com/office/drawing/2014/main" id="{EC2A5B36-0A30-4BFC-9C56-A32E1DCAA8A1}"/>
              </a:ext>
            </a:extLst>
          </p:cNvPr>
          <p:cNvSpPr txBox="1">
            <a:spLocks noChangeArrowheads="1"/>
          </p:cNvSpPr>
          <p:nvPr/>
        </p:nvSpPr>
        <p:spPr bwMode="auto">
          <a:xfrm>
            <a:off x="457200" y="29718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Major</a:t>
            </a:r>
          </a:p>
        </p:txBody>
      </p:sp>
      <p:sp>
        <p:nvSpPr>
          <p:cNvPr id="95284" name="Text Box 40">
            <a:extLst>
              <a:ext uri="{FF2B5EF4-FFF2-40B4-BE49-F238E27FC236}">
                <a16:creationId xmlns:a16="http://schemas.microsoft.com/office/drawing/2014/main" id="{6E4994F1-AB82-43ED-8208-B70843660928}"/>
              </a:ext>
            </a:extLst>
          </p:cNvPr>
          <p:cNvSpPr txBox="1">
            <a:spLocks noChangeArrowheads="1"/>
          </p:cNvSpPr>
          <p:nvPr/>
        </p:nvSpPr>
        <p:spPr bwMode="auto">
          <a:xfrm>
            <a:off x="2514600" y="30480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GPA</a:t>
            </a:r>
          </a:p>
        </p:txBody>
      </p:sp>
      <p:sp>
        <p:nvSpPr>
          <p:cNvPr id="95285" name="AutoShape 43">
            <a:extLst>
              <a:ext uri="{FF2B5EF4-FFF2-40B4-BE49-F238E27FC236}">
                <a16:creationId xmlns:a16="http://schemas.microsoft.com/office/drawing/2014/main" id="{741EE85E-9BEE-4861-A603-343E8C7A5EA7}"/>
              </a:ext>
            </a:extLst>
          </p:cNvPr>
          <p:cNvSpPr>
            <a:spLocks noChangeArrowheads="1"/>
          </p:cNvSpPr>
          <p:nvPr/>
        </p:nvSpPr>
        <p:spPr bwMode="auto">
          <a:xfrm>
            <a:off x="990600" y="3581400"/>
            <a:ext cx="1905000" cy="11430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86" name="AutoShape 46">
            <a:extLst>
              <a:ext uri="{FF2B5EF4-FFF2-40B4-BE49-F238E27FC236}">
                <a16:creationId xmlns:a16="http://schemas.microsoft.com/office/drawing/2014/main" id="{6DFC0A58-009C-4A1C-B011-2106332E251C}"/>
              </a:ext>
            </a:extLst>
          </p:cNvPr>
          <p:cNvSpPr>
            <a:spLocks noChangeArrowheads="1"/>
          </p:cNvSpPr>
          <p:nvPr/>
        </p:nvSpPr>
        <p:spPr bwMode="auto">
          <a:xfrm>
            <a:off x="3733800" y="1905000"/>
            <a:ext cx="1676400" cy="762000"/>
          </a:xfrm>
          <a:prstGeom prst="flowChartDecision">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87" name="Text Box 47">
            <a:extLst>
              <a:ext uri="{FF2B5EF4-FFF2-40B4-BE49-F238E27FC236}">
                <a16:creationId xmlns:a16="http://schemas.microsoft.com/office/drawing/2014/main" id="{E53823D0-9DFF-4EC7-A2A4-BFB07FA6B369}"/>
              </a:ext>
            </a:extLst>
          </p:cNvPr>
          <p:cNvSpPr txBox="1">
            <a:spLocks noChangeArrowheads="1"/>
          </p:cNvSpPr>
          <p:nvPr/>
        </p:nvSpPr>
        <p:spPr bwMode="auto">
          <a:xfrm>
            <a:off x="4114800" y="20574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takes</a:t>
            </a:r>
          </a:p>
        </p:txBody>
      </p:sp>
      <p:sp>
        <p:nvSpPr>
          <p:cNvPr id="95288" name="Line 48">
            <a:extLst>
              <a:ext uri="{FF2B5EF4-FFF2-40B4-BE49-F238E27FC236}">
                <a16:creationId xmlns:a16="http://schemas.microsoft.com/office/drawing/2014/main" id="{4780F31E-7920-4707-AB71-8FB7E554F5E7}"/>
              </a:ext>
            </a:extLst>
          </p:cNvPr>
          <p:cNvSpPr>
            <a:spLocks noChangeShapeType="1"/>
          </p:cNvSpPr>
          <p:nvPr/>
        </p:nvSpPr>
        <p:spPr bwMode="auto">
          <a:xfrm>
            <a:off x="2590800" y="2286000"/>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5289" name="Rectangle 51">
            <a:extLst>
              <a:ext uri="{FF2B5EF4-FFF2-40B4-BE49-F238E27FC236}">
                <a16:creationId xmlns:a16="http://schemas.microsoft.com/office/drawing/2014/main" id="{B9426FD5-C213-4AAC-AFD0-BED068BC9255}"/>
              </a:ext>
            </a:extLst>
          </p:cNvPr>
          <p:cNvSpPr>
            <a:spLocks noChangeArrowheads="1"/>
          </p:cNvSpPr>
          <p:nvPr/>
        </p:nvSpPr>
        <p:spPr bwMode="auto">
          <a:xfrm>
            <a:off x="6553200" y="2057400"/>
            <a:ext cx="1143000" cy="4572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90" name="Text Box 52">
            <a:extLst>
              <a:ext uri="{FF2B5EF4-FFF2-40B4-BE49-F238E27FC236}">
                <a16:creationId xmlns:a16="http://schemas.microsoft.com/office/drawing/2014/main" id="{48E05AE8-2774-4D58-A3D0-5CAFBEDA52AF}"/>
              </a:ext>
            </a:extLst>
          </p:cNvPr>
          <p:cNvSpPr txBox="1">
            <a:spLocks noChangeArrowheads="1"/>
          </p:cNvSpPr>
          <p:nvPr/>
        </p:nvSpPr>
        <p:spPr bwMode="auto">
          <a:xfrm>
            <a:off x="6553200" y="21336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Course</a:t>
            </a:r>
          </a:p>
        </p:txBody>
      </p:sp>
      <p:sp>
        <p:nvSpPr>
          <p:cNvPr id="95291" name="Line 53">
            <a:extLst>
              <a:ext uri="{FF2B5EF4-FFF2-40B4-BE49-F238E27FC236}">
                <a16:creationId xmlns:a16="http://schemas.microsoft.com/office/drawing/2014/main" id="{4DEE9EC3-7250-4738-8254-62869EAC0067}"/>
              </a:ext>
            </a:extLst>
          </p:cNvPr>
          <p:cNvSpPr>
            <a:spLocks noChangeShapeType="1"/>
          </p:cNvSpPr>
          <p:nvPr/>
        </p:nvSpPr>
        <p:spPr bwMode="auto">
          <a:xfrm>
            <a:off x="5410200" y="2286000"/>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5292" name="Oval 54">
            <a:extLst>
              <a:ext uri="{FF2B5EF4-FFF2-40B4-BE49-F238E27FC236}">
                <a16:creationId xmlns:a16="http://schemas.microsoft.com/office/drawing/2014/main" id="{5C20C0DA-352D-403E-B3DE-C42B1AFECBBB}"/>
              </a:ext>
            </a:extLst>
          </p:cNvPr>
          <p:cNvSpPr>
            <a:spLocks noChangeArrowheads="1"/>
          </p:cNvSpPr>
          <p:nvPr/>
        </p:nvSpPr>
        <p:spPr bwMode="auto">
          <a:xfrm>
            <a:off x="54102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93" name="Text Box 55">
            <a:extLst>
              <a:ext uri="{FF2B5EF4-FFF2-40B4-BE49-F238E27FC236}">
                <a16:creationId xmlns:a16="http://schemas.microsoft.com/office/drawing/2014/main" id="{8A042387-A91C-47A0-BCA0-AD8E7C3B581F}"/>
              </a:ext>
            </a:extLst>
          </p:cNvPr>
          <p:cNvSpPr txBox="1">
            <a:spLocks noChangeArrowheads="1"/>
          </p:cNvSpPr>
          <p:nvPr/>
        </p:nvSpPr>
        <p:spPr bwMode="auto">
          <a:xfrm>
            <a:off x="5638800" y="1295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Cid</a:t>
            </a:r>
          </a:p>
        </p:txBody>
      </p:sp>
      <p:sp>
        <p:nvSpPr>
          <p:cNvPr id="95294" name="Oval 58">
            <a:extLst>
              <a:ext uri="{FF2B5EF4-FFF2-40B4-BE49-F238E27FC236}">
                <a16:creationId xmlns:a16="http://schemas.microsoft.com/office/drawing/2014/main" id="{240AC0C8-69B1-4D2C-8ECD-B1AAF865D061}"/>
              </a:ext>
            </a:extLst>
          </p:cNvPr>
          <p:cNvSpPr>
            <a:spLocks noChangeArrowheads="1"/>
          </p:cNvSpPr>
          <p:nvPr/>
        </p:nvSpPr>
        <p:spPr bwMode="auto">
          <a:xfrm>
            <a:off x="73152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95" name="Text Box 59">
            <a:extLst>
              <a:ext uri="{FF2B5EF4-FFF2-40B4-BE49-F238E27FC236}">
                <a16:creationId xmlns:a16="http://schemas.microsoft.com/office/drawing/2014/main" id="{1B7BA1A6-C68B-46FF-905B-0D4564E6A8B7}"/>
              </a:ext>
            </a:extLst>
          </p:cNvPr>
          <p:cNvSpPr txBox="1">
            <a:spLocks noChangeArrowheads="1"/>
          </p:cNvSpPr>
          <p:nvPr/>
        </p:nvSpPr>
        <p:spPr bwMode="auto">
          <a:xfrm>
            <a:off x="7467600" y="12954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CName</a:t>
            </a:r>
          </a:p>
        </p:txBody>
      </p:sp>
      <p:sp>
        <p:nvSpPr>
          <p:cNvPr id="95296" name="Line 62">
            <a:extLst>
              <a:ext uri="{FF2B5EF4-FFF2-40B4-BE49-F238E27FC236}">
                <a16:creationId xmlns:a16="http://schemas.microsoft.com/office/drawing/2014/main" id="{D91EE21D-C4A4-439D-978E-4885A4895867}"/>
              </a:ext>
            </a:extLst>
          </p:cNvPr>
          <p:cNvSpPr>
            <a:spLocks noChangeShapeType="1"/>
          </p:cNvSpPr>
          <p:nvPr/>
        </p:nvSpPr>
        <p:spPr bwMode="auto">
          <a:xfrm>
            <a:off x="6172200" y="1752600"/>
            <a:ext cx="609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5297" name="Line 63">
            <a:extLst>
              <a:ext uri="{FF2B5EF4-FFF2-40B4-BE49-F238E27FC236}">
                <a16:creationId xmlns:a16="http://schemas.microsoft.com/office/drawing/2014/main" id="{92A3277E-0B79-42EF-92BC-C787B9BD7FAA}"/>
              </a:ext>
            </a:extLst>
          </p:cNvPr>
          <p:cNvSpPr>
            <a:spLocks noChangeShapeType="1"/>
          </p:cNvSpPr>
          <p:nvPr/>
        </p:nvSpPr>
        <p:spPr bwMode="auto">
          <a:xfrm flipH="1">
            <a:off x="7239000" y="1752600"/>
            <a:ext cx="457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5298" name="AutoShape 65">
            <a:extLst>
              <a:ext uri="{FF2B5EF4-FFF2-40B4-BE49-F238E27FC236}">
                <a16:creationId xmlns:a16="http://schemas.microsoft.com/office/drawing/2014/main" id="{8A54D301-744A-4656-BB40-AC82B199F347}"/>
              </a:ext>
            </a:extLst>
          </p:cNvPr>
          <p:cNvSpPr>
            <a:spLocks noChangeArrowheads="1"/>
          </p:cNvSpPr>
          <p:nvPr/>
        </p:nvSpPr>
        <p:spPr bwMode="auto">
          <a:xfrm>
            <a:off x="5943600" y="3581400"/>
            <a:ext cx="1905000" cy="11430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5299" name="Text Box 11">
            <a:extLst>
              <a:ext uri="{FF2B5EF4-FFF2-40B4-BE49-F238E27FC236}">
                <a16:creationId xmlns:a16="http://schemas.microsoft.com/office/drawing/2014/main" id="{63C11DDD-CFF1-4D50-991B-F881E06D2AE3}"/>
              </a:ext>
            </a:extLst>
          </p:cNvPr>
          <p:cNvSpPr txBox="1">
            <a:spLocks noChangeArrowheads="1"/>
          </p:cNvSpPr>
          <p:nvPr/>
        </p:nvSpPr>
        <p:spPr bwMode="auto">
          <a:xfrm>
            <a:off x="2667000" y="1828800"/>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
        <p:nvSpPr>
          <p:cNvPr id="95300" name="Text Box 11">
            <a:extLst>
              <a:ext uri="{FF2B5EF4-FFF2-40B4-BE49-F238E27FC236}">
                <a16:creationId xmlns:a16="http://schemas.microsoft.com/office/drawing/2014/main" id="{E016FD21-2D9B-45E2-9186-4EED26EC6624}"/>
              </a:ext>
            </a:extLst>
          </p:cNvPr>
          <p:cNvSpPr txBox="1">
            <a:spLocks noChangeArrowheads="1"/>
          </p:cNvSpPr>
          <p:nvPr/>
        </p:nvSpPr>
        <p:spPr bwMode="auto">
          <a:xfrm>
            <a:off x="6096000" y="1905000"/>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D2DFF152-27FD-44C3-BDAC-D15556D632F4}"/>
              </a:ext>
            </a:extLst>
          </p:cNvPr>
          <p:cNvSpPr>
            <a:spLocks noGrp="1" noChangeArrowheads="1"/>
          </p:cNvSpPr>
          <p:nvPr>
            <p:ph type="title"/>
          </p:nvPr>
        </p:nvSpPr>
        <p:spPr>
          <a:xfrm>
            <a:off x="304800" y="381000"/>
            <a:ext cx="8229600" cy="715963"/>
          </a:xfrm>
        </p:spPr>
        <p:txBody>
          <a:bodyPr/>
          <a:lstStyle/>
          <a:p>
            <a:pPr eaLnBrk="1" hangingPunct="1"/>
            <a:r>
              <a:rPr lang="en-US" altLang="zh-TW">
                <a:solidFill>
                  <a:srgbClr val="0000FF"/>
                </a:solidFill>
              </a:rPr>
              <a:t>Representation of Weak Entity Set</a:t>
            </a:r>
          </a:p>
        </p:txBody>
      </p:sp>
      <p:sp>
        <p:nvSpPr>
          <p:cNvPr id="96259" name="Rectangle 3">
            <a:extLst>
              <a:ext uri="{FF2B5EF4-FFF2-40B4-BE49-F238E27FC236}">
                <a16:creationId xmlns:a16="http://schemas.microsoft.com/office/drawing/2014/main" id="{674CB211-87C3-4D4C-8977-985F5C726B35}"/>
              </a:ext>
            </a:extLst>
          </p:cNvPr>
          <p:cNvSpPr>
            <a:spLocks noGrp="1" noChangeArrowheads="1"/>
          </p:cNvSpPr>
          <p:nvPr>
            <p:ph type="body" sz="half" idx="1"/>
          </p:nvPr>
        </p:nvSpPr>
        <p:spPr>
          <a:xfrm>
            <a:off x="457200" y="1600200"/>
            <a:ext cx="8229600" cy="4876800"/>
          </a:xfrm>
        </p:spPr>
        <p:txBody>
          <a:bodyPr/>
          <a:lstStyle/>
          <a:p>
            <a:pPr eaLnBrk="1" hangingPunct="1"/>
            <a:r>
              <a:rPr lang="en-US" altLang="zh-TW"/>
              <a:t>Weak Entity Set Cannot exists alone</a:t>
            </a:r>
          </a:p>
          <a:p>
            <a:pPr eaLnBrk="1" hangingPunct="1"/>
            <a:r>
              <a:rPr lang="en-US" altLang="zh-TW"/>
              <a:t>To build a table/schema for weak entity set</a:t>
            </a:r>
            <a:r>
              <a:rPr lang="en-US" altLang="zh-TW" sz="2800"/>
              <a:t> </a:t>
            </a:r>
          </a:p>
          <a:p>
            <a:pPr lvl="1" eaLnBrk="1" hangingPunct="1"/>
            <a:r>
              <a:rPr lang="en-US" altLang="zh-TW"/>
              <a:t>Construct a table with one column for each attribute in the weak entity set</a:t>
            </a:r>
          </a:p>
          <a:p>
            <a:pPr lvl="1" eaLnBrk="1" hangingPunct="1"/>
            <a:r>
              <a:rPr lang="en-US" altLang="zh-TW"/>
              <a:t>Remember to include discriminator</a:t>
            </a:r>
          </a:p>
          <a:p>
            <a:pPr lvl="1" eaLnBrk="1" hangingPunct="1"/>
            <a:r>
              <a:rPr lang="en-US" altLang="zh-TW"/>
              <a:t>Augment one extra column on the right side of the table, put in there the primary key of the Strong Entity Set (the entity set that the weak entity set is depending on)</a:t>
            </a:r>
          </a:p>
          <a:p>
            <a:pPr lvl="1" eaLnBrk="1" hangingPunct="1"/>
            <a:r>
              <a:rPr lang="en-US" altLang="zh-TW"/>
              <a:t>Primary Key of the weak entity set = Discriminator + foreign key</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0B16F60D-19CB-4A0A-AB25-ED72915F7F96}"/>
              </a:ext>
            </a:extLst>
          </p:cNvPr>
          <p:cNvSpPr>
            <a:spLocks noGrp="1" noChangeArrowheads="1"/>
          </p:cNvSpPr>
          <p:nvPr>
            <p:ph type="title"/>
          </p:nvPr>
        </p:nvSpPr>
        <p:spPr>
          <a:xfrm>
            <a:off x="457200" y="152400"/>
            <a:ext cx="8229600" cy="914400"/>
          </a:xfrm>
        </p:spPr>
        <p:txBody>
          <a:bodyPr/>
          <a:lstStyle/>
          <a:p>
            <a:pPr eaLnBrk="1" hangingPunct="1"/>
            <a:r>
              <a:rPr lang="en-US" altLang="zh-TW" sz="1600">
                <a:solidFill>
                  <a:srgbClr val="0000FF"/>
                </a:solidFill>
              </a:rPr>
              <a:t>Example – Weak Entity Set</a:t>
            </a:r>
          </a:p>
        </p:txBody>
      </p:sp>
      <p:graphicFrame>
        <p:nvGraphicFramePr>
          <p:cNvPr id="15444" name="Group 84">
            <a:extLst>
              <a:ext uri="{FF2B5EF4-FFF2-40B4-BE49-F238E27FC236}">
                <a16:creationId xmlns:a16="http://schemas.microsoft.com/office/drawing/2014/main" id="{0B585779-8B4C-4FBF-8447-501B4BA8D351}"/>
              </a:ext>
            </a:extLst>
          </p:cNvPr>
          <p:cNvGraphicFramePr>
            <a:graphicFrameLocks noGrp="1"/>
          </p:cNvGraphicFramePr>
          <p:nvPr>
            <p:ph sz="quarter" idx="1"/>
          </p:nvPr>
        </p:nvGraphicFramePr>
        <p:xfrm>
          <a:off x="3810000" y="4495800"/>
          <a:ext cx="5105400" cy="1189038"/>
        </p:xfrm>
        <a:graphic>
          <a:graphicData uri="http://schemas.openxmlformats.org/drawingml/2006/table">
            <a:tbl>
              <a:tblPr/>
              <a:tblGrid>
                <a:gridCol w="1701800">
                  <a:extLst>
                    <a:ext uri="{9D8B030D-6E8A-4147-A177-3AD203B41FA5}">
                      <a16:colId xmlns:a16="http://schemas.microsoft.com/office/drawing/2014/main" val="20000"/>
                    </a:ext>
                  </a:extLst>
                </a:gridCol>
                <a:gridCol w="14986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Age</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Name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dirty="0" err="1">
                          <a:ln>
                            <a:noFill/>
                          </a:ln>
                          <a:solidFill>
                            <a:schemeClr val="tx1"/>
                          </a:solidFill>
                          <a:effectLst/>
                          <a:latin typeface="Arial" charset="0"/>
                          <a:ea typeface="新細明體" pitchFamily="18" charset="-120"/>
                        </a:rPr>
                        <a:t>Parent_ISSID</a:t>
                      </a:r>
                      <a:endParaRPr kumimoji="1" lang="en-US" altLang="zh-TW" sz="2000" b="0" i="0" u="sng" strike="noStrike" cap="none" normalizeH="0" baseline="0" dirty="0">
                        <a:ln>
                          <a:noFill/>
                        </a:ln>
                        <a:solidFill>
                          <a:schemeClr val="tx1"/>
                        </a:solidFill>
                        <a:effectLst/>
                        <a:latin typeface="Arial" charset="0"/>
                        <a:ea typeface="新細明體" pitchFamily="18" charset="-120"/>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10</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Bart</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1234</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8</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Lisa</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5678</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97301" name="Rectangle 25">
            <a:extLst>
              <a:ext uri="{FF2B5EF4-FFF2-40B4-BE49-F238E27FC236}">
                <a16:creationId xmlns:a16="http://schemas.microsoft.com/office/drawing/2014/main" id="{342C90FF-62D8-4CB8-850F-B8C3329B7072}"/>
              </a:ext>
            </a:extLst>
          </p:cNvPr>
          <p:cNvSpPr>
            <a:spLocks noChangeArrowheads="1"/>
          </p:cNvSpPr>
          <p:nvPr/>
        </p:nvSpPr>
        <p:spPr bwMode="auto">
          <a:xfrm>
            <a:off x="1371600" y="2057400"/>
            <a:ext cx="12192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7302" name="Text Box 26">
            <a:extLst>
              <a:ext uri="{FF2B5EF4-FFF2-40B4-BE49-F238E27FC236}">
                <a16:creationId xmlns:a16="http://schemas.microsoft.com/office/drawing/2014/main" id="{5072A3AE-4E61-40B0-8868-6776F775E7D8}"/>
              </a:ext>
            </a:extLst>
          </p:cNvPr>
          <p:cNvSpPr txBox="1">
            <a:spLocks noChangeArrowheads="1"/>
          </p:cNvSpPr>
          <p:nvPr/>
        </p:nvSpPr>
        <p:spPr bwMode="auto">
          <a:xfrm>
            <a:off x="1447800" y="2133600"/>
            <a:ext cx="11207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Instructor</a:t>
            </a:r>
          </a:p>
        </p:txBody>
      </p:sp>
      <p:sp>
        <p:nvSpPr>
          <p:cNvPr id="97303" name="Oval 27">
            <a:extLst>
              <a:ext uri="{FF2B5EF4-FFF2-40B4-BE49-F238E27FC236}">
                <a16:creationId xmlns:a16="http://schemas.microsoft.com/office/drawing/2014/main" id="{E83D41E6-16CD-4E4D-93B9-2D67C58F2EA5}"/>
              </a:ext>
            </a:extLst>
          </p:cNvPr>
          <p:cNvSpPr>
            <a:spLocks noChangeArrowheads="1"/>
          </p:cNvSpPr>
          <p:nvPr/>
        </p:nvSpPr>
        <p:spPr bwMode="auto">
          <a:xfrm>
            <a:off x="1905000" y="1219200"/>
            <a:ext cx="960438"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7304" name="Oval 28">
            <a:extLst>
              <a:ext uri="{FF2B5EF4-FFF2-40B4-BE49-F238E27FC236}">
                <a16:creationId xmlns:a16="http://schemas.microsoft.com/office/drawing/2014/main" id="{34713334-F60F-40AF-8CB4-13A17605590A}"/>
              </a:ext>
            </a:extLst>
          </p:cNvPr>
          <p:cNvSpPr>
            <a:spLocks noChangeArrowheads="1"/>
          </p:cNvSpPr>
          <p:nvPr/>
        </p:nvSpPr>
        <p:spPr bwMode="auto">
          <a:xfrm>
            <a:off x="304800" y="1219200"/>
            <a:ext cx="960438"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7305" name="Line 31">
            <a:extLst>
              <a:ext uri="{FF2B5EF4-FFF2-40B4-BE49-F238E27FC236}">
                <a16:creationId xmlns:a16="http://schemas.microsoft.com/office/drawing/2014/main" id="{CA578DD7-CECC-4620-BBE6-83144C98BE4A}"/>
              </a:ext>
            </a:extLst>
          </p:cNvPr>
          <p:cNvSpPr>
            <a:spLocks noChangeShapeType="1"/>
          </p:cNvSpPr>
          <p:nvPr/>
        </p:nvSpPr>
        <p:spPr bwMode="auto">
          <a:xfrm>
            <a:off x="914400" y="1752600"/>
            <a:ext cx="479425"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7306" name="Line 32">
            <a:extLst>
              <a:ext uri="{FF2B5EF4-FFF2-40B4-BE49-F238E27FC236}">
                <a16:creationId xmlns:a16="http://schemas.microsoft.com/office/drawing/2014/main" id="{95C3C6E7-57C9-4333-BDD8-A4E7DBC89B99}"/>
              </a:ext>
            </a:extLst>
          </p:cNvPr>
          <p:cNvSpPr>
            <a:spLocks noChangeShapeType="1"/>
          </p:cNvSpPr>
          <p:nvPr/>
        </p:nvSpPr>
        <p:spPr bwMode="auto">
          <a:xfrm flipH="1">
            <a:off x="2057400" y="1752600"/>
            <a:ext cx="3429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7307" name="Text Box 35">
            <a:extLst>
              <a:ext uri="{FF2B5EF4-FFF2-40B4-BE49-F238E27FC236}">
                <a16:creationId xmlns:a16="http://schemas.microsoft.com/office/drawing/2014/main" id="{C2FF11B7-B660-46E7-81D9-7B043F1971D0}"/>
              </a:ext>
            </a:extLst>
          </p:cNvPr>
          <p:cNvSpPr txBox="1">
            <a:spLocks noChangeArrowheads="1"/>
          </p:cNvSpPr>
          <p:nvPr/>
        </p:nvSpPr>
        <p:spPr bwMode="auto">
          <a:xfrm>
            <a:off x="533400" y="1295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ISSID</a:t>
            </a:r>
          </a:p>
        </p:txBody>
      </p:sp>
      <p:sp>
        <p:nvSpPr>
          <p:cNvPr id="97308" name="Text Box 36">
            <a:extLst>
              <a:ext uri="{FF2B5EF4-FFF2-40B4-BE49-F238E27FC236}">
                <a16:creationId xmlns:a16="http://schemas.microsoft.com/office/drawing/2014/main" id="{792B2221-3AEC-4667-BF75-F9CE2CE23959}"/>
              </a:ext>
            </a:extLst>
          </p:cNvPr>
          <p:cNvSpPr txBox="1">
            <a:spLocks noChangeArrowheads="1"/>
          </p:cNvSpPr>
          <p:nvPr/>
        </p:nvSpPr>
        <p:spPr bwMode="auto">
          <a:xfrm>
            <a:off x="2057400" y="1295400"/>
            <a:ext cx="7540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97309" name="AutoShape 40">
            <a:extLst>
              <a:ext uri="{FF2B5EF4-FFF2-40B4-BE49-F238E27FC236}">
                <a16:creationId xmlns:a16="http://schemas.microsoft.com/office/drawing/2014/main" id="{0A291DED-435A-49B1-8C4B-30E038E11CE1}"/>
              </a:ext>
            </a:extLst>
          </p:cNvPr>
          <p:cNvSpPr>
            <a:spLocks noChangeArrowheads="1"/>
          </p:cNvSpPr>
          <p:nvPr/>
        </p:nvSpPr>
        <p:spPr bwMode="auto">
          <a:xfrm>
            <a:off x="3581400" y="1905000"/>
            <a:ext cx="1660525" cy="762000"/>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7310" name="Rectangle 43">
            <a:extLst>
              <a:ext uri="{FF2B5EF4-FFF2-40B4-BE49-F238E27FC236}">
                <a16:creationId xmlns:a16="http://schemas.microsoft.com/office/drawing/2014/main" id="{8B665B35-3D9B-484B-9B02-B2DC47B15D7C}"/>
              </a:ext>
            </a:extLst>
          </p:cNvPr>
          <p:cNvSpPr>
            <a:spLocks noChangeArrowheads="1"/>
          </p:cNvSpPr>
          <p:nvPr/>
        </p:nvSpPr>
        <p:spPr bwMode="auto">
          <a:xfrm>
            <a:off x="6248400" y="2057400"/>
            <a:ext cx="1325563"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7311" name="Oval 48">
            <a:extLst>
              <a:ext uri="{FF2B5EF4-FFF2-40B4-BE49-F238E27FC236}">
                <a16:creationId xmlns:a16="http://schemas.microsoft.com/office/drawing/2014/main" id="{9DF28AE8-35FB-4F51-B874-4C203AD31981}"/>
              </a:ext>
            </a:extLst>
          </p:cNvPr>
          <p:cNvSpPr>
            <a:spLocks noChangeArrowheads="1"/>
          </p:cNvSpPr>
          <p:nvPr/>
        </p:nvSpPr>
        <p:spPr bwMode="auto">
          <a:xfrm>
            <a:off x="7315200" y="1219200"/>
            <a:ext cx="960438"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7312" name="Text Box 49">
            <a:extLst>
              <a:ext uri="{FF2B5EF4-FFF2-40B4-BE49-F238E27FC236}">
                <a16:creationId xmlns:a16="http://schemas.microsoft.com/office/drawing/2014/main" id="{D2D75114-92E9-4658-B864-7017DF3F16A9}"/>
              </a:ext>
            </a:extLst>
          </p:cNvPr>
          <p:cNvSpPr txBox="1">
            <a:spLocks noChangeArrowheads="1"/>
          </p:cNvSpPr>
          <p:nvPr/>
        </p:nvSpPr>
        <p:spPr bwMode="auto">
          <a:xfrm>
            <a:off x="7467600" y="1295400"/>
            <a:ext cx="75406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97313" name="Oval 50">
            <a:extLst>
              <a:ext uri="{FF2B5EF4-FFF2-40B4-BE49-F238E27FC236}">
                <a16:creationId xmlns:a16="http://schemas.microsoft.com/office/drawing/2014/main" id="{AA74BBB0-3E8A-4599-A18B-3A4D3A7191EB}"/>
              </a:ext>
            </a:extLst>
          </p:cNvPr>
          <p:cNvSpPr>
            <a:spLocks noChangeArrowheads="1"/>
          </p:cNvSpPr>
          <p:nvPr/>
        </p:nvSpPr>
        <p:spPr bwMode="auto">
          <a:xfrm>
            <a:off x="5486400" y="1066800"/>
            <a:ext cx="960438"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7314" name="Text Box 51">
            <a:extLst>
              <a:ext uri="{FF2B5EF4-FFF2-40B4-BE49-F238E27FC236}">
                <a16:creationId xmlns:a16="http://schemas.microsoft.com/office/drawing/2014/main" id="{B6D988E8-1E80-4348-B7D8-E9C48D41B526}"/>
              </a:ext>
            </a:extLst>
          </p:cNvPr>
          <p:cNvSpPr txBox="1">
            <a:spLocks noChangeArrowheads="1"/>
          </p:cNvSpPr>
          <p:nvPr/>
        </p:nvSpPr>
        <p:spPr bwMode="auto">
          <a:xfrm>
            <a:off x="5638800" y="11430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Age</a:t>
            </a:r>
          </a:p>
        </p:txBody>
      </p:sp>
      <p:sp>
        <p:nvSpPr>
          <p:cNvPr id="97315" name="Line 53">
            <a:extLst>
              <a:ext uri="{FF2B5EF4-FFF2-40B4-BE49-F238E27FC236}">
                <a16:creationId xmlns:a16="http://schemas.microsoft.com/office/drawing/2014/main" id="{58C9F753-64D7-44A0-9106-38140F33D5B6}"/>
              </a:ext>
            </a:extLst>
          </p:cNvPr>
          <p:cNvSpPr>
            <a:spLocks noChangeShapeType="1"/>
          </p:cNvSpPr>
          <p:nvPr/>
        </p:nvSpPr>
        <p:spPr bwMode="auto">
          <a:xfrm flipH="1">
            <a:off x="7239000" y="1752600"/>
            <a:ext cx="411163"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7316" name="AutoShape 55">
            <a:extLst>
              <a:ext uri="{FF2B5EF4-FFF2-40B4-BE49-F238E27FC236}">
                <a16:creationId xmlns:a16="http://schemas.microsoft.com/office/drawing/2014/main" id="{3F8A8DBE-4F52-4DB9-B03C-56540ACE8157}"/>
              </a:ext>
            </a:extLst>
          </p:cNvPr>
          <p:cNvSpPr>
            <a:spLocks noChangeArrowheads="1"/>
          </p:cNvSpPr>
          <p:nvPr/>
        </p:nvSpPr>
        <p:spPr bwMode="auto">
          <a:xfrm>
            <a:off x="5943600" y="2819400"/>
            <a:ext cx="1714500" cy="114300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7317" name="Line 77">
            <a:extLst>
              <a:ext uri="{FF2B5EF4-FFF2-40B4-BE49-F238E27FC236}">
                <a16:creationId xmlns:a16="http://schemas.microsoft.com/office/drawing/2014/main" id="{76083E85-CEB0-445F-A4FB-7039C854EA70}"/>
              </a:ext>
            </a:extLst>
          </p:cNvPr>
          <p:cNvSpPr>
            <a:spLocks noChangeShapeType="1"/>
          </p:cNvSpPr>
          <p:nvPr/>
        </p:nvSpPr>
        <p:spPr bwMode="auto">
          <a:xfrm>
            <a:off x="7543800" y="1600200"/>
            <a:ext cx="61753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97318" name="Line 78">
            <a:extLst>
              <a:ext uri="{FF2B5EF4-FFF2-40B4-BE49-F238E27FC236}">
                <a16:creationId xmlns:a16="http://schemas.microsoft.com/office/drawing/2014/main" id="{76DE48A3-4AA4-42DB-83D2-11306E0E586C}"/>
              </a:ext>
            </a:extLst>
          </p:cNvPr>
          <p:cNvSpPr>
            <a:spLocks noChangeShapeType="1"/>
          </p:cNvSpPr>
          <p:nvPr/>
        </p:nvSpPr>
        <p:spPr bwMode="auto">
          <a:xfrm>
            <a:off x="6477000" y="1447800"/>
            <a:ext cx="274638"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7319" name="Line 79">
            <a:extLst>
              <a:ext uri="{FF2B5EF4-FFF2-40B4-BE49-F238E27FC236}">
                <a16:creationId xmlns:a16="http://schemas.microsoft.com/office/drawing/2014/main" id="{BBFB195B-2789-47EA-A1F5-BF7E5AFB6336}"/>
              </a:ext>
            </a:extLst>
          </p:cNvPr>
          <p:cNvSpPr>
            <a:spLocks noChangeShapeType="1"/>
          </p:cNvSpPr>
          <p:nvPr/>
        </p:nvSpPr>
        <p:spPr bwMode="auto">
          <a:xfrm flipH="1">
            <a:off x="2590800" y="2286000"/>
            <a:ext cx="1028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97320" name="Rectangle 85">
            <a:extLst>
              <a:ext uri="{FF2B5EF4-FFF2-40B4-BE49-F238E27FC236}">
                <a16:creationId xmlns:a16="http://schemas.microsoft.com/office/drawing/2014/main" id="{19DE77F7-A16F-491E-B995-563D952BA02D}"/>
              </a:ext>
            </a:extLst>
          </p:cNvPr>
          <p:cNvSpPr>
            <a:spLocks noChangeArrowheads="1"/>
          </p:cNvSpPr>
          <p:nvPr/>
        </p:nvSpPr>
        <p:spPr bwMode="auto">
          <a:xfrm>
            <a:off x="6324600" y="2133600"/>
            <a:ext cx="1160463" cy="381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7321" name="Text Box 44">
            <a:extLst>
              <a:ext uri="{FF2B5EF4-FFF2-40B4-BE49-F238E27FC236}">
                <a16:creationId xmlns:a16="http://schemas.microsoft.com/office/drawing/2014/main" id="{A4A6ACA4-2F3A-4BE0-AAA4-F357073901FD}"/>
              </a:ext>
            </a:extLst>
          </p:cNvPr>
          <p:cNvSpPr txBox="1">
            <a:spLocks noChangeArrowheads="1"/>
          </p:cNvSpPr>
          <p:nvPr/>
        </p:nvSpPr>
        <p:spPr bwMode="auto">
          <a:xfrm>
            <a:off x="6324600" y="21336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Dependants</a:t>
            </a:r>
          </a:p>
        </p:txBody>
      </p:sp>
      <p:sp>
        <p:nvSpPr>
          <p:cNvPr id="97322" name="AutoShape 86">
            <a:extLst>
              <a:ext uri="{FF2B5EF4-FFF2-40B4-BE49-F238E27FC236}">
                <a16:creationId xmlns:a16="http://schemas.microsoft.com/office/drawing/2014/main" id="{53ECB000-A288-429C-BB09-C10978F33FBA}"/>
              </a:ext>
            </a:extLst>
          </p:cNvPr>
          <p:cNvSpPr>
            <a:spLocks noChangeArrowheads="1"/>
          </p:cNvSpPr>
          <p:nvPr/>
        </p:nvSpPr>
        <p:spPr bwMode="auto">
          <a:xfrm>
            <a:off x="3733800" y="1981200"/>
            <a:ext cx="1360488" cy="609600"/>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97323" name="Text Box 41">
            <a:extLst>
              <a:ext uri="{FF2B5EF4-FFF2-40B4-BE49-F238E27FC236}">
                <a16:creationId xmlns:a16="http://schemas.microsoft.com/office/drawing/2014/main" id="{363B1DDD-63BD-4E14-895D-6DA6617CDEF4}"/>
              </a:ext>
            </a:extLst>
          </p:cNvPr>
          <p:cNvSpPr txBox="1">
            <a:spLocks noChangeArrowheads="1"/>
          </p:cNvSpPr>
          <p:nvPr/>
        </p:nvSpPr>
        <p:spPr bwMode="auto">
          <a:xfrm>
            <a:off x="4121150" y="2133600"/>
            <a:ext cx="75565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has</a:t>
            </a:r>
          </a:p>
        </p:txBody>
      </p:sp>
      <p:sp>
        <p:nvSpPr>
          <p:cNvPr id="97324" name="Text Box 87">
            <a:extLst>
              <a:ext uri="{FF2B5EF4-FFF2-40B4-BE49-F238E27FC236}">
                <a16:creationId xmlns:a16="http://schemas.microsoft.com/office/drawing/2014/main" id="{DCF59E07-1590-4B88-862A-A9FA0BB0B426}"/>
              </a:ext>
            </a:extLst>
          </p:cNvPr>
          <p:cNvSpPr txBox="1">
            <a:spLocks noChangeArrowheads="1"/>
          </p:cNvSpPr>
          <p:nvPr/>
        </p:nvSpPr>
        <p:spPr bwMode="auto">
          <a:xfrm>
            <a:off x="457200" y="5943600"/>
            <a:ext cx="830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 Primary key of </a:t>
            </a:r>
            <a:r>
              <a:rPr lang="en-US" altLang="zh-TW" sz="1600" i="1">
                <a:latin typeface="Tahoma" panose="020B0604030504040204" pitchFamily="34" charset="0"/>
              </a:rPr>
              <a:t>Children</a:t>
            </a:r>
            <a:r>
              <a:rPr lang="en-US" altLang="zh-TW" sz="1600">
                <a:latin typeface="Tahoma" panose="020B0604030504040204" pitchFamily="34" charset="0"/>
              </a:rPr>
              <a:t> is </a:t>
            </a:r>
            <a:r>
              <a:rPr lang="en-US" altLang="zh-TW" sz="1600" i="1">
                <a:latin typeface="Tahoma" panose="020B0604030504040204" pitchFamily="34" charset="0"/>
              </a:rPr>
              <a:t>Parent_ISSID</a:t>
            </a:r>
            <a:r>
              <a:rPr lang="en-US" altLang="zh-TW" sz="1600">
                <a:latin typeface="Tahoma" panose="020B0604030504040204" pitchFamily="34" charset="0"/>
              </a:rPr>
              <a:t> + </a:t>
            </a:r>
            <a:r>
              <a:rPr lang="en-US" altLang="zh-TW" sz="1600" i="1">
                <a:latin typeface="Tahoma" panose="020B0604030504040204" pitchFamily="34" charset="0"/>
              </a:rPr>
              <a:t>Name</a:t>
            </a:r>
            <a:r>
              <a:rPr lang="en-US" altLang="zh-TW" sz="1600">
                <a:latin typeface="Tahoma" panose="020B0604030504040204" pitchFamily="34" charset="0"/>
              </a:rPr>
              <a:t> </a:t>
            </a:r>
          </a:p>
        </p:txBody>
      </p:sp>
      <p:sp>
        <p:nvSpPr>
          <p:cNvPr id="40" name="Rectangle 39">
            <a:extLst>
              <a:ext uri="{FF2B5EF4-FFF2-40B4-BE49-F238E27FC236}">
                <a16:creationId xmlns:a16="http://schemas.microsoft.com/office/drawing/2014/main" id="{AA64F48F-FC50-47E7-911E-05CCF5679D75}"/>
              </a:ext>
            </a:extLst>
          </p:cNvPr>
          <p:cNvSpPr/>
          <p:nvPr/>
        </p:nvSpPr>
        <p:spPr>
          <a:xfrm>
            <a:off x="5257800" y="2286000"/>
            <a:ext cx="990600" cy="46038"/>
          </a:xfrm>
          <a:prstGeom prst="rect">
            <a:avLst/>
          </a:prstGeom>
          <a:noFill/>
          <a:ln>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IN"/>
          </a:p>
        </p:txBody>
      </p:sp>
      <p:sp>
        <p:nvSpPr>
          <p:cNvPr id="97326" name="Text Box 11">
            <a:extLst>
              <a:ext uri="{FF2B5EF4-FFF2-40B4-BE49-F238E27FC236}">
                <a16:creationId xmlns:a16="http://schemas.microsoft.com/office/drawing/2014/main" id="{7AA92B80-1A3E-459E-A5D6-9BFD69F54034}"/>
              </a:ext>
            </a:extLst>
          </p:cNvPr>
          <p:cNvSpPr txBox="1">
            <a:spLocks noChangeArrowheads="1"/>
          </p:cNvSpPr>
          <p:nvPr/>
        </p:nvSpPr>
        <p:spPr bwMode="auto">
          <a:xfrm>
            <a:off x="2743200" y="1905000"/>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000">
                <a:latin typeface="Times New Roman" panose="02020603050405020304" pitchFamily="18" charset="0"/>
              </a:rPr>
              <a:t>1</a:t>
            </a:r>
          </a:p>
        </p:txBody>
      </p:sp>
      <p:sp>
        <p:nvSpPr>
          <p:cNvPr id="97327" name="Text Box 11">
            <a:extLst>
              <a:ext uri="{FF2B5EF4-FFF2-40B4-BE49-F238E27FC236}">
                <a16:creationId xmlns:a16="http://schemas.microsoft.com/office/drawing/2014/main" id="{0D137E31-F8B5-46DC-AE34-D9078F394996}"/>
              </a:ext>
            </a:extLst>
          </p:cNvPr>
          <p:cNvSpPr txBox="1">
            <a:spLocks noChangeArrowheads="1"/>
          </p:cNvSpPr>
          <p:nvPr/>
        </p:nvSpPr>
        <p:spPr bwMode="auto">
          <a:xfrm>
            <a:off x="5791200" y="1828800"/>
            <a:ext cx="412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000">
                <a:latin typeface="Times New Roman" panose="02020603050405020304" pitchFamily="18" charset="0"/>
              </a:rPr>
              <a:t>M</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08D87087-E476-4790-8A92-213286CCDB96}"/>
              </a:ext>
            </a:extLst>
          </p:cNvPr>
          <p:cNvSpPr>
            <a:spLocks noGrp="1" noChangeArrowheads="1"/>
          </p:cNvSpPr>
          <p:nvPr>
            <p:ph type="title"/>
          </p:nvPr>
        </p:nvSpPr>
        <p:spPr/>
        <p:txBody>
          <a:bodyPr/>
          <a:lstStyle/>
          <a:p>
            <a:pPr eaLnBrk="1" hangingPunct="1"/>
            <a:r>
              <a:rPr lang="en-US" altLang="zh-TW">
                <a:solidFill>
                  <a:srgbClr val="0000FF"/>
                </a:solidFill>
              </a:rPr>
              <a:t>Representation of Relationship Set</a:t>
            </a:r>
          </a:p>
        </p:txBody>
      </p:sp>
      <p:sp>
        <p:nvSpPr>
          <p:cNvPr id="99331" name="Rectangle 3">
            <a:extLst>
              <a:ext uri="{FF2B5EF4-FFF2-40B4-BE49-F238E27FC236}">
                <a16:creationId xmlns:a16="http://schemas.microsoft.com/office/drawing/2014/main" id="{00090C31-F766-4BCC-8A03-81924F1BAC03}"/>
              </a:ext>
            </a:extLst>
          </p:cNvPr>
          <p:cNvSpPr>
            <a:spLocks noGrp="1" noChangeArrowheads="1"/>
          </p:cNvSpPr>
          <p:nvPr>
            <p:ph sz="quarter" idx="1"/>
          </p:nvPr>
        </p:nvSpPr>
        <p:spPr>
          <a:xfrm>
            <a:off x="381000" y="1600200"/>
            <a:ext cx="8229600" cy="4937125"/>
          </a:xfrm>
        </p:spPr>
        <p:txBody>
          <a:bodyPr/>
          <a:lstStyle/>
          <a:p>
            <a:pPr eaLnBrk="1" hangingPunct="1">
              <a:lnSpc>
                <a:spcPct val="90000"/>
              </a:lnSpc>
            </a:pPr>
            <a:r>
              <a:rPr lang="en-US" altLang="en-US"/>
              <a:t>For one-to-one relationship sets, either side can be chosen to act as the “many” side</a:t>
            </a:r>
          </a:p>
          <a:p>
            <a:pPr lvl="1" eaLnBrk="1" hangingPunct="1">
              <a:lnSpc>
                <a:spcPct val="90000"/>
              </a:lnSpc>
            </a:pPr>
            <a:r>
              <a:rPr lang="en-US" altLang="en-US"/>
              <a:t>That is, extra attribute can be added to either of the tables corresponding to the two entity sets </a:t>
            </a:r>
          </a:p>
          <a:p>
            <a:pPr algn="ctr" eaLnBrk="1" hangingPunct="1">
              <a:buFontTx/>
              <a:buNone/>
            </a:pPr>
            <a:endParaRPr lang="en-US" altLang="zh-TW" sz="200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747270AB-E5D2-44E4-B56F-436E70A190A8}"/>
              </a:ext>
            </a:extLst>
          </p:cNvPr>
          <p:cNvSpPr>
            <a:spLocks noGrp="1" noChangeArrowheads="1"/>
          </p:cNvSpPr>
          <p:nvPr>
            <p:ph type="title"/>
          </p:nvPr>
        </p:nvSpPr>
        <p:spPr>
          <a:xfrm>
            <a:off x="609600" y="457200"/>
            <a:ext cx="4038600" cy="533400"/>
          </a:xfrm>
        </p:spPr>
        <p:txBody>
          <a:bodyPr>
            <a:normAutofit fontScale="90000"/>
          </a:bodyPr>
          <a:lstStyle/>
          <a:p>
            <a:pPr eaLnBrk="1" fontAlgn="auto" hangingPunct="1">
              <a:spcAft>
                <a:spcPts val="0"/>
              </a:spcAft>
              <a:defRPr/>
            </a:pPr>
            <a:r>
              <a:rPr lang="en-US" altLang="zh-TW" sz="1600" dirty="0">
                <a:solidFill>
                  <a:srgbClr val="0000FF"/>
                </a:solidFill>
              </a:rPr>
              <a:t>Example – One-to-One Relationship Set</a:t>
            </a:r>
          </a:p>
        </p:txBody>
      </p:sp>
      <p:graphicFrame>
        <p:nvGraphicFramePr>
          <p:cNvPr id="20568" name="Group 88">
            <a:extLst>
              <a:ext uri="{FF2B5EF4-FFF2-40B4-BE49-F238E27FC236}">
                <a16:creationId xmlns:a16="http://schemas.microsoft.com/office/drawing/2014/main" id="{A48D703A-60DD-4F2E-9695-7A778AE5A7C8}"/>
              </a:ext>
            </a:extLst>
          </p:cNvPr>
          <p:cNvGraphicFramePr>
            <a:graphicFrameLocks noGrp="1"/>
          </p:cNvGraphicFramePr>
          <p:nvPr>
            <p:ph sz="quarter" idx="1"/>
          </p:nvPr>
        </p:nvGraphicFramePr>
        <p:xfrm>
          <a:off x="0" y="4876800"/>
          <a:ext cx="8534400" cy="1189038"/>
        </p:xfrm>
        <a:graphic>
          <a:graphicData uri="http://schemas.openxmlformats.org/drawingml/2006/table">
            <a:tbl>
              <a:tblPr/>
              <a:tblGrid>
                <a:gridCol w="14224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gridCol w="1422400">
                  <a:extLst>
                    <a:ext uri="{9D8B030D-6E8A-4147-A177-3AD203B41FA5}">
                      <a16:colId xmlns:a16="http://schemas.microsoft.com/office/drawing/2014/main" val="20003"/>
                    </a:ext>
                  </a:extLst>
                </a:gridCol>
                <a:gridCol w="1422400">
                  <a:extLst>
                    <a:ext uri="{9D8B030D-6E8A-4147-A177-3AD203B41FA5}">
                      <a16:colId xmlns:a16="http://schemas.microsoft.com/office/drawing/2014/main" val="20004"/>
                    </a:ext>
                  </a:extLst>
                </a:gridCol>
                <a:gridCol w="1422400">
                  <a:extLst>
                    <a:ext uri="{9D8B030D-6E8A-4147-A177-3AD203B41FA5}">
                      <a16:colId xmlns:a16="http://schemas.microsoft.com/office/drawing/2014/main" val="20005"/>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a:ln>
                            <a:noFill/>
                          </a:ln>
                          <a:solidFill>
                            <a:schemeClr val="tx1"/>
                          </a:solidFill>
                          <a:effectLst/>
                          <a:latin typeface="Arial" charset="0"/>
                          <a:ea typeface="新細明體" pitchFamily="18" charset="-120"/>
                        </a:rPr>
                        <a:t>SID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Name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Major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GPA</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LP_S/N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Hav_Cond</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9999</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Bart</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Economy</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-4.0</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123-456</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Own</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8888</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Lisa</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Physics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4.0</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567-890</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Loan</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0385" name="Rectangle 21">
            <a:extLst>
              <a:ext uri="{FF2B5EF4-FFF2-40B4-BE49-F238E27FC236}">
                <a16:creationId xmlns:a16="http://schemas.microsoft.com/office/drawing/2014/main" id="{96BC7FC8-4DF6-483B-8E97-F9EC5C944DAF}"/>
              </a:ext>
            </a:extLst>
          </p:cNvPr>
          <p:cNvSpPr>
            <a:spLocks noChangeArrowheads="1"/>
          </p:cNvSpPr>
          <p:nvPr/>
        </p:nvSpPr>
        <p:spPr bwMode="auto">
          <a:xfrm>
            <a:off x="1447800" y="2590800"/>
            <a:ext cx="1143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386" name="Text Box 22">
            <a:extLst>
              <a:ext uri="{FF2B5EF4-FFF2-40B4-BE49-F238E27FC236}">
                <a16:creationId xmlns:a16="http://schemas.microsoft.com/office/drawing/2014/main" id="{BA8E9FAE-7AD2-45C8-890C-EDC32B768D97}"/>
              </a:ext>
            </a:extLst>
          </p:cNvPr>
          <p:cNvSpPr txBox="1">
            <a:spLocks noChangeArrowheads="1"/>
          </p:cNvSpPr>
          <p:nvPr/>
        </p:nvSpPr>
        <p:spPr bwMode="auto">
          <a:xfrm>
            <a:off x="1524000" y="26670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Student</a:t>
            </a:r>
          </a:p>
        </p:txBody>
      </p:sp>
      <p:sp>
        <p:nvSpPr>
          <p:cNvPr id="100387" name="Oval 23">
            <a:extLst>
              <a:ext uri="{FF2B5EF4-FFF2-40B4-BE49-F238E27FC236}">
                <a16:creationId xmlns:a16="http://schemas.microsoft.com/office/drawing/2014/main" id="{9AF872A1-404F-4FB6-B1DB-116E972C0CA5}"/>
              </a:ext>
            </a:extLst>
          </p:cNvPr>
          <p:cNvSpPr>
            <a:spLocks noChangeArrowheads="1"/>
          </p:cNvSpPr>
          <p:nvPr/>
        </p:nvSpPr>
        <p:spPr bwMode="auto">
          <a:xfrm>
            <a:off x="1905000" y="17526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388" name="Oval 24">
            <a:extLst>
              <a:ext uri="{FF2B5EF4-FFF2-40B4-BE49-F238E27FC236}">
                <a16:creationId xmlns:a16="http://schemas.microsoft.com/office/drawing/2014/main" id="{7D003B57-C242-48FD-80F1-30E667B8EE77}"/>
              </a:ext>
            </a:extLst>
          </p:cNvPr>
          <p:cNvSpPr>
            <a:spLocks noChangeArrowheads="1"/>
          </p:cNvSpPr>
          <p:nvPr/>
        </p:nvSpPr>
        <p:spPr bwMode="auto">
          <a:xfrm>
            <a:off x="304800" y="17526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389" name="Oval 25">
            <a:extLst>
              <a:ext uri="{FF2B5EF4-FFF2-40B4-BE49-F238E27FC236}">
                <a16:creationId xmlns:a16="http://schemas.microsoft.com/office/drawing/2014/main" id="{0B95FE5F-CCA6-441B-AA13-0CBB6FAC529C}"/>
              </a:ext>
            </a:extLst>
          </p:cNvPr>
          <p:cNvSpPr>
            <a:spLocks noChangeArrowheads="1"/>
          </p:cNvSpPr>
          <p:nvPr/>
        </p:nvSpPr>
        <p:spPr bwMode="auto">
          <a:xfrm>
            <a:off x="304800" y="34290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390" name="Oval 26">
            <a:extLst>
              <a:ext uri="{FF2B5EF4-FFF2-40B4-BE49-F238E27FC236}">
                <a16:creationId xmlns:a16="http://schemas.microsoft.com/office/drawing/2014/main" id="{171788FB-1E8B-4AB1-989C-E6A0D9BBCD17}"/>
              </a:ext>
            </a:extLst>
          </p:cNvPr>
          <p:cNvSpPr>
            <a:spLocks noChangeArrowheads="1"/>
          </p:cNvSpPr>
          <p:nvPr/>
        </p:nvSpPr>
        <p:spPr bwMode="auto">
          <a:xfrm>
            <a:off x="2286000" y="35052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391" name="Line 27">
            <a:extLst>
              <a:ext uri="{FF2B5EF4-FFF2-40B4-BE49-F238E27FC236}">
                <a16:creationId xmlns:a16="http://schemas.microsoft.com/office/drawing/2014/main" id="{427F6F1E-15B4-44EE-BC7D-796CF837C915}"/>
              </a:ext>
            </a:extLst>
          </p:cNvPr>
          <p:cNvSpPr>
            <a:spLocks noChangeShapeType="1"/>
          </p:cNvSpPr>
          <p:nvPr/>
        </p:nvSpPr>
        <p:spPr bwMode="auto">
          <a:xfrm>
            <a:off x="914400" y="22860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0392" name="Line 28">
            <a:extLst>
              <a:ext uri="{FF2B5EF4-FFF2-40B4-BE49-F238E27FC236}">
                <a16:creationId xmlns:a16="http://schemas.microsoft.com/office/drawing/2014/main" id="{D62437C1-099B-4A98-AFB2-68FAA35FC7BF}"/>
              </a:ext>
            </a:extLst>
          </p:cNvPr>
          <p:cNvSpPr>
            <a:spLocks noChangeShapeType="1"/>
          </p:cNvSpPr>
          <p:nvPr/>
        </p:nvSpPr>
        <p:spPr bwMode="auto">
          <a:xfrm flipH="1">
            <a:off x="2057400" y="22860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0393" name="Line 29">
            <a:extLst>
              <a:ext uri="{FF2B5EF4-FFF2-40B4-BE49-F238E27FC236}">
                <a16:creationId xmlns:a16="http://schemas.microsoft.com/office/drawing/2014/main" id="{6D3658E3-1536-4477-9D33-D0B55B880085}"/>
              </a:ext>
            </a:extLst>
          </p:cNvPr>
          <p:cNvSpPr>
            <a:spLocks noChangeShapeType="1"/>
          </p:cNvSpPr>
          <p:nvPr/>
        </p:nvSpPr>
        <p:spPr bwMode="auto">
          <a:xfrm flipH="1" flipV="1">
            <a:off x="2209800" y="30480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0394" name="Line 30">
            <a:extLst>
              <a:ext uri="{FF2B5EF4-FFF2-40B4-BE49-F238E27FC236}">
                <a16:creationId xmlns:a16="http://schemas.microsoft.com/office/drawing/2014/main" id="{C1E5521E-CDA6-4131-89A7-D5D9C3A2FE02}"/>
              </a:ext>
            </a:extLst>
          </p:cNvPr>
          <p:cNvSpPr>
            <a:spLocks noChangeShapeType="1"/>
          </p:cNvSpPr>
          <p:nvPr/>
        </p:nvSpPr>
        <p:spPr bwMode="auto">
          <a:xfrm flipV="1">
            <a:off x="1143000" y="30480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0395" name="Text Box 31">
            <a:extLst>
              <a:ext uri="{FF2B5EF4-FFF2-40B4-BE49-F238E27FC236}">
                <a16:creationId xmlns:a16="http://schemas.microsoft.com/office/drawing/2014/main" id="{38115CEC-DB90-46B1-929E-547314F5AD4A}"/>
              </a:ext>
            </a:extLst>
          </p:cNvPr>
          <p:cNvSpPr txBox="1">
            <a:spLocks noChangeArrowheads="1"/>
          </p:cNvSpPr>
          <p:nvPr/>
        </p:nvSpPr>
        <p:spPr bwMode="auto">
          <a:xfrm>
            <a:off x="533400" y="18288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SID</a:t>
            </a:r>
          </a:p>
        </p:txBody>
      </p:sp>
      <p:sp>
        <p:nvSpPr>
          <p:cNvPr id="100396" name="Text Box 32">
            <a:extLst>
              <a:ext uri="{FF2B5EF4-FFF2-40B4-BE49-F238E27FC236}">
                <a16:creationId xmlns:a16="http://schemas.microsoft.com/office/drawing/2014/main" id="{CFB6B9DF-2AC9-42EB-ADF8-0A2D2880CA83}"/>
              </a:ext>
            </a:extLst>
          </p:cNvPr>
          <p:cNvSpPr txBox="1">
            <a:spLocks noChangeArrowheads="1"/>
          </p:cNvSpPr>
          <p:nvPr/>
        </p:nvSpPr>
        <p:spPr bwMode="auto">
          <a:xfrm>
            <a:off x="2057400" y="18288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100397" name="Text Box 33">
            <a:extLst>
              <a:ext uri="{FF2B5EF4-FFF2-40B4-BE49-F238E27FC236}">
                <a16:creationId xmlns:a16="http://schemas.microsoft.com/office/drawing/2014/main" id="{172A2885-E1D1-457E-A476-73EA0C222C5E}"/>
              </a:ext>
            </a:extLst>
          </p:cNvPr>
          <p:cNvSpPr txBox="1">
            <a:spLocks noChangeArrowheads="1"/>
          </p:cNvSpPr>
          <p:nvPr/>
        </p:nvSpPr>
        <p:spPr bwMode="auto">
          <a:xfrm>
            <a:off x="457200" y="35052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Major</a:t>
            </a:r>
          </a:p>
        </p:txBody>
      </p:sp>
      <p:sp>
        <p:nvSpPr>
          <p:cNvPr id="100398" name="Text Box 34">
            <a:extLst>
              <a:ext uri="{FF2B5EF4-FFF2-40B4-BE49-F238E27FC236}">
                <a16:creationId xmlns:a16="http://schemas.microsoft.com/office/drawing/2014/main" id="{ADD2BDA4-9654-49D6-BB68-1C4E9F4C4DBF}"/>
              </a:ext>
            </a:extLst>
          </p:cNvPr>
          <p:cNvSpPr txBox="1">
            <a:spLocks noChangeArrowheads="1"/>
          </p:cNvSpPr>
          <p:nvPr/>
        </p:nvSpPr>
        <p:spPr bwMode="auto">
          <a:xfrm>
            <a:off x="2514600" y="35814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GPA</a:t>
            </a:r>
          </a:p>
        </p:txBody>
      </p:sp>
      <p:sp>
        <p:nvSpPr>
          <p:cNvPr id="100399" name="AutoShape 35">
            <a:extLst>
              <a:ext uri="{FF2B5EF4-FFF2-40B4-BE49-F238E27FC236}">
                <a16:creationId xmlns:a16="http://schemas.microsoft.com/office/drawing/2014/main" id="{D20AD166-1EE4-42F8-96C4-7D66CC8000E0}"/>
              </a:ext>
            </a:extLst>
          </p:cNvPr>
          <p:cNvSpPr>
            <a:spLocks noChangeArrowheads="1"/>
          </p:cNvSpPr>
          <p:nvPr/>
        </p:nvSpPr>
        <p:spPr bwMode="auto">
          <a:xfrm>
            <a:off x="3733800" y="2438400"/>
            <a:ext cx="1676400" cy="762000"/>
          </a:xfrm>
          <a:prstGeom prst="flowChartDecision">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400" name="Rectangle 36">
            <a:extLst>
              <a:ext uri="{FF2B5EF4-FFF2-40B4-BE49-F238E27FC236}">
                <a16:creationId xmlns:a16="http://schemas.microsoft.com/office/drawing/2014/main" id="{76F93D58-279F-4148-A078-00452E598183}"/>
              </a:ext>
            </a:extLst>
          </p:cNvPr>
          <p:cNvSpPr>
            <a:spLocks noChangeArrowheads="1"/>
          </p:cNvSpPr>
          <p:nvPr/>
        </p:nvSpPr>
        <p:spPr bwMode="auto">
          <a:xfrm>
            <a:off x="6553200" y="2590800"/>
            <a:ext cx="1219200" cy="533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401" name="Oval 37">
            <a:extLst>
              <a:ext uri="{FF2B5EF4-FFF2-40B4-BE49-F238E27FC236}">
                <a16:creationId xmlns:a16="http://schemas.microsoft.com/office/drawing/2014/main" id="{433C8963-A35F-434B-9CE3-37B1CECD8428}"/>
              </a:ext>
            </a:extLst>
          </p:cNvPr>
          <p:cNvSpPr>
            <a:spLocks noChangeArrowheads="1"/>
          </p:cNvSpPr>
          <p:nvPr/>
        </p:nvSpPr>
        <p:spPr bwMode="auto">
          <a:xfrm>
            <a:off x="7315200" y="17526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402" name="Text Box 38">
            <a:extLst>
              <a:ext uri="{FF2B5EF4-FFF2-40B4-BE49-F238E27FC236}">
                <a16:creationId xmlns:a16="http://schemas.microsoft.com/office/drawing/2014/main" id="{C7945B80-9CBC-48DB-BB54-CE5B9FDA7C46}"/>
              </a:ext>
            </a:extLst>
          </p:cNvPr>
          <p:cNvSpPr txBox="1">
            <a:spLocks noChangeArrowheads="1"/>
          </p:cNvSpPr>
          <p:nvPr/>
        </p:nvSpPr>
        <p:spPr bwMode="auto">
          <a:xfrm>
            <a:off x="7467600" y="1828800"/>
            <a:ext cx="1143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S/N #</a:t>
            </a:r>
          </a:p>
        </p:txBody>
      </p:sp>
      <p:sp>
        <p:nvSpPr>
          <p:cNvPr id="100403" name="Line 39">
            <a:extLst>
              <a:ext uri="{FF2B5EF4-FFF2-40B4-BE49-F238E27FC236}">
                <a16:creationId xmlns:a16="http://schemas.microsoft.com/office/drawing/2014/main" id="{FCD27F45-0537-4C10-A8A9-03632B8F9806}"/>
              </a:ext>
            </a:extLst>
          </p:cNvPr>
          <p:cNvSpPr>
            <a:spLocks noChangeShapeType="1"/>
          </p:cNvSpPr>
          <p:nvPr/>
        </p:nvSpPr>
        <p:spPr bwMode="auto">
          <a:xfrm flipH="1">
            <a:off x="7239000" y="2286000"/>
            <a:ext cx="457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0404" name="AutoShape 40">
            <a:extLst>
              <a:ext uri="{FF2B5EF4-FFF2-40B4-BE49-F238E27FC236}">
                <a16:creationId xmlns:a16="http://schemas.microsoft.com/office/drawing/2014/main" id="{BCDCE4C1-1C59-4BA2-8871-E0450DD7E32E}"/>
              </a:ext>
            </a:extLst>
          </p:cNvPr>
          <p:cNvSpPr>
            <a:spLocks noChangeArrowheads="1"/>
          </p:cNvSpPr>
          <p:nvPr/>
        </p:nvSpPr>
        <p:spPr bwMode="auto">
          <a:xfrm>
            <a:off x="3581400" y="3581400"/>
            <a:ext cx="1905000" cy="114300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405" name="Text Box 42">
            <a:extLst>
              <a:ext uri="{FF2B5EF4-FFF2-40B4-BE49-F238E27FC236}">
                <a16:creationId xmlns:a16="http://schemas.microsoft.com/office/drawing/2014/main" id="{CFDEAB35-9C15-49C0-AF3E-9C7994D001EE}"/>
              </a:ext>
            </a:extLst>
          </p:cNvPr>
          <p:cNvSpPr txBox="1">
            <a:spLocks noChangeArrowheads="1"/>
          </p:cNvSpPr>
          <p:nvPr/>
        </p:nvSpPr>
        <p:spPr bwMode="auto">
          <a:xfrm>
            <a:off x="6629400" y="26670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Laptop</a:t>
            </a:r>
          </a:p>
        </p:txBody>
      </p:sp>
      <p:sp>
        <p:nvSpPr>
          <p:cNvPr id="100406" name="Text Box 43">
            <a:extLst>
              <a:ext uri="{FF2B5EF4-FFF2-40B4-BE49-F238E27FC236}">
                <a16:creationId xmlns:a16="http://schemas.microsoft.com/office/drawing/2014/main" id="{3A6DF45C-B7B7-40F1-A9FB-49BB0FDE9110}"/>
              </a:ext>
            </a:extLst>
          </p:cNvPr>
          <p:cNvSpPr txBox="1">
            <a:spLocks noChangeArrowheads="1"/>
          </p:cNvSpPr>
          <p:nvPr/>
        </p:nvSpPr>
        <p:spPr bwMode="auto">
          <a:xfrm>
            <a:off x="4191000" y="26670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Have</a:t>
            </a:r>
          </a:p>
        </p:txBody>
      </p:sp>
      <p:sp>
        <p:nvSpPr>
          <p:cNvPr id="100407" name="Text Box 44">
            <a:extLst>
              <a:ext uri="{FF2B5EF4-FFF2-40B4-BE49-F238E27FC236}">
                <a16:creationId xmlns:a16="http://schemas.microsoft.com/office/drawing/2014/main" id="{85CE625C-804C-444F-91CC-31F266546841}"/>
              </a:ext>
            </a:extLst>
          </p:cNvPr>
          <p:cNvSpPr txBox="1">
            <a:spLocks noChangeArrowheads="1"/>
          </p:cNvSpPr>
          <p:nvPr/>
        </p:nvSpPr>
        <p:spPr bwMode="auto">
          <a:xfrm>
            <a:off x="381000" y="6172200"/>
            <a:ext cx="830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 Primary key can be either </a:t>
            </a:r>
            <a:r>
              <a:rPr lang="en-US" altLang="zh-TW" sz="1600" i="1">
                <a:latin typeface="Tahoma" panose="020B0604030504040204" pitchFamily="34" charset="0"/>
              </a:rPr>
              <a:t>SID</a:t>
            </a:r>
            <a:r>
              <a:rPr lang="en-US" altLang="zh-TW" sz="1600">
                <a:latin typeface="Tahoma" panose="020B0604030504040204" pitchFamily="34" charset="0"/>
              </a:rPr>
              <a:t> or </a:t>
            </a:r>
            <a:r>
              <a:rPr lang="en-US" altLang="zh-TW" sz="1600" i="1">
                <a:latin typeface="Tahoma" panose="020B0604030504040204" pitchFamily="34" charset="0"/>
              </a:rPr>
              <a:t>LP_S/N</a:t>
            </a:r>
            <a:endParaRPr lang="en-US" altLang="zh-TW" sz="1600">
              <a:latin typeface="Tahoma" panose="020B0604030504040204" pitchFamily="34" charset="0"/>
            </a:endParaRPr>
          </a:p>
        </p:txBody>
      </p:sp>
      <p:sp>
        <p:nvSpPr>
          <p:cNvPr id="100408" name="Oval 46">
            <a:extLst>
              <a:ext uri="{FF2B5EF4-FFF2-40B4-BE49-F238E27FC236}">
                <a16:creationId xmlns:a16="http://schemas.microsoft.com/office/drawing/2014/main" id="{5B7450B1-C23A-4ECC-A385-94C339E02B00}"/>
              </a:ext>
            </a:extLst>
          </p:cNvPr>
          <p:cNvSpPr>
            <a:spLocks noChangeArrowheads="1"/>
          </p:cNvSpPr>
          <p:nvPr/>
        </p:nvSpPr>
        <p:spPr bwMode="auto">
          <a:xfrm>
            <a:off x="4572000" y="15240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409" name="Text Box 47">
            <a:extLst>
              <a:ext uri="{FF2B5EF4-FFF2-40B4-BE49-F238E27FC236}">
                <a16:creationId xmlns:a16="http://schemas.microsoft.com/office/drawing/2014/main" id="{6383E1A9-DB63-4E70-90C9-11A16B26764F}"/>
              </a:ext>
            </a:extLst>
          </p:cNvPr>
          <p:cNvSpPr txBox="1">
            <a:spLocks noChangeArrowheads="1"/>
          </p:cNvSpPr>
          <p:nvPr/>
        </p:nvSpPr>
        <p:spPr bwMode="auto">
          <a:xfrm>
            <a:off x="4495800" y="1600200"/>
            <a:ext cx="1295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Condition</a:t>
            </a:r>
          </a:p>
        </p:txBody>
      </p:sp>
      <p:sp>
        <p:nvSpPr>
          <p:cNvPr id="100410" name="Line 48">
            <a:extLst>
              <a:ext uri="{FF2B5EF4-FFF2-40B4-BE49-F238E27FC236}">
                <a16:creationId xmlns:a16="http://schemas.microsoft.com/office/drawing/2014/main" id="{C8FB8486-0EC2-45E7-8F46-EA9B488DB6EA}"/>
              </a:ext>
            </a:extLst>
          </p:cNvPr>
          <p:cNvSpPr>
            <a:spLocks noChangeShapeType="1"/>
          </p:cNvSpPr>
          <p:nvPr/>
        </p:nvSpPr>
        <p:spPr bwMode="auto">
          <a:xfrm flipV="1">
            <a:off x="4724400" y="2057400"/>
            <a:ext cx="2286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0411" name="Oval 51">
            <a:extLst>
              <a:ext uri="{FF2B5EF4-FFF2-40B4-BE49-F238E27FC236}">
                <a16:creationId xmlns:a16="http://schemas.microsoft.com/office/drawing/2014/main" id="{2FD8B3B0-68A8-4672-A002-715C034CBC8B}"/>
              </a:ext>
            </a:extLst>
          </p:cNvPr>
          <p:cNvSpPr>
            <a:spLocks noChangeArrowheads="1"/>
          </p:cNvSpPr>
          <p:nvPr/>
        </p:nvSpPr>
        <p:spPr bwMode="auto">
          <a:xfrm>
            <a:off x="7467600" y="35814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0412" name="Text Box 52">
            <a:extLst>
              <a:ext uri="{FF2B5EF4-FFF2-40B4-BE49-F238E27FC236}">
                <a16:creationId xmlns:a16="http://schemas.microsoft.com/office/drawing/2014/main" id="{3333EA3A-3C37-41A0-9570-D58DEFEF8542}"/>
              </a:ext>
            </a:extLst>
          </p:cNvPr>
          <p:cNvSpPr txBox="1">
            <a:spLocks noChangeArrowheads="1"/>
          </p:cNvSpPr>
          <p:nvPr/>
        </p:nvSpPr>
        <p:spPr bwMode="auto">
          <a:xfrm>
            <a:off x="7543800" y="36576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Brand</a:t>
            </a:r>
          </a:p>
        </p:txBody>
      </p:sp>
      <p:sp>
        <p:nvSpPr>
          <p:cNvPr id="100413" name="Line 53">
            <a:extLst>
              <a:ext uri="{FF2B5EF4-FFF2-40B4-BE49-F238E27FC236}">
                <a16:creationId xmlns:a16="http://schemas.microsoft.com/office/drawing/2014/main" id="{E791DC84-04D7-4E28-A3DA-78C5F39FC70E}"/>
              </a:ext>
            </a:extLst>
          </p:cNvPr>
          <p:cNvSpPr>
            <a:spLocks noChangeShapeType="1"/>
          </p:cNvSpPr>
          <p:nvPr/>
        </p:nvSpPr>
        <p:spPr bwMode="auto">
          <a:xfrm>
            <a:off x="7543800" y="3124200"/>
            <a:ext cx="3810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0414" name="Line 55">
            <a:extLst>
              <a:ext uri="{FF2B5EF4-FFF2-40B4-BE49-F238E27FC236}">
                <a16:creationId xmlns:a16="http://schemas.microsoft.com/office/drawing/2014/main" id="{0440F1D2-7A64-40CC-B4D7-508E0637D941}"/>
              </a:ext>
            </a:extLst>
          </p:cNvPr>
          <p:cNvSpPr>
            <a:spLocks noChangeShapeType="1"/>
          </p:cNvSpPr>
          <p:nvPr/>
        </p:nvSpPr>
        <p:spPr bwMode="auto">
          <a:xfrm>
            <a:off x="2590800" y="28194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0415" name="Text Box 56">
            <a:extLst>
              <a:ext uri="{FF2B5EF4-FFF2-40B4-BE49-F238E27FC236}">
                <a16:creationId xmlns:a16="http://schemas.microsoft.com/office/drawing/2014/main" id="{EC7DED60-F1F8-458F-8B1C-49061B80CCF4}"/>
              </a:ext>
            </a:extLst>
          </p:cNvPr>
          <p:cNvSpPr txBox="1">
            <a:spLocks noChangeArrowheads="1"/>
          </p:cNvSpPr>
          <p:nvPr/>
        </p:nvSpPr>
        <p:spPr bwMode="auto">
          <a:xfrm>
            <a:off x="5562600" y="838200"/>
            <a:ext cx="1752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1:1 Relationship</a:t>
            </a:r>
          </a:p>
        </p:txBody>
      </p:sp>
      <p:sp>
        <p:nvSpPr>
          <p:cNvPr id="100416" name="Line 55">
            <a:extLst>
              <a:ext uri="{FF2B5EF4-FFF2-40B4-BE49-F238E27FC236}">
                <a16:creationId xmlns:a16="http://schemas.microsoft.com/office/drawing/2014/main" id="{FF110C6E-557B-4608-9218-8D33563CC9BF}"/>
              </a:ext>
            </a:extLst>
          </p:cNvPr>
          <p:cNvSpPr>
            <a:spLocks noChangeShapeType="1"/>
          </p:cNvSpPr>
          <p:nvPr/>
        </p:nvSpPr>
        <p:spPr bwMode="auto">
          <a:xfrm>
            <a:off x="5334000" y="2819400"/>
            <a:ext cx="1219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0417" name="Text Box 11">
            <a:extLst>
              <a:ext uri="{FF2B5EF4-FFF2-40B4-BE49-F238E27FC236}">
                <a16:creationId xmlns:a16="http://schemas.microsoft.com/office/drawing/2014/main" id="{BB5AEDC3-BC24-4FCD-A765-681FC32AE597}"/>
              </a:ext>
            </a:extLst>
          </p:cNvPr>
          <p:cNvSpPr txBox="1">
            <a:spLocks noChangeArrowheads="1"/>
          </p:cNvSpPr>
          <p:nvPr/>
        </p:nvSpPr>
        <p:spPr bwMode="auto">
          <a:xfrm>
            <a:off x="6096000" y="2438400"/>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000">
                <a:latin typeface="Times New Roman" panose="02020603050405020304" pitchFamily="18" charset="0"/>
              </a:rPr>
              <a:t>1</a:t>
            </a:r>
          </a:p>
        </p:txBody>
      </p:sp>
      <p:sp>
        <p:nvSpPr>
          <p:cNvPr id="100418" name="Text Box 11">
            <a:extLst>
              <a:ext uri="{FF2B5EF4-FFF2-40B4-BE49-F238E27FC236}">
                <a16:creationId xmlns:a16="http://schemas.microsoft.com/office/drawing/2014/main" id="{CD2B56F8-B32B-45CE-9F1C-5AEBEABBC45B}"/>
              </a:ext>
            </a:extLst>
          </p:cNvPr>
          <p:cNvSpPr txBox="1">
            <a:spLocks noChangeArrowheads="1"/>
          </p:cNvSpPr>
          <p:nvPr/>
        </p:nvSpPr>
        <p:spPr bwMode="auto">
          <a:xfrm>
            <a:off x="2819400" y="2362200"/>
            <a:ext cx="38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000">
                <a:latin typeface="Times New Roman" panose="02020603050405020304" pitchFamily="18" charset="0"/>
              </a:rPr>
              <a:t>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BB2E7263-38B0-4644-A1C5-ABD5DF805E4D}"/>
              </a:ext>
            </a:extLst>
          </p:cNvPr>
          <p:cNvSpPr>
            <a:spLocks noGrp="1" noChangeArrowheads="1"/>
          </p:cNvSpPr>
          <p:nvPr>
            <p:ph type="title"/>
          </p:nvPr>
        </p:nvSpPr>
        <p:spPr/>
        <p:txBody>
          <a:bodyPr/>
          <a:lstStyle/>
          <a:p>
            <a:pPr eaLnBrk="1" hangingPunct="1"/>
            <a:r>
              <a:rPr lang="en-US" altLang="zh-TW">
                <a:solidFill>
                  <a:srgbClr val="0000FF"/>
                </a:solidFill>
              </a:rPr>
              <a:t>Representing Relationship Set</a:t>
            </a:r>
          </a:p>
        </p:txBody>
      </p:sp>
      <p:sp>
        <p:nvSpPr>
          <p:cNvPr id="101379" name="Rectangle 3">
            <a:extLst>
              <a:ext uri="{FF2B5EF4-FFF2-40B4-BE49-F238E27FC236}">
                <a16:creationId xmlns:a16="http://schemas.microsoft.com/office/drawing/2014/main" id="{B095BD8B-ACAD-476A-812B-3243222518D6}"/>
              </a:ext>
            </a:extLst>
          </p:cNvPr>
          <p:cNvSpPr>
            <a:spLocks noGrp="1" noChangeArrowheads="1"/>
          </p:cNvSpPr>
          <p:nvPr>
            <p:ph sz="quarter" idx="1"/>
          </p:nvPr>
        </p:nvSpPr>
        <p:spPr>
          <a:xfrm>
            <a:off x="762000" y="1676400"/>
            <a:ext cx="7772400" cy="1828800"/>
          </a:xfrm>
        </p:spPr>
        <p:txBody>
          <a:bodyPr/>
          <a:lstStyle/>
          <a:p>
            <a:pPr eaLnBrk="1" hangingPunct="1">
              <a:lnSpc>
                <a:spcPct val="90000"/>
              </a:lnSpc>
              <a:spcBef>
                <a:spcPct val="35000"/>
              </a:spcBef>
              <a:buClr>
                <a:schemeClr val="tx2"/>
              </a:buClr>
              <a:buSzPct val="90000"/>
              <a:buFont typeface="Monotype Sorts" pitchFamily="2" charset="2"/>
              <a:buChar char="n"/>
            </a:pPr>
            <a:r>
              <a:rPr kumimoji="1" lang="en-US" altLang="en-US" sz="2400"/>
              <a:t>Many-to-one and one-to-many relationship sets can be represented by adding an extra attribute to the “many” side, containing the primary key of the “one” side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1EA29F74-B4E3-44FE-BF4F-6A3D2F56687F}"/>
              </a:ext>
            </a:extLst>
          </p:cNvPr>
          <p:cNvSpPr>
            <a:spLocks noGrp="1" noChangeArrowheads="1"/>
          </p:cNvSpPr>
          <p:nvPr>
            <p:ph type="title"/>
          </p:nvPr>
        </p:nvSpPr>
        <p:spPr>
          <a:xfrm>
            <a:off x="457200" y="152400"/>
            <a:ext cx="8229600" cy="685800"/>
          </a:xfrm>
        </p:spPr>
        <p:txBody>
          <a:bodyPr/>
          <a:lstStyle/>
          <a:p>
            <a:pPr eaLnBrk="1" hangingPunct="1"/>
            <a:r>
              <a:rPr lang="en-US" altLang="zh-TW" sz="1600">
                <a:solidFill>
                  <a:srgbClr val="0000FF"/>
                </a:solidFill>
              </a:rPr>
              <a:t>Example – Many-to-One Relationship Set</a:t>
            </a:r>
          </a:p>
        </p:txBody>
      </p:sp>
      <p:graphicFrame>
        <p:nvGraphicFramePr>
          <p:cNvPr id="11379" name="Group 115">
            <a:extLst>
              <a:ext uri="{FF2B5EF4-FFF2-40B4-BE49-F238E27FC236}">
                <a16:creationId xmlns:a16="http://schemas.microsoft.com/office/drawing/2014/main" id="{C25E151C-199F-4FC1-8736-D365FE7C5042}"/>
              </a:ext>
            </a:extLst>
          </p:cNvPr>
          <p:cNvGraphicFramePr>
            <a:graphicFrameLocks noGrp="1"/>
          </p:cNvGraphicFramePr>
          <p:nvPr>
            <p:ph sz="quarter" idx="1"/>
          </p:nvPr>
        </p:nvGraphicFramePr>
        <p:xfrm>
          <a:off x="914400" y="5029200"/>
          <a:ext cx="2133600" cy="1189038"/>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dirty="0">
                          <a:ln>
                            <a:noFill/>
                          </a:ln>
                          <a:solidFill>
                            <a:schemeClr val="tx1"/>
                          </a:solidFill>
                          <a:effectLst/>
                          <a:latin typeface="Arial" charset="0"/>
                          <a:ea typeface="新細明體" pitchFamily="18" charset="-120"/>
                        </a:rPr>
                        <a:t>ISSID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Name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12</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Joan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56</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Martha</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1382" name="Group 118">
            <a:extLst>
              <a:ext uri="{FF2B5EF4-FFF2-40B4-BE49-F238E27FC236}">
                <a16:creationId xmlns:a16="http://schemas.microsoft.com/office/drawing/2014/main" id="{DC6FFFEB-6685-4556-A8AA-1C5DEC58665E}"/>
              </a:ext>
            </a:extLst>
          </p:cNvPr>
          <p:cNvGraphicFramePr>
            <a:graphicFrameLocks noGrp="1"/>
          </p:cNvGraphicFramePr>
          <p:nvPr>
            <p:ph sz="quarter" idx="2"/>
          </p:nvPr>
        </p:nvGraphicFramePr>
        <p:xfrm>
          <a:off x="4953000" y="5029200"/>
          <a:ext cx="3657600" cy="1189038"/>
        </p:xfrm>
        <a:graphic>
          <a:graphicData uri="http://schemas.openxmlformats.org/drawingml/2006/table">
            <a:tbl>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dirty="0">
                          <a:ln>
                            <a:noFill/>
                          </a:ln>
                          <a:solidFill>
                            <a:schemeClr val="tx1"/>
                          </a:solidFill>
                          <a:effectLst/>
                          <a:latin typeface="Arial" charset="0"/>
                          <a:ea typeface="新細明體" pitchFamily="18" charset="-120"/>
                        </a:rPr>
                        <a:t>Cid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err="1">
                          <a:ln>
                            <a:noFill/>
                          </a:ln>
                          <a:solidFill>
                            <a:schemeClr val="tx1"/>
                          </a:solidFill>
                          <a:effectLst/>
                          <a:latin typeface="Arial" charset="0"/>
                          <a:ea typeface="新細明體" pitchFamily="18" charset="-120"/>
                        </a:rPr>
                        <a:t>CName</a:t>
                      </a:r>
                      <a:endParaRPr kumimoji="1" lang="en-US" altLang="zh-TW" sz="2000" b="0" i="0" u="none" strike="noStrike" cap="none" normalizeH="0" baseline="0" dirty="0">
                        <a:ln>
                          <a:noFill/>
                        </a:ln>
                        <a:solidFill>
                          <a:schemeClr val="tx1"/>
                        </a:solidFill>
                        <a:effectLst/>
                        <a:latin typeface="Arial" charset="0"/>
                        <a:ea typeface="新細明體" pitchFamily="18" charset="-120"/>
                      </a:endParaRP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ISSID</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C1</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C</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12</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C2</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Java</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56</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3459" name="Rectangle 26">
            <a:extLst>
              <a:ext uri="{FF2B5EF4-FFF2-40B4-BE49-F238E27FC236}">
                <a16:creationId xmlns:a16="http://schemas.microsoft.com/office/drawing/2014/main" id="{B8468492-C5AE-4549-A158-D56295C57534}"/>
              </a:ext>
            </a:extLst>
          </p:cNvPr>
          <p:cNvSpPr>
            <a:spLocks noChangeArrowheads="1"/>
          </p:cNvSpPr>
          <p:nvPr/>
        </p:nvSpPr>
        <p:spPr bwMode="auto">
          <a:xfrm>
            <a:off x="1447800" y="2057400"/>
            <a:ext cx="1143000" cy="4572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3460" name="Text Box 27">
            <a:extLst>
              <a:ext uri="{FF2B5EF4-FFF2-40B4-BE49-F238E27FC236}">
                <a16:creationId xmlns:a16="http://schemas.microsoft.com/office/drawing/2014/main" id="{EA1613CD-A2B1-4E2D-93CD-4047D9DDD051}"/>
              </a:ext>
            </a:extLst>
          </p:cNvPr>
          <p:cNvSpPr txBox="1">
            <a:spLocks noChangeArrowheads="1"/>
          </p:cNvSpPr>
          <p:nvPr/>
        </p:nvSpPr>
        <p:spPr bwMode="auto">
          <a:xfrm>
            <a:off x="1524000" y="2133600"/>
            <a:ext cx="1143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Instructor</a:t>
            </a:r>
          </a:p>
        </p:txBody>
      </p:sp>
      <p:sp>
        <p:nvSpPr>
          <p:cNvPr id="103461" name="Oval 29">
            <a:extLst>
              <a:ext uri="{FF2B5EF4-FFF2-40B4-BE49-F238E27FC236}">
                <a16:creationId xmlns:a16="http://schemas.microsoft.com/office/drawing/2014/main" id="{F5B465E4-931C-4F39-AC0E-47A609CC88E3}"/>
              </a:ext>
            </a:extLst>
          </p:cNvPr>
          <p:cNvSpPr>
            <a:spLocks noChangeArrowheads="1"/>
          </p:cNvSpPr>
          <p:nvPr/>
        </p:nvSpPr>
        <p:spPr bwMode="auto">
          <a:xfrm>
            <a:off x="19050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3462" name="Oval 30">
            <a:extLst>
              <a:ext uri="{FF2B5EF4-FFF2-40B4-BE49-F238E27FC236}">
                <a16:creationId xmlns:a16="http://schemas.microsoft.com/office/drawing/2014/main" id="{D6E5C4A1-1D24-4BC6-9A33-46E1FC134860}"/>
              </a:ext>
            </a:extLst>
          </p:cNvPr>
          <p:cNvSpPr>
            <a:spLocks noChangeArrowheads="1"/>
          </p:cNvSpPr>
          <p:nvPr/>
        </p:nvSpPr>
        <p:spPr bwMode="auto">
          <a:xfrm>
            <a:off x="3048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3463" name="Line 33">
            <a:extLst>
              <a:ext uri="{FF2B5EF4-FFF2-40B4-BE49-F238E27FC236}">
                <a16:creationId xmlns:a16="http://schemas.microsoft.com/office/drawing/2014/main" id="{47CA7435-AB82-4ADE-A238-3144858C9652}"/>
              </a:ext>
            </a:extLst>
          </p:cNvPr>
          <p:cNvSpPr>
            <a:spLocks noChangeShapeType="1"/>
          </p:cNvSpPr>
          <p:nvPr/>
        </p:nvSpPr>
        <p:spPr bwMode="auto">
          <a:xfrm>
            <a:off x="914400" y="17526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64" name="Line 34">
            <a:extLst>
              <a:ext uri="{FF2B5EF4-FFF2-40B4-BE49-F238E27FC236}">
                <a16:creationId xmlns:a16="http://schemas.microsoft.com/office/drawing/2014/main" id="{B273EF28-5685-4F75-9710-67E0B1488AF7}"/>
              </a:ext>
            </a:extLst>
          </p:cNvPr>
          <p:cNvSpPr>
            <a:spLocks noChangeShapeType="1"/>
          </p:cNvSpPr>
          <p:nvPr/>
        </p:nvSpPr>
        <p:spPr bwMode="auto">
          <a:xfrm flipH="1">
            <a:off x="2057400" y="17526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65" name="Text Box 37">
            <a:extLst>
              <a:ext uri="{FF2B5EF4-FFF2-40B4-BE49-F238E27FC236}">
                <a16:creationId xmlns:a16="http://schemas.microsoft.com/office/drawing/2014/main" id="{40CF6584-B68B-4441-AAD7-AF8BE0DEFBB9}"/>
              </a:ext>
            </a:extLst>
          </p:cNvPr>
          <p:cNvSpPr txBox="1">
            <a:spLocks noChangeArrowheads="1"/>
          </p:cNvSpPr>
          <p:nvPr/>
        </p:nvSpPr>
        <p:spPr bwMode="auto">
          <a:xfrm>
            <a:off x="533400" y="1295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ISSID</a:t>
            </a:r>
          </a:p>
        </p:txBody>
      </p:sp>
      <p:sp>
        <p:nvSpPr>
          <p:cNvPr id="103466" name="Text Box 38">
            <a:extLst>
              <a:ext uri="{FF2B5EF4-FFF2-40B4-BE49-F238E27FC236}">
                <a16:creationId xmlns:a16="http://schemas.microsoft.com/office/drawing/2014/main" id="{E837CA27-575E-4E32-B822-0962F60F6DBF}"/>
              </a:ext>
            </a:extLst>
          </p:cNvPr>
          <p:cNvSpPr txBox="1">
            <a:spLocks noChangeArrowheads="1"/>
          </p:cNvSpPr>
          <p:nvPr/>
        </p:nvSpPr>
        <p:spPr bwMode="auto">
          <a:xfrm>
            <a:off x="2057400" y="12954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103467" name="AutoShape 43">
            <a:extLst>
              <a:ext uri="{FF2B5EF4-FFF2-40B4-BE49-F238E27FC236}">
                <a16:creationId xmlns:a16="http://schemas.microsoft.com/office/drawing/2014/main" id="{6095D342-BCD9-457D-B9AE-224F6E399977}"/>
              </a:ext>
            </a:extLst>
          </p:cNvPr>
          <p:cNvSpPr>
            <a:spLocks noChangeArrowheads="1"/>
          </p:cNvSpPr>
          <p:nvPr/>
        </p:nvSpPr>
        <p:spPr bwMode="auto">
          <a:xfrm>
            <a:off x="990600" y="3581400"/>
            <a:ext cx="1905000" cy="11430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3468" name="AutoShape 46">
            <a:extLst>
              <a:ext uri="{FF2B5EF4-FFF2-40B4-BE49-F238E27FC236}">
                <a16:creationId xmlns:a16="http://schemas.microsoft.com/office/drawing/2014/main" id="{D2A2DD83-8052-4247-A0DF-BC5FD43396BD}"/>
              </a:ext>
            </a:extLst>
          </p:cNvPr>
          <p:cNvSpPr>
            <a:spLocks noChangeArrowheads="1"/>
          </p:cNvSpPr>
          <p:nvPr/>
        </p:nvSpPr>
        <p:spPr bwMode="auto">
          <a:xfrm>
            <a:off x="3733800" y="1905000"/>
            <a:ext cx="1676400" cy="762000"/>
          </a:xfrm>
          <a:prstGeom prst="flowChartDecision">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3469" name="Text Box 47">
            <a:extLst>
              <a:ext uri="{FF2B5EF4-FFF2-40B4-BE49-F238E27FC236}">
                <a16:creationId xmlns:a16="http://schemas.microsoft.com/office/drawing/2014/main" id="{27577392-07F8-4D9D-A9D9-5B023137B575}"/>
              </a:ext>
            </a:extLst>
          </p:cNvPr>
          <p:cNvSpPr txBox="1">
            <a:spLocks noChangeArrowheads="1"/>
          </p:cNvSpPr>
          <p:nvPr/>
        </p:nvSpPr>
        <p:spPr bwMode="auto">
          <a:xfrm>
            <a:off x="4114800" y="20574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teaches</a:t>
            </a:r>
          </a:p>
        </p:txBody>
      </p:sp>
      <p:sp>
        <p:nvSpPr>
          <p:cNvPr id="103470" name="Line 48">
            <a:extLst>
              <a:ext uri="{FF2B5EF4-FFF2-40B4-BE49-F238E27FC236}">
                <a16:creationId xmlns:a16="http://schemas.microsoft.com/office/drawing/2014/main" id="{CDB92A1A-B98E-44F4-B035-951ED9FF3B3A}"/>
              </a:ext>
            </a:extLst>
          </p:cNvPr>
          <p:cNvSpPr>
            <a:spLocks noChangeShapeType="1"/>
          </p:cNvSpPr>
          <p:nvPr/>
        </p:nvSpPr>
        <p:spPr bwMode="auto">
          <a:xfrm>
            <a:off x="2590800" y="2286000"/>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71" name="Rectangle 51">
            <a:extLst>
              <a:ext uri="{FF2B5EF4-FFF2-40B4-BE49-F238E27FC236}">
                <a16:creationId xmlns:a16="http://schemas.microsoft.com/office/drawing/2014/main" id="{E32EB335-ACFE-47E3-B9E2-4D0400C7BDCE}"/>
              </a:ext>
            </a:extLst>
          </p:cNvPr>
          <p:cNvSpPr>
            <a:spLocks noChangeArrowheads="1"/>
          </p:cNvSpPr>
          <p:nvPr/>
        </p:nvSpPr>
        <p:spPr bwMode="auto">
          <a:xfrm>
            <a:off x="6553200" y="2057400"/>
            <a:ext cx="1143000" cy="4572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3472" name="Text Box 52">
            <a:extLst>
              <a:ext uri="{FF2B5EF4-FFF2-40B4-BE49-F238E27FC236}">
                <a16:creationId xmlns:a16="http://schemas.microsoft.com/office/drawing/2014/main" id="{603E70A2-9DCC-4CE2-8DB0-5D470E57249C}"/>
              </a:ext>
            </a:extLst>
          </p:cNvPr>
          <p:cNvSpPr txBox="1">
            <a:spLocks noChangeArrowheads="1"/>
          </p:cNvSpPr>
          <p:nvPr/>
        </p:nvSpPr>
        <p:spPr bwMode="auto">
          <a:xfrm>
            <a:off x="6553200" y="21336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Course</a:t>
            </a:r>
          </a:p>
        </p:txBody>
      </p:sp>
      <p:sp>
        <p:nvSpPr>
          <p:cNvPr id="103473" name="Line 53">
            <a:extLst>
              <a:ext uri="{FF2B5EF4-FFF2-40B4-BE49-F238E27FC236}">
                <a16:creationId xmlns:a16="http://schemas.microsoft.com/office/drawing/2014/main" id="{1C155832-BD52-48B8-930F-290CC0142339}"/>
              </a:ext>
            </a:extLst>
          </p:cNvPr>
          <p:cNvSpPr>
            <a:spLocks noChangeShapeType="1"/>
          </p:cNvSpPr>
          <p:nvPr/>
        </p:nvSpPr>
        <p:spPr bwMode="auto">
          <a:xfrm>
            <a:off x="5410200" y="2286000"/>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74" name="Oval 54">
            <a:extLst>
              <a:ext uri="{FF2B5EF4-FFF2-40B4-BE49-F238E27FC236}">
                <a16:creationId xmlns:a16="http://schemas.microsoft.com/office/drawing/2014/main" id="{38BFE39F-C457-48D0-88DF-12E453228BDC}"/>
              </a:ext>
            </a:extLst>
          </p:cNvPr>
          <p:cNvSpPr>
            <a:spLocks noChangeArrowheads="1"/>
          </p:cNvSpPr>
          <p:nvPr/>
        </p:nvSpPr>
        <p:spPr bwMode="auto">
          <a:xfrm>
            <a:off x="54102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3475" name="Text Box 55">
            <a:extLst>
              <a:ext uri="{FF2B5EF4-FFF2-40B4-BE49-F238E27FC236}">
                <a16:creationId xmlns:a16="http://schemas.microsoft.com/office/drawing/2014/main" id="{5FEACBDA-2932-4E14-AF4B-7995BA556B94}"/>
              </a:ext>
            </a:extLst>
          </p:cNvPr>
          <p:cNvSpPr txBox="1">
            <a:spLocks noChangeArrowheads="1"/>
          </p:cNvSpPr>
          <p:nvPr/>
        </p:nvSpPr>
        <p:spPr bwMode="auto">
          <a:xfrm>
            <a:off x="5638800" y="1295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Cid</a:t>
            </a:r>
          </a:p>
        </p:txBody>
      </p:sp>
      <p:sp>
        <p:nvSpPr>
          <p:cNvPr id="103476" name="Oval 58">
            <a:extLst>
              <a:ext uri="{FF2B5EF4-FFF2-40B4-BE49-F238E27FC236}">
                <a16:creationId xmlns:a16="http://schemas.microsoft.com/office/drawing/2014/main" id="{A87F2787-C9EE-47CE-B248-7D8C7FA20082}"/>
              </a:ext>
            </a:extLst>
          </p:cNvPr>
          <p:cNvSpPr>
            <a:spLocks noChangeArrowheads="1"/>
          </p:cNvSpPr>
          <p:nvPr/>
        </p:nvSpPr>
        <p:spPr bwMode="auto">
          <a:xfrm>
            <a:off x="73152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3477" name="Text Box 59">
            <a:extLst>
              <a:ext uri="{FF2B5EF4-FFF2-40B4-BE49-F238E27FC236}">
                <a16:creationId xmlns:a16="http://schemas.microsoft.com/office/drawing/2014/main" id="{34BB4F8B-81A0-4EE6-8894-4666D0F2737B}"/>
              </a:ext>
            </a:extLst>
          </p:cNvPr>
          <p:cNvSpPr txBox="1">
            <a:spLocks noChangeArrowheads="1"/>
          </p:cNvSpPr>
          <p:nvPr/>
        </p:nvSpPr>
        <p:spPr bwMode="auto">
          <a:xfrm>
            <a:off x="7467600" y="12954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CName</a:t>
            </a:r>
          </a:p>
        </p:txBody>
      </p:sp>
      <p:sp>
        <p:nvSpPr>
          <p:cNvPr id="103478" name="Line 62">
            <a:extLst>
              <a:ext uri="{FF2B5EF4-FFF2-40B4-BE49-F238E27FC236}">
                <a16:creationId xmlns:a16="http://schemas.microsoft.com/office/drawing/2014/main" id="{9DC1DB1E-4E95-4D14-8D1D-21D7101C64D8}"/>
              </a:ext>
            </a:extLst>
          </p:cNvPr>
          <p:cNvSpPr>
            <a:spLocks noChangeShapeType="1"/>
          </p:cNvSpPr>
          <p:nvPr/>
        </p:nvSpPr>
        <p:spPr bwMode="auto">
          <a:xfrm>
            <a:off x="6172200" y="1752600"/>
            <a:ext cx="609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79" name="Line 63">
            <a:extLst>
              <a:ext uri="{FF2B5EF4-FFF2-40B4-BE49-F238E27FC236}">
                <a16:creationId xmlns:a16="http://schemas.microsoft.com/office/drawing/2014/main" id="{E5319760-051E-4C56-9844-FC31E6B09A31}"/>
              </a:ext>
            </a:extLst>
          </p:cNvPr>
          <p:cNvSpPr>
            <a:spLocks noChangeShapeType="1"/>
          </p:cNvSpPr>
          <p:nvPr/>
        </p:nvSpPr>
        <p:spPr bwMode="auto">
          <a:xfrm flipH="1">
            <a:off x="7239000" y="1752600"/>
            <a:ext cx="457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3480" name="AutoShape 65">
            <a:extLst>
              <a:ext uri="{FF2B5EF4-FFF2-40B4-BE49-F238E27FC236}">
                <a16:creationId xmlns:a16="http://schemas.microsoft.com/office/drawing/2014/main" id="{4FFEB04A-F7E5-4C68-B99B-87BFF3FF33FB}"/>
              </a:ext>
            </a:extLst>
          </p:cNvPr>
          <p:cNvSpPr>
            <a:spLocks noChangeArrowheads="1"/>
          </p:cNvSpPr>
          <p:nvPr/>
        </p:nvSpPr>
        <p:spPr bwMode="auto">
          <a:xfrm>
            <a:off x="5943600" y="3581400"/>
            <a:ext cx="1905000" cy="11430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3481" name="Text Box 11">
            <a:extLst>
              <a:ext uri="{FF2B5EF4-FFF2-40B4-BE49-F238E27FC236}">
                <a16:creationId xmlns:a16="http://schemas.microsoft.com/office/drawing/2014/main" id="{DE302AE3-66AB-42AD-858E-F063EE07D35A}"/>
              </a:ext>
            </a:extLst>
          </p:cNvPr>
          <p:cNvSpPr txBox="1">
            <a:spLocks noChangeArrowheads="1"/>
          </p:cNvSpPr>
          <p:nvPr/>
        </p:nvSpPr>
        <p:spPr bwMode="auto">
          <a:xfrm>
            <a:off x="2667000" y="1828800"/>
            <a:ext cx="3381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1</a:t>
            </a:r>
          </a:p>
        </p:txBody>
      </p:sp>
      <p:sp>
        <p:nvSpPr>
          <p:cNvPr id="103482" name="Text Box 11">
            <a:extLst>
              <a:ext uri="{FF2B5EF4-FFF2-40B4-BE49-F238E27FC236}">
                <a16:creationId xmlns:a16="http://schemas.microsoft.com/office/drawing/2014/main" id="{3FF7B440-30DA-410A-8D43-07280E7DEF1F}"/>
              </a:ext>
            </a:extLst>
          </p:cNvPr>
          <p:cNvSpPr txBox="1">
            <a:spLocks noChangeArrowheads="1"/>
          </p:cNvSpPr>
          <p:nvPr/>
        </p:nvSpPr>
        <p:spPr bwMode="auto">
          <a:xfrm>
            <a:off x="6096000" y="1905000"/>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D6699FF2-4D4A-487B-ADE4-3E728FA192F0}"/>
              </a:ext>
            </a:extLst>
          </p:cNvPr>
          <p:cNvSpPr>
            <a:spLocks noGrp="1" noChangeArrowheads="1"/>
          </p:cNvSpPr>
          <p:nvPr>
            <p:ph type="title"/>
          </p:nvPr>
        </p:nvSpPr>
        <p:spPr/>
        <p:txBody>
          <a:bodyPr/>
          <a:lstStyle/>
          <a:p>
            <a:pPr eaLnBrk="1" hangingPunct="1"/>
            <a:r>
              <a:rPr lang="en-US" altLang="zh-TW">
                <a:solidFill>
                  <a:srgbClr val="0000FF"/>
                </a:solidFill>
              </a:rPr>
              <a:t>Representing Relationship Set</a:t>
            </a:r>
          </a:p>
        </p:txBody>
      </p:sp>
      <p:sp>
        <p:nvSpPr>
          <p:cNvPr id="104451" name="Rectangle 3">
            <a:extLst>
              <a:ext uri="{FF2B5EF4-FFF2-40B4-BE49-F238E27FC236}">
                <a16:creationId xmlns:a16="http://schemas.microsoft.com/office/drawing/2014/main" id="{E2241F5C-3ED2-40E4-A5F6-B9E467F226D7}"/>
              </a:ext>
            </a:extLst>
          </p:cNvPr>
          <p:cNvSpPr>
            <a:spLocks noGrp="1" noChangeArrowheads="1"/>
          </p:cNvSpPr>
          <p:nvPr>
            <p:ph sz="quarter" idx="1"/>
          </p:nvPr>
        </p:nvSpPr>
        <p:spPr>
          <a:xfrm>
            <a:off x="381000" y="1600200"/>
            <a:ext cx="8229600" cy="1295400"/>
          </a:xfrm>
        </p:spPr>
        <p:txBody>
          <a:bodyPr/>
          <a:lstStyle/>
          <a:p>
            <a:pPr eaLnBrk="1" hangingPunct="1"/>
            <a:r>
              <a:rPr lang="en-US" altLang="zh-TW" sz="2800" u="sng" dirty="0"/>
              <a:t>For many-to-many relationship</a:t>
            </a:r>
            <a:endParaRPr lang="en-US" altLang="zh-TW" sz="2800" dirty="0"/>
          </a:p>
          <a:p>
            <a:pPr lvl="1" eaLnBrk="1" hangingPunct="1"/>
            <a:r>
              <a:rPr lang="en-US" altLang="zh-TW" dirty="0"/>
              <a:t>Primary key of this new schema is the union of the foreign keys of both entity sets.</a:t>
            </a:r>
          </a:p>
          <a:p>
            <a:pPr eaLnBrk="1" hangingPunct="1"/>
            <a:endParaRPr lang="en-US" altLang="zh-TW" sz="2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E4725E3D-EC00-4C27-B6D2-BD4DCD316150}"/>
              </a:ext>
            </a:extLst>
          </p:cNvPr>
          <p:cNvSpPr>
            <a:spLocks noGrp="1" noChangeArrowheads="1"/>
          </p:cNvSpPr>
          <p:nvPr>
            <p:ph type="title"/>
          </p:nvPr>
        </p:nvSpPr>
        <p:spPr>
          <a:xfrm>
            <a:off x="457200" y="152400"/>
            <a:ext cx="8229600" cy="685800"/>
          </a:xfrm>
        </p:spPr>
        <p:txBody>
          <a:bodyPr/>
          <a:lstStyle/>
          <a:p>
            <a:pPr eaLnBrk="1" hangingPunct="1"/>
            <a:r>
              <a:rPr lang="en-US" altLang="zh-TW" sz="1600">
                <a:solidFill>
                  <a:srgbClr val="0000FF"/>
                </a:solidFill>
              </a:rPr>
              <a:t>Example – Many-to –Many Relation Ship set</a:t>
            </a:r>
          </a:p>
        </p:txBody>
      </p:sp>
      <p:graphicFrame>
        <p:nvGraphicFramePr>
          <p:cNvPr id="11379" name="Group 115">
            <a:extLst>
              <a:ext uri="{FF2B5EF4-FFF2-40B4-BE49-F238E27FC236}">
                <a16:creationId xmlns:a16="http://schemas.microsoft.com/office/drawing/2014/main" id="{FD07ABAF-6913-4519-A5D3-EC0F3E76CC46}"/>
              </a:ext>
            </a:extLst>
          </p:cNvPr>
          <p:cNvGraphicFramePr>
            <a:graphicFrameLocks noGrp="1"/>
          </p:cNvGraphicFramePr>
          <p:nvPr>
            <p:ph sz="quarter" idx="1"/>
          </p:nvPr>
        </p:nvGraphicFramePr>
        <p:xfrm>
          <a:off x="381000" y="5105400"/>
          <a:ext cx="2971800" cy="914400"/>
        </p:xfrm>
        <a:graphic>
          <a:graphicData uri="http://schemas.openxmlformats.org/drawingml/2006/table">
            <a:tbl>
              <a:tblPr/>
              <a:tblGrid>
                <a:gridCol w="695528">
                  <a:extLst>
                    <a:ext uri="{9D8B030D-6E8A-4147-A177-3AD203B41FA5}">
                      <a16:colId xmlns:a16="http://schemas.microsoft.com/office/drawing/2014/main" val="20000"/>
                    </a:ext>
                  </a:extLst>
                </a:gridCol>
                <a:gridCol w="790372">
                  <a:extLst>
                    <a:ext uri="{9D8B030D-6E8A-4147-A177-3AD203B41FA5}">
                      <a16:colId xmlns:a16="http://schemas.microsoft.com/office/drawing/2014/main" val="20001"/>
                    </a:ext>
                  </a:extLst>
                </a:gridCol>
                <a:gridCol w="742950">
                  <a:extLst>
                    <a:ext uri="{9D8B030D-6E8A-4147-A177-3AD203B41FA5}">
                      <a16:colId xmlns:a16="http://schemas.microsoft.com/office/drawing/2014/main" val="20002"/>
                    </a:ext>
                  </a:extLst>
                </a:gridCol>
                <a:gridCol w="742950">
                  <a:extLst>
                    <a:ext uri="{9D8B030D-6E8A-4147-A177-3AD203B41FA5}">
                      <a16:colId xmlns:a16="http://schemas.microsoft.com/office/drawing/2014/main" val="20003"/>
                    </a:ext>
                  </a:extLst>
                </a:gridCol>
              </a:tblGrid>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sng" strike="noStrike" cap="none" normalizeH="0" baseline="0" dirty="0">
                          <a:ln>
                            <a:noFill/>
                          </a:ln>
                          <a:solidFill>
                            <a:schemeClr val="tx1"/>
                          </a:solidFill>
                          <a:effectLst/>
                          <a:latin typeface="Arial" charset="0"/>
                          <a:ea typeface="新細明體" pitchFamily="18" charset="-120"/>
                        </a:rPr>
                        <a:t>SID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Name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Major</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a:ln>
                            <a:noFill/>
                          </a:ln>
                          <a:solidFill>
                            <a:schemeClr val="tx1"/>
                          </a:solidFill>
                          <a:effectLst/>
                          <a:latin typeface="Arial" charset="0"/>
                          <a:ea typeface="新細明體" pitchFamily="18" charset="-120"/>
                        </a:rPr>
                        <a:t>GPA</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a:ln>
                            <a:noFill/>
                          </a:ln>
                          <a:solidFill>
                            <a:schemeClr val="tx1"/>
                          </a:solidFill>
                          <a:effectLst/>
                          <a:latin typeface="Arial" charset="0"/>
                          <a:ea typeface="新細明體" pitchFamily="18" charset="-120"/>
                        </a:rPr>
                        <a:t>1234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a:ln>
                            <a:noFill/>
                          </a:ln>
                          <a:solidFill>
                            <a:schemeClr val="tx1"/>
                          </a:solidFill>
                          <a:effectLst/>
                          <a:latin typeface="Arial" charset="0"/>
                          <a:ea typeface="新細明體" pitchFamily="18" charset="-120"/>
                        </a:rPr>
                        <a:t>John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CS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2.8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794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a:ln>
                            <a:noFill/>
                          </a:ln>
                          <a:solidFill>
                            <a:schemeClr val="tx1"/>
                          </a:solidFill>
                          <a:effectLst/>
                          <a:latin typeface="Arial" charset="0"/>
                          <a:ea typeface="新細明體" pitchFamily="18" charset="-120"/>
                        </a:rPr>
                        <a:t>5678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a:ln>
                            <a:noFill/>
                          </a:ln>
                          <a:solidFill>
                            <a:schemeClr val="tx1"/>
                          </a:solidFill>
                          <a:effectLst/>
                          <a:latin typeface="Arial" charset="0"/>
                          <a:ea typeface="新細明體" pitchFamily="18" charset="-120"/>
                        </a:rPr>
                        <a:t>Mary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a:ln>
                            <a:noFill/>
                          </a:ln>
                          <a:solidFill>
                            <a:schemeClr val="tx1"/>
                          </a:solidFill>
                          <a:effectLst/>
                          <a:latin typeface="Arial" charset="0"/>
                          <a:ea typeface="新細明體" pitchFamily="18" charset="-120"/>
                        </a:rPr>
                        <a:t>EE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3.6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1382" name="Group 118">
            <a:extLst>
              <a:ext uri="{FF2B5EF4-FFF2-40B4-BE49-F238E27FC236}">
                <a16:creationId xmlns:a16="http://schemas.microsoft.com/office/drawing/2014/main" id="{0819B0B0-1F31-4680-8C5B-CC4AC48F4CCD}"/>
              </a:ext>
            </a:extLst>
          </p:cNvPr>
          <p:cNvGraphicFramePr>
            <a:graphicFrameLocks noGrp="1"/>
          </p:cNvGraphicFramePr>
          <p:nvPr>
            <p:ph sz="quarter" idx="2"/>
          </p:nvPr>
        </p:nvGraphicFramePr>
        <p:xfrm>
          <a:off x="6781800" y="5105400"/>
          <a:ext cx="1981200" cy="944564"/>
        </p:xfrm>
        <a:graphic>
          <a:graphicData uri="http://schemas.openxmlformats.org/drawingml/2006/table">
            <a:tbl>
              <a:tblPr/>
              <a:tblGrid>
                <a:gridCol w="757518">
                  <a:extLst>
                    <a:ext uri="{9D8B030D-6E8A-4147-A177-3AD203B41FA5}">
                      <a16:colId xmlns:a16="http://schemas.microsoft.com/office/drawing/2014/main" val="20000"/>
                    </a:ext>
                  </a:extLst>
                </a:gridCol>
                <a:gridCol w="1223682">
                  <a:extLst>
                    <a:ext uri="{9D8B030D-6E8A-4147-A177-3AD203B41FA5}">
                      <a16:colId xmlns:a16="http://schemas.microsoft.com/office/drawing/2014/main" val="20001"/>
                    </a:ext>
                  </a:extLst>
                </a:gridCol>
              </a:tblGrid>
              <a:tr h="31436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sng" strike="noStrike" cap="none" normalizeH="0" baseline="0" dirty="0">
                          <a:ln>
                            <a:noFill/>
                          </a:ln>
                          <a:solidFill>
                            <a:schemeClr val="tx1"/>
                          </a:solidFill>
                          <a:effectLst/>
                          <a:latin typeface="Arial" charset="0"/>
                          <a:ea typeface="新細明體" pitchFamily="18" charset="-120"/>
                        </a:rPr>
                        <a:t>Cid</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err="1">
                          <a:ln>
                            <a:noFill/>
                          </a:ln>
                          <a:solidFill>
                            <a:schemeClr val="tx1"/>
                          </a:solidFill>
                          <a:effectLst/>
                          <a:latin typeface="Arial" charset="0"/>
                          <a:ea typeface="新細明體" pitchFamily="18" charset="-120"/>
                        </a:rPr>
                        <a:t>CName</a:t>
                      </a:r>
                      <a:endParaRPr kumimoji="1" lang="en-US" altLang="zh-TW" sz="1400" b="0" i="0" u="none" strike="noStrike" cap="none" normalizeH="0" baseline="0" dirty="0">
                        <a:ln>
                          <a:noFill/>
                        </a:ln>
                        <a:solidFill>
                          <a:schemeClr val="tx1"/>
                        </a:solidFill>
                        <a:effectLst/>
                        <a:latin typeface="Arial" charset="0"/>
                        <a:ea typeface="新細明體" pitchFamily="18" charset="-12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15834">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C1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1436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C2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Java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5511" name="Rectangle 26">
            <a:extLst>
              <a:ext uri="{FF2B5EF4-FFF2-40B4-BE49-F238E27FC236}">
                <a16:creationId xmlns:a16="http://schemas.microsoft.com/office/drawing/2014/main" id="{6EFBE643-09DE-4ED2-8802-FB4757F8FF22}"/>
              </a:ext>
            </a:extLst>
          </p:cNvPr>
          <p:cNvSpPr>
            <a:spLocks noChangeArrowheads="1"/>
          </p:cNvSpPr>
          <p:nvPr/>
        </p:nvSpPr>
        <p:spPr bwMode="auto">
          <a:xfrm>
            <a:off x="1447800" y="2057400"/>
            <a:ext cx="1143000" cy="4572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12" name="Text Box 27">
            <a:extLst>
              <a:ext uri="{FF2B5EF4-FFF2-40B4-BE49-F238E27FC236}">
                <a16:creationId xmlns:a16="http://schemas.microsoft.com/office/drawing/2014/main" id="{4B3CDA7F-646F-4A01-9F2A-965C95B9127A}"/>
              </a:ext>
            </a:extLst>
          </p:cNvPr>
          <p:cNvSpPr txBox="1">
            <a:spLocks noChangeArrowheads="1"/>
          </p:cNvSpPr>
          <p:nvPr/>
        </p:nvSpPr>
        <p:spPr bwMode="auto">
          <a:xfrm>
            <a:off x="1524000" y="21336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Student</a:t>
            </a:r>
          </a:p>
        </p:txBody>
      </p:sp>
      <p:sp>
        <p:nvSpPr>
          <p:cNvPr id="105513" name="Oval 29">
            <a:extLst>
              <a:ext uri="{FF2B5EF4-FFF2-40B4-BE49-F238E27FC236}">
                <a16:creationId xmlns:a16="http://schemas.microsoft.com/office/drawing/2014/main" id="{1D0C780D-9D9D-4956-830A-E3D6DE3F50C6}"/>
              </a:ext>
            </a:extLst>
          </p:cNvPr>
          <p:cNvSpPr>
            <a:spLocks noChangeArrowheads="1"/>
          </p:cNvSpPr>
          <p:nvPr/>
        </p:nvSpPr>
        <p:spPr bwMode="auto">
          <a:xfrm>
            <a:off x="19050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14" name="Oval 30">
            <a:extLst>
              <a:ext uri="{FF2B5EF4-FFF2-40B4-BE49-F238E27FC236}">
                <a16:creationId xmlns:a16="http://schemas.microsoft.com/office/drawing/2014/main" id="{3D2DDDD3-EB9D-450F-ABDD-F1C38BF4EA44}"/>
              </a:ext>
            </a:extLst>
          </p:cNvPr>
          <p:cNvSpPr>
            <a:spLocks noChangeArrowheads="1"/>
          </p:cNvSpPr>
          <p:nvPr/>
        </p:nvSpPr>
        <p:spPr bwMode="auto">
          <a:xfrm>
            <a:off x="3048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15" name="Oval 31">
            <a:extLst>
              <a:ext uri="{FF2B5EF4-FFF2-40B4-BE49-F238E27FC236}">
                <a16:creationId xmlns:a16="http://schemas.microsoft.com/office/drawing/2014/main" id="{47C8A158-9E51-41D5-9A5E-FF14F88C24F9}"/>
              </a:ext>
            </a:extLst>
          </p:cNvPr>
          <p:cNvSpPr>
            <a:spLocks noChangeArrowheads="1"/>
          </p:cNvSpPr>
          <p:nvPr/>
        </p:nvSpPr>
        <p:spPr bwMode="auto">
          <a:xfrm>
            <a:off x="304800" y="28956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16" name="Oval 32">
            <a:extLst>
              <a:ext uri="{FF2B5EF4-FFF2-40B4-BE49-F238E27FC236}">
                <a16:creationId xmlns:a16="http://schemas.microsoft.com/office/drawing/2014/main" id="{C22EB3E2-DA33-4960-A112-12EB10BBCACF}"/>
              </a:ext>
            </a:extLst>
          </p:cNvPr>
          <p:cNvSpPr>
            <a:spLocks noChangeArrowheads="1"/>
          </p:cNvSpPr>
          <p:nvPr/>
        </p:nvSpPr>
        <p:spPr bwMode="auto">
          <a:xfrm>
            <a:off x="2286000" y="29718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17" name="Line 33">
            <a:extLst>
              <a:ext uri="{FF2B5EF4-FFF2-40B4-BE49-F238E27FC236}">
                <a16:creationId xmlns:a16="http://schemas.microsoft.com/office/drawing/2014/main" id="{2E1D09BF-E2E2-4949-BD66-748D9744406E}"/>
              </a:ext>
            </a:extLst>
          </p:cNvPr>
          <p:cNvSpPr>
            <a:spLocks noChangeShapeType="1"/>
          </p:cNvSpPr>
          <p:nvPr/>
        </p:nvSpPr>
        <p:spPr bwMode="auto">
          <a:xfrm>
            <a:off x="914400" y="17526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518" name="Line 34">
            <a:extLst>
              <a:ext uri="{FF2B5EF4-FFF2-40B4-BE49-F238E27FC236}">
                <a16:creationId xmlns:a16="http://schemas.microsoft.com/office/drawing/2014/main" id="{69BE361B-930C-42AF-B1F5-0370DB127CEB}"/>
              </a:ext>
            </a:extLst>
          </p:cNvPr>
          <p:cNvSpPr>
            <a:spLocks noChangeShapeType="1"/>
          </p:cNvSpPr>
          <p:nvPr/>
        </p:nvSpPr>
        <p:spPr bwMode="auto">
          <a:xfrm flipH="1">
            <a:off x="2057400" y="17526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519" name="Line 35">
            <a:extLst>
              <a:ext uri="{FF2B5EF4-FFF2-40B4-BE49-F238E27FC236}">
                <a16:creationId xmlns:a16="http://schemas.microsoft.com/office/drawing/2014/main" id="{F4C8620F-D4AF-40AD-826A-D7A480245E67}"/>
              </a:ext>
            </a:extLst>
          </p:cNvPr>
          <p:cNvSpPr>
            <a:spLocks noChangeShapeType="1"/>
          </p:cNvSpPr>
          <p:nvPr/>
        </p:nvSpPr>
        <p:spPr bwMode="auto">
          <a:xfrm flipH="1" flipV="1">
            <a:off x="2209800" y="25146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520" name="Line 36">
            <a:extLst>
              <a:ext uri="{FF2B5EF4-FFF2-40B4-BE49-F238E27FC236}">
                <a16:creationId xmlns:a16="http://schemas.microsoft.com/office/drawing/2014/main" id="{8EF523C2-74A5-44DC-BFB1-88AC595D015D}"/>
              </a:ext>
            </a:extLst>
          </p:cNvPr>
          <p:cNvSpPr>
            <a:spLocks noChangeShapeType="1"/>
          </p:cNvSpPr>
          <p:nvPr/>
        </p:nvSpPr>
        <p:spPr bwMode="auto">
          <a:xfrm flipV="1">
            <a:off x="1143000" y="25146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521" name="Text Box 37">
            <a:extLst>
              <a:ext uri="{FF2B5EF4-FFF2-40B4-BE49-F238E27FC236}">
                <a16:creationId xmlns:a16="http://schemas.microsoft.com/office/drawing/2014/main" id="{ED37B819-5FC2-4507-8BAC-0A66FB4EBF49}"/>
              </a:ext>
            </a:extLst>
          </p:cNvPr>
          <p:cNvSpPr txBox="1">
            <a:spLocks noChangeArrowheads="1"/>
          </p:cNvSpPr>
          <p:nvPr/>
        </p:nvSpPr>
        <p:spPr bwMode="auto">
          <a:xfrm>
            <a:off x="533400" y="1295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SSID</a:t>
            </a:r>
          </a:p>
        </p:txBody>
      </p:sp>
      <p:sp>
        <p:nvSpPr>
          <p:cNvPr id="105522" name="Text Box 38">
            <a:extLst>
              <a:ext uri="{FF2B5EF4-FFF2-40B4-BE49-F238E27FC236}">
                <a16:creationId xmlns:a16="http://schemas.microsoft.com/office/drawing/2014/main" id="{C23E2E21-E16E-4564-BB63-0E27360E62F7}"/>
              </a:ext>
            </a:extLst>
          </p:cNvPr>
          <p:cNvSpPr txBox="1">
            <a:spLocks noChangeArrowheads="1"/>
          </p:cNvSpPr>
          <p:nvPr/>
        </p:nvSpPr>
        <p:spPr bwMode="auto">
          <a:xfrm>
            <a:off x="2057400" y="12954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105523" name="Text Box 39">
            <a:extLst>
              <a:ext uri="{FF2B5EF4-FFF2-40B4-BE49-F238E27FC236}">
                <a16:creationId xmlns:a16="http://schemas.microsoft.com/office/drawing/2014/main" id="{2466FDCA-0EB5-40D9-84BA-5C9FD905D90E}"/>
              </a:ext>
            </a:extLst>
          </p:cNvPr>
          <p:cNvSpPr txBox="1">
            <a:spLocks noChangeArrowheads="1"/>
          </p:cNvSpPr>
          <p:nvPr/>
        </p:nvSpPr>
        <p:spPr bwMode="auto">
          <a:xfrm>
            <a:off x="457200" y="29718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Major</a:t>
            </a:r>
          </a:p>
        </p:txBody>
      </p:sp>
      <p:sp>
        <p:nvSpPr>
          <p:cNvPr id="105524" name="Text Box 40">
            <a:extLst>
              <a:ext uri="{FF2B5EF4-FFF2-40B4-BE49-F238E27FC236}">
                <a16:creationId xmlns:a16="http://schemas.microsoft.com/office/drawing/2014/main" id="{E9DECB6A-A6F0-4D23-98E0-BAF4777F6680}"/>
              </a:ext>
            </a:extLst>
          </p:cNvPr>
          <p:cNvSpPr txBox="1">
            <a:spLocks noChangeArrowheads="1"/>
          </p:cNvSpPr>
          <p:nvPr/>
        </p:nvSpPr>
        <p:spPr bwMode="auto">
          <a:xfrm>
            <a:off x="2514600" y="30480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GPA</a:t>
            </a:r>
          </a:p>
        </p:txBody>
      </p:sp>
      <p:sp>
        <p:nvSpPr>
          <p:cNvPr id="105525" name="AutoShape 43">
            <a:extLst>
              <a:ext uri="{FF2B5EF4-FFF2-40B4-BE49-F238E27FC236}">
                <a16:creationId xmlns:a16="http://schemas.microsoft.com/office/drawing/2014/main" id="{7A7AA8AE-AC97-41B4-939B-F9C4C9CEE706}"/>
              </a:ext>
            </a:extLst>
          </p:cNvPr>
          <p:cNvSpPr>
            <a:spLocks noChangeArrowheads="1"/>
          </p:cNvSpPr>
          <p:nvPr/>
        </p:nvSpPr>
        <p:spPr bwMode="auto">
          <a:xfrm>
            <a:off x="685800" y="3581400"/>
            <a:ext cx="1905000" cy="11430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26" name="AutoShape 46">
            <a:extLst>
              <a:ext uri="{FF2B5EF4-FFF2-40B4-BE49-F238E27FC236}">
                <a16:creationId xmlns:a16="http://schemas.microsoft.com/office/drawing/2014/main" id="{A414B7AB-93D7-41A1-A316-D5DC31C66C91}"/>
              </a:ext>
            </a:extLst>
          </p:cNvPr>
          <p:cNvSpPr>
            <a:spLocks noChangeArrowheads="1"/>
          </p:cNvSpPr>
          <p:nvPr/>
        </p:nvSpPr>
        <p:spPr bwMode="auto">
          <a:xfrm>
            <a:off x="3733800" y="1905000"/>
            <a:ext cx="1676400" cy="762000"/>
          </a:xfrm>
          <a:prstGeom prst="flowChartDecision">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27" name="Text Box 47">
            <a:extLst>
              <a:ext uri="{FF2B5EF4-FFF2-40B4-BE49-F238E27FC236}">
                <a16:creationId xmlns:a16="http://schemas.microsoft.com/office/drawing/2014/main" id="{8EFB1EDF-3332-4B06-BBE5-653CDA1D554B}"/>
              </a:ext>
            </a:extLst>
          </p:cNvPr>
          <p:cNvSpPr txBox="1">
            <a:spLocks noChangeArrowheads="1"/>
          </p:cNvSpPr>
          <p:nvPr/>
        </p:nvSpPr>
        <p:spPr bwMode="auto">
          <a:xfrm>
            <a:off x="4114800" y="20574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takes</a:t>
            </a:r>
          </a:p>
        </p:txBody>
      </p:sp>
      <p:sp>
        <p:nvSpPr>
          <p:cNvPr id="105528" name="Line 48">
            <a:extLst>
              <a:ext uri="{FF2B5EF4-FFF2-40B4-BE49-F238E27FC236}">
                <a16:creationId xmlns:a16="http://schemas.microsoft.com/office/drawing/2014/main" id="{BED10427-EC54-4852-9522-7047D02C6E34}"/>
              </a:ext>
            </a:extLst>
          </p:cNvPr>
          <p:cNvSpPr>
            <a:spLocks noChangeShapeType="1"/>
          </p:cNvSpPr>
          <p:nvPr/>
        </p:nvSpPr>
        <p:spPr bwMode="auto">
          <a:xfrm>
            <a:off x="2590800" y="2286000"/>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529" name="Rectangle 51">
            <a:extLst>
              <a:ext uri="{FF2B5EF4-FFF2-40B4-BE49-F238E27FC236}">
                <a16:creationId xmlns:a16="http://schemas.microsoft.com/office/drawing/2014/main" id="{28772BB7-8086-437D-829C-53409A0AD314}"/>
              </a:ext>
            </a:extLst>
          </p:cNvPr>
          <p:cNvSpPr>
            <a:spLocks noChangeArrowheads="1"/>
          </p:cNvSpPr>
          <p:nvPr/>
        </p:nvSpPr>
        <p:spPr bwMode="auto">
          <a:xfrm>
            <a:off x="6553200" y="2057400"/>
            <a:ext cx="1143000" cy="4572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30" name="Text Box 52">
            <a:extLst>
              <a:ext uri="{FF2B5EF4-FFF2-40B4-BE49-F238E27FC236}">
                <a16:creationId xmlns:a16="http://schemas.microsoft.com/office/drawing/2014/main" id="{C1053198-700E-4D58-8A6E-127ECC961B17}"/>
              </a:ext>
            </a:extLst>
          </p:cNvPr>
          <p:cNvSpPr txBox="1">
            <a:spLocks noChangeArrowheads="1"/>
          </p:cNvSpPr>
          <p:nvPr/>
        </p:nvSpPr>
        <p:spPr bwMode="auto">
          <a:xfrm>
            <a:off x="6553200" y="21336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Course</a:t>
            </a:r>
          </a:p>
        </p:txBody>
      </p:sp>
      <p:sp>
        <p:nvSpPr>
          <p:cNvPr id="105531" name="Line 53">
            <a:extLst>
              <a:ext uri="{FF2B5EF4-FFF2-40B4-BE49-F238E27FC236}">
                <a16:creationId xmlns:a16="http://schemas.microsoft.com/office/drawing/2014/main" id="{2B66EE4E-84E1-4B8E-8A79-9E110443AD3A}"/>
              </a:ext>
            </a:extLst>
          </p:cNvPr>
          <p:cNvSpPr>
            <a:spLocks noChangeShapeType="1"/>
          </p:cNvSpPr>
          <p:nvPr/>
        </p:nvSpPr>
        <p:spPr bwMode="auto">
          <a:xfrm>
            <a:off x="5410200" y="2286000"/>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532" name="Oval 54">
            <a:extLst>
              <a:ext uri="{FF2B5EF4-FFF2-40B4-BE49-F238E27FC236}">
                <a16:creationId xmlns:a16="http://schemas.microsoft.com/office/drawing/2014/main" id="{F22C1E7D-1B41-4166-96D2-1876CB30CCFA}"/>
              </a:ext>
            </a:extLst>
          </p:cNvPr>
          <p:cNvSpPr>
            <a:spLocks noChangeArrowheads="1"/>
          </p:cNvSpPr>
          <p:nvPr/>
        </p:nvSpPr>
        <p:spPr bwMode="auto">
          <a:xfrm>
            <a:off x="54102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33" name="Text Box 55">
            <a:extLst>
              <a:ext uri="{FF2B5EF4-FFF2-40B4-BE49-F238E27FC236}">
                <a16:creationId xmlns:a16="http://schemas.microsoft.com/office/drawing/2014/main" id="{8E979691-F9C7-45F2-B504-BD4D769B0E7B}"/>
              </a:ext>
            </a:extLst>
          </p:cNvPr>
          <p:cNvSpPr txBox="1">
            <a:spLocks noChangeArrowheads="1"/>
          </p:cNvSpPr>
          <p:nvPr/>
        </p:nvSpPr>
        <p:spPr bwMode="auto">
          <a:xfrm>
            <a:off x="5638800" y="1295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Cid</a:t>
            </a:r>
          </a:p>
        </p:txBody>
      </p:sp>
      <p:sp>
        <p:nvSpPr>
          <p:cNvPr id="105534" name="Oval 58">
            <a:extLst>
              <a:ext uri="{FF2B5EF4-FFF2-40B4-BE49-F238E27FC236}">
                <a16:creationId xmlns:a16="http://schemas.microsoft.com/office/drawing/2014/main" id="{A0F528B0-95C3-4BEF-A81E-4E81F488D9F0}"/>
              </a:ext>
            </a:extLst>
          </p:cNvPr>
          <p:cNvSpPr>
            <a:spLocks noChangeArrowheads="1"/>
          </p:cNvSpPr>
          <p:nvPr/>
        </p:nvSpPr>
        <p:spPr bwMode="auto">
          <a:xfrm>
            <a:off x="73152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35" name="Text Box 59">
            <a:extLst>
              <a:ext uri="{FF2B5EF4-FFF2-40B4-BE49-F238E27FC236}">
                <a16:creationId xmlns:a16="http://schemas.microsoft.com/office/drawing/2014/main" id="{27188EC0-7DBB-416B-9B79-9CF29337F199}"/>
              </a:ext>
            </a:extLst>
          </p:cNvPr>
          <p:cNvSpPr txBox="1">
            <a:spLocks noChangeArrowheads="1"/>
          </p:cNvSpPr>
          <p:nvPr/>
        </p:nvSpPr>
        <p:spPr bwMode="auto">
          <a:xfrm>
            <a:off x="7467600" y="12954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CName</a:t>
            </a:r>
          </a:p>
        </p:txBody>
      </p:sp>
      <p:sp>
        <p:nvSpPr>
          <p:cNvPr id="105536" name="Line 62">
            <a:extLst>
              <a:ext uri="{FF2B5EF4-FFF2-40B4-BE49-F238E27FC236}">
                <a16:creationId xmlns:a16="http://schemas.microsoft.com/office/drawing/2014/main" id="{B18A4064-712C-432E-99E5-2B46B059560F}"/>
              </a:ext>
            </a:extLst>
          </p:cNvPr>
          <p:cNvSpPr>
            <a:spLocks noChangeShapeType="1"/>
          </p:cNvSpPr>
          <p:nvPr/>
        </p:nvSpPr>
        <p:spPr bwMode="auto">
          <a:xfrm>
            <a:off x="6172200" y="1752600"/>
            <a:ext cx="609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537" name="Line 63">
            <a:extLst>
              <a:ext uri="{FF2B5EF4-FFF2-40B4-BE49-F238E27FC236}">
                <a16:creationId xmlns:a16="http://schemas.microsoft.com/office/drawing/2014/main" id="{BECC6577-E075-4342-B142-5A5AE65FF8EA}"/>
              </a:ext>
            </a:extLst>
          </p:cNvPr>
          <p:cNvSpPr>
            <a:spLocks noChangeShapeType="1"/>
          </p:cNvSpPr>
          <p:nvPr/>
        </p:nvSpPr>
        <p:spPr bwMode="auto">
          <a:xfrm flipH="1">
            <a:off x="7239000" y="1752600"/>
            <a:ext cx="457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538" name="AutoShape 65">
            <a:extLst>
              <a:ext uri="{FF2B5EF4-FFF2-40B4-BE49-F238E27FC236}">
                <a16:creationId xmlns:a16="http://schemas.microsoft.com/office/drawing/2014/main" id="{CA3CDFEC-E048-4266-92F9-764B41EA4195}"/>
              </a:ext>
            </a:extLst>
          </p:cNvPr>
          <p:cNvSpPr>
            <a:spLocks noChangeArrowheads="1"/>
          </p:cNvSpPr>
          <p:nvPr/>
        </p:nvSpPr>
        <p:spPr bwMode="auto">
          <a:xfrm>
            <a:off x="6705600" y="3581400"/>
            <a:ext cx="1905000" cy="11430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39" name="Text Box 11">
            <a:extLst>
              <a:ext uri="{FF2B5EF4-FFF2-40B4-BE49-F238E27FC236}">
                <a16:creationId xmlns:a16="http://schemas.microsoft.com/office/drawing/2014/main" id="{9935CD54-1B68-4225-83F4-67101C195FA2}"/>
              </a:ext>
            </a:extLst>
          </p:cNvPr>
          <p:cNvSpPr txBox="1">
            <a:spLocks noChangeArrowheads="1"/>
          </p:cNvSpPr>
          <p:nvPr/>
        </p:nvSpPr>
        <p:spPr bwMode="auto">
          <a:xfrm>
            <a:off x="2667000" y="1828800"/>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sp>
        <p:nvSpPr>
          <p:cNvPr id="105540" name="Text Box 11">
            <a:extLst>
              <a:ext uri="{FF2B5EF4-FFF2-40B4-BE49-F238E27FC236}">
                <a16:creationId xmlns:a16="http://schemas.microsoft.com/office/drawing/2014/main" id="{A5690016-DE41-4100-8A08-2DC3D2EB4108}"/>
              </a:ext>
            </a:extLst>
          </p:cNvPr>
          <p:cNvSpPr txBox="1">
            <a:spLocks noChangeArrowheads="1"/>
          </p:cNvSpPr>
          <p:nvPr/>
        </p:nvSpPr>
        <p:spPr bwMode="auto">
          <a:xfrm>
            <a:off x="6096000" y="1905000"/>
            <a:ext cx="47466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graphicFrame>
        <p:nvGraphicFramePr>
          <p:cNvPr id="35" name="Group 118">
            <a:extLst>
              <a:ext uri="{FF2B5EF4-FFF2-40B4-BE49-F238E27FC236}">
                <a16:creationId xmlns:a16="http://schemas.microsoft.com/office/drawing/2014/main" id="{E9118B9B-FC32-4029-9E84-A9CC8D4031C1}"/>
              </a:ext>
            </a:extLst>
          </p:cNvPr>
          <p:cNvGraphicFramePr>
            <a:graphicFrameLocks/>
          </p:cNvGraphicFramePr>
          <p:nvPr/>
        </p:nvGraphicFramePr>
        <p:xfrm>
          <a:off x="3505200" y="5105400"/>
          <a:ext cx="2971800" cy="1062038"/>
        </p:xfrm>
        <a:graphic>
          <a:graphicData uri="http://schemas.openxmlformats.org/drawingml/2006/table">
            <a:tbl>
              <a:tblPr/>
              <a:tblGrid>
                <a:gridCol w="990600">
                  <a:extLst>
                    <a:ext uri="{9D8B030D-6E8A-4147-A177-3AD203B41FA5}">
                      <a16:colId xmlns:a16="http://schemas.microsoft.com/office/drawing/2014/main" val="20000"/>
                    </a:ext>
                  </a:extLst>
                </a:gridCol>
                <a:gridCol w="7620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048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sng" strike="noStrike" cap="none" normalizeH="0" baseline="0" dirty="0">
                          <a:ln>
                            <a:noFill/>
                          </a:ln>
                          <a:solidFill>
                            <a:schemeClr val="tx1"/>
                          </a:solidFill>
                          <a:effectLst/>
                          <a:latin typeface="Arial" charset="0"/>
                          <a:ea typeface="新細明體" pitchFamily="18" charset="-120"/>
                        </a:rPr>
                        <a:t>SID</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sng" strike="noStrike" cap="none" normalizeH="0" baseline="0" dirty="0">
                          <a:ln>
                            <a:noFill/>
                          </a:ln>
                          <a:solidFill>
                            <a:schemeClr val="tx1"/>
                          </a:solidFill>
                          <a:effectLst/>
                          <a:latin typeface="Arial" charset="0"/>
                          <a:ea typeface="新細明體" pitchFamily="18" charset="-120"/>
                        </a:rPr>
                        <a:t>Cid</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Date</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83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1234</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C1</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15/01/2009</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4523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1234</a:t>
                      </a:r>
                    </a:p>
                  </a:txBody>
                  <a:tcPr marT="45726" marB="45726"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C2</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1400" b="0" i="0" u="none" strike="noStrike" cap="none" normalizeH="0" baseline="0" dirty="0">
                          <a:ln>
                            <a:noFill/>
                          </a:ln>
                          <a:solidFill>
                            <a:schemeClr val="tx1"/>
                          </a:solidFill>
                          <a:effectLst/>
                          <a:latin typeface="Arial" charset="0"/>
                          <a:ea typeface="新細明體" pitchFamily="18" charset="-120"/>
                        </a:rPr>
                        <a:t>20/12/2010</a:t>
                      </a:r>
                    </a:p>
                  </a:txBody>
                  <a:tcPr marT="45726" marB="4572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5559" name="AutoShape 43">
            <a:extLst>
              <a:ext uri="{FF2B5EF4-FFF2-40B4-BE49-F238E27FC236}">
                <a16:creationId xmlns:a16="http://schemas.microsoft.com/office/drawing/2014/main" id="{AE267AE4-2A44-4F85-9C01-D72B98BA2A6A}"/>
              </a:ext>
            </a:extLst>
          </p:cNvPr>
          <p:cNvSpPr>
            <a:spLocks noChangeArrowheads="1"/>
          </p:cNvSpPr>
          <p:nvPr/>
        </p:nvSpPr>
        <p:spPr bwMode="auto">
          <a:xfrm>
            <a:off x="3733800" y="3733800"/>
            <a:ext cx="1905000" cy="1143000"/>
          </a:xfrm>
          <a:prstGeom prst="down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60" name="Oval 29">
            <a:extLst>
              <a:ext uri="{FF2B5EF4-FFF2-40B4-BE49-F238E27FC236}">
                <a16:creationId xmlns:a16="http://schemas.microsoft.com/office/drawing/2014/main" id="{0756E250-060B-40CC-A00D-283A2FE4F4A9}"/>
              </a:ext>
            </a:extLst>
          </p:cNvPr>
          <p:cNvSpPr>
            <a:spLocks noChangeArrowheads="1"/>
          </p:cNvSpPr>
          <p:nvPr/>
        </p:nvSpPr>
        <p:spPr bwMode="auto">
          <a:xfrm>
            <a:off x="4191000" y="10668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5561" name="Line 34">
            <a:extLst>
              <a:ext uri="{FF2B5EF4-FFF2-40B4-BE49-F238E27FC236}">
                <a16:creationId xmlns:a16="http://schemas.microsoft.com/office/drawing/2014/main" id="{C9833C5E-BB0D-43A9-B33C-0C3B8FE72786}"/>
              </a:ext>
            </a:extLst>
          </p:cNvPr>
          <p:cNvSpPr>
            <a:spLocks noChangeShapeType="1"/>
          </p:cNvSpPr>
          <p:nvPr/>
        </p:nvSpPr>
        <p:spPr bwMode="auto">
          <a:xfrm flipH="1">
            <a:off x="4572000" y="16002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5562" name="Text Box 38">
            <a:extLst>
              <a:ext uri="{FF2B5EF4-FFF2-40B4-BE49-F238E27FC236}">
                <a16:creationId xmlns:a16="http://schemas.microsoft.com/office/drawing/2014/main" id="{DF0C6758-A0DB-4211-8D0D-5211860DB26D}"/>
              </a:ext>
            </a:extLst>
          </p:cNvPr>
          <p:cNvSpPr txBox="1">
            <a:spLocks noChangeArrowheads="1"/>
          </p:cNvSpPr>
          <p:nvPr/>
        </p:nvSpPr>
        <p:spPr bwMode="auto">
          <a:xfrm>
            <a:off x="4343400" y="11430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Date</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8FC7C621-8D40-4ECE-AA6D-8E29103E30C9}"/>
                  </a:ext>
                </a:extLst>
              </p14:cNvPr>
              <p14:cNvContentPartPr/>
              <p14:nvPr/>
            </p14:nvContentPartPr>
            <p14:xfrm>
              <a:off x="4310280" y="4248000"/>
              <a:ext cx="360" cy="360"/>
            </p14:xfrm>
          </p:contentPart>
        </mc:Choice>
        <mc:Fallback>
          <p:pic>
            <p:nvPicPr>
              <p:cNvPr id="2" name="Ink 1">
                <a:extLst>
                  <a:ext uri="{FF2B5EF4-FFF2-40B4-BE49-F238E27FC236}">
                    <a16:creationId xmlns:a16="http://schemas.microsoft.com/office/drawing/2014/main" id="{8FC7C621-8D40-4ECE-AA6D-8E29103E30C9}"/>
                  </a:ext>
                </a:extLst>
              </p:cNvPr>
              <p:cNvPicPr/>
              <p:nvPr/>
            </p:nvPicPr>
            <p:blipFill>
              <a:blip r:embed="rId3"/>
              <a:stretch>
                <a:fillRect/>
              </a:stretch>
            </p:blipFill>
            <p:spPr>
              <a:xfrm>
                <a:off x="4300920" y="4238640"/>
                <a:ext cx="19080" cy="19080"/>
              </a:xfrm>
              <a:prstGeom prst="rect">
                <a:avLst/>
              </a:prstGeom>
            </p:spPr>
          </p:pic>
        </mc:Fallback>
      </mc:AlternateContent>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33CA58DA-E6AB-4249-843E-94F33838E60F}"/>
              </a:ext>
            </a:extLst>
          </p:cNvPr>
          <p:cNvSpPr>
            <a:spLocks noGrp="1" noChangeArrowheads="1"/>
          </p:cNvSpPr>
          <p:nvPr>
            <p:ph type="title"/>
          </p:nvPr>
        </p:nvSpPr>
        <p:spPr/>
        <p:txBody>
          <a:bodyPr/>
          <a:lstStyle/>
          <a:p>
            <a:pPr eaLnBrk="1" hangingPunct="1"/>
            <a:r>
              <a:rPr lang="en-US" altLang="zh-TW">
                <a:solidFill>
                  <a:srgbClr val="0000FF"/>
                </a:solidFill>
              </a:rPr>
              <a:t>Representing Composite Attribute</a:t>
            </a:r>
          </a:p>
        </p:txBody>
      </p:sp>
      <p:sp>
        <p:nvSpPr>
          <p:cNvPr id="106499" name="Rectangle 3">
            <a:extLst>
              <a:ext uri="{FF2B5EF4-FFF2-40B4-BE49-F238E27FC236}">
                <a16:creationId xmlns:a16="http://schemas.microsoft.com/office/drawing/2014/main" id="{5C110661-8AF5-4CC7-9E8F-A40E1E1E3B5F}"/>
              </a:ext>
            </a:extLst>
          </p:cNvPr>
          <p:cNvSpPr>
            <a:spLocks noGrp="1" noChangeArrowheads="1"/>
          </p:cNvSpPr>
          <p:nvPr>
            <p:ph sz="quarter" idx="1"/>
          </p:nvPr>
        </p:nvSpPr>
        <p:spPr>
          <a:xfrm>
            <a:off x="457200" y="1524000"/>
            <a:ext cx="8229600" cy="1371600"/>
          </a:xfrm>
        </p:spPr>
        <p:txBody>
          <a:bodyPr/>
          <a:lstStyle/>
          <a:p>
            <a:pPr eaLnBrk="1" hangingPunct="1"/>
            <a:r>
              <a:rPr lang="en-US" altLang="zh-TW" sz="2800"/>
              <a:t>One column for each component attribute</a:t>
            </a:r>
          </a:p>
          <a:p>
            <a:pPr eaLnBrk="1" hangingPunct="1"/>
            <a:r>
              <a:rPr lang="en-US" altLang="zh-TW" sz="2800"/>
              <a:t>NO column for the composite attribute itself</a:t>
            </a:r>
          </a:p>
          <a:p>
            <a:pPr eaLnBrk="1" hangingPunct="1"/>
            <a:endParaRPr lang="en-US" altLang="zh-TW" sz="2800"/>
          </a:p>
        </p:txBody>
      </p:sp>
      <p:sp>
        <p:nvSpPr>
          <p:cNvPr id="106500" name="Rectangle 4">
            <a:extLst>
              <a:ext uri="{FF2B5EF4-FFF2-40B4-BE49-F238E27FC236}">
                <a16:creationId xmlns:a16="http://schemas.microsoft.com/office/drawing/2014/main" id="{6B2DD86E-A986-4758-A59F-44656C87CE3D}"/>
              </a:ext>
            </a:extLst>
          </p:cNvPr>
          <p:cNvSpPr>
            <a:spLocks noChangeArrowheads="1"/>
          </p:cNvSpPr>
          <p:nvPr/>
        </p:nvSpPr>
        <p:spPr bwMode="auto">
          <a:xfrm>
            <a:off x="914400" y="3733800"/>
            <a:ext cx="1143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6501" name="Text Box 5">
            <a:extLst>
              <a:ext uri="{FF2B5EF4-FFF2-40B4-BE49-F238E27FC236}">
                <a16:creationId xmlns:a16="http://schemas.microsoft.com/office/drawing/2014/main" id="{62682979-C6DA-40D9-9CCE-B028BEECB9E5}"/>
              </a:ext>
            </a:extLst>
          </p:cNvPr>
          <p:cNvSpPr txBox="1">
            <a:spLocks noChangeArrowheads="1"/>
          </p:cNvSpPr>
          <p:nvPr/>
        </p:nvSpPr>
        <p:spPr bwMode="auto">
          <a:xfrm>
            <a:off x="914400" y="38100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Instructor</a:t>
            </a:r>
          </a:p>
        </p:txBody>
      </p:sp>
      <p:sp>
        <p:nvSpPr>
          <p:cNvPr id="106502" name="Oval 7">
            <a:extLst>
              <a:ext uri="{FF2B5EF4-FFF2-40B4-BE49-F238E27FC236}">
                <a16:creationId xmlns:a16="http://schemas.microsoft.com/office/drawing/2014/main" id="{C4CE4C74-91E1-47A3-8A68-1A34E4254080}"/>
              </a:ext>
            </a:extLst>
          </p:cNvPr>
          <p:cNvSpPr>
            <a:spLocks noChangeArrowheads="1"/>
          </p:cNvSpPr>
          <p:nvPr/>
        </p:nvSpPr>
        <p:spPr bwMode="auto">
          <a:xfrm>
            <a:off x="533400" y="28956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6503" name="Text Box 8">
            <a:extLst>
              <a:ext uri="{FF2B5EF4-FFF2-40B4-BE49-F238E27FC236}">
                <a16:creationId xmlns:a16="http://schemas.microsoft.com/office/drawing/2014/main" id="{B8FE4F66-46AB-4083-95BA-D33565257D97}"/>
              </a:ext>
            </a:extLst>
          </p:cNvPr>
          <p:cNvSpPr txBox="1">
            <a:spLocks noChangeArrowheads="1"/>
          </p:cNvSpPr>
          <p:nvPr/>
        </p:nvSpPr>
        <p:spPr bwMode="auto">
          <a:xfrm>
            <a:off x="685800" y="29718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ISSN</a:t>
            </a:r>
          </a:p>
        </p:txBody>
      </p:sp>
      <p:sp>
        <p:nvSpPr>
          <p:cNvPr id="106504" name="Oval 9">
            <a:extLst>
              <a:ext uri="{FF2B5EF4-FFF2-40B4-BE49-F238E27FC236}">
                <a16:creationId xmlns:a16="http://schemas.microsoft.com/office/drawing/2014/main" id="{2365E90E-C472-4ED0-B9E6-90159B94ADA7}"/>
              </a:ext>
            </a:extLst>
          </p:cNvPr>
          <p:cNvSpPr>
            <a:spLocks noChangeArrowheads="1"/>
          </p:cNvSpPr>
          <p:nvPr/>
        </p:nvSpPr>
        <p:spPr bwMode="auto">
          <a:xfrm>
            <a:off x="1828800" y="28956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6505" name="Text Box 10">
            <a:extLst>
              <a:ext uri="{FF2B5EF4-FFF2-40B4-BE49-F238E27FC236}">
                <a16:creationId xmlns:a16="http://schemas.microsoft.com/office/drawing/2014/main" id="{006045DB-6490-40F0-BB5E-8538F9D176CF}"/>
              </a:ext>
            </a:extLst>
          </p:cNvPr>
          <p:cNvSpPr txBox="1">
            <a:spLocks noChangeArrowheads="1"/>
          </p:cNvSpPr>
          <p:nvPr/>
        </p:nvSpPr>
        <p:spPr bwMode="auto">
          <a:xfrm>
            <a:off x="1981200" y="29718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106506" name="Oval 11">
            <a:extLst>
              <a:ext uri="{FF2B5EF4-FFF2-40B4-BE49-F238E27FC236}">
                <a16:creationId xmlns:a16="http://schemas.microsoft.com/office/drawing/2014/main" id="{85C9AED9-94A9-41CC-AF1F-C57AAD143D8E}"/>
              </a:ext>
            </a:extLst>
          </p:cNvPr>
          <p:cNvSpPr>
            <a:spLocks noChangeArrowheads="1"/>
          </p:cNvSpPr>
          <p:nvPr/>
        </p:nvSpPr>
        <p:spPr bwMode="auto">
          <a:xfrm>
            <a:off x="1981200" y="44958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6507" name="Text Box 12">
            <a:extLst>
              <a:ext uri="{FF2B5EF4-FFF2-40B4-BE49-F238E27FC236}">
                <a16:creationId xmlns:a16="http://schemas.microsoft.com/office/drawing/2014/main" id="{7686376B-21F3-44F6-9EB1-4392D66C7FE4}"/>
              </a:ext>
            </a:extLst>
          </p:cNvPr>
          <p:cNvSpPr txBox="1">
            <a:spLocks noChangeArrowheads="1"/>
          </p:cNvSpPr>
          <p:nvPr/>
        </p:nvSpPr>
        <p:spPr bwMode="auto">
          <a:xfrm>
            <a:off x="1981200" y="4572000"/>
            <a:ext cx="1066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Address</a:t>
            </a:r>
          </a:p>
        </p:txBody>
      </p:sp>
      <p:sp>
        <p:nvSpPr>
          <p:cNvPr id="106508" name="Line 15">
            <a:extLst>
              <a:ext uri="{FF2B5EF4-FFF2-40B4-BE49-F238E27FC236}">
                <a16:creationId xmlns:a16="http://schemas.microsoft.com/office/drawing/2014/main" id="{59FE6A0D-3E95-418A-96E8-009F80ECC040}"/>
              </a:ext>
            </a:extLst>
          </p:cNvPr>
          <p:cNvSpPr>
            <a:spLocks noChangeShapeType="1"/>
          </p:cNvSpPr>
          <p:nvPr/>
        </p:nvSpPr>
        <p:spPr bwMode="auto">
          <a:xfrm flipH="1" flipV="1">
            <a:off x="1828800" y="4191000"/>
            <a:ext cx="457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graphicFrame>
        <p:nvGraphicFramePr>
          <p:cNvPr id="27697" name="Group 49">
            <a:extLst>
              <a:ext uri="{FF2B5EF4-FFF2-40B4-BE49-F238E27FC236}">
                <a16:creationId xmlns:a16="http://schemas.microsoft.com/office/drawing/2014/main" id="{D9AC4542-9776-4DA9-8679-3D75F4C68F09}"/>
              </a:ext>
            </a:extLst>
          </p:cNvPr>
          <p:cNvGraphicFramePr>
            <a:graphicFrameLocks noGrp="1"/>
          </p:cNvGraphicFramePr>
          <p:nvPr/>
        </p:nvGraphicFramePr>
        <p:xfrm>
          <a:off x="3733800" y="3429000"/>
          <a:ext cx="5181600" cy="1189038"/>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gridCol w="1295400">
                  <a:extLst>
                    <a:ext uri="{9D8B030D-6E8A-4147-A177-3AD203B41FA5}">
                      <a16:colId xmlns:a16="http://schemas.microsoft.com/office/drawing/2014/main" val="20003"/>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dirty="0">
                          <a:ln>
                            <a:noFill/>
                          </a:ln>
                          <a:solidFill>
                            <a:schemeClr val="tx1"/>
                          </a:solidFill>
                          <a:effectLst/>
                          <a:latin typeface="Arial" charset="0"/>
                          <a:ea typeface="新細明體" pitchFamily="18" charset="-120"/>
                        </a:rPr>
                        <a:t>ISSN</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Name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Street</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City</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99</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Dr. Smith</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50 1</a:t>
                      </a:r>
                      <a:r>
                        <a:rPr kumimoji="1" lang="en-US" altLang="zh-TW" sz="2000" b="0" i="0" u="none" strike="noStrike" cap="none" normalizeH="0" baseline="30000">
                          <a:ln>
                            <a:noFill/>
                          </a:ln>
                          <a:solidFill>
                            <a:schemeClr val="tx1"/>
                          </a:solidFill>
                          <a:effectLst/>
                          <a:latin typeface="Arial" charset="0"/>
                          <a:ea typeface="新細明體" pitchFamily="18" charset="-120"/>
                        </a:rPr>
                        <a:t>st</a:t>
                      </a:r>
                      <a:r>
                        <a:rPr kumimoji="1" lang="en-US" altLang="zh-TW" sz="2000" b="0" i="0" u="none" strike="noStrike" cap="none" normalizeH="0" baseline="0">
                          <a:ln>
                            <a:noFill/>
                          </a:ln>
                          <a:solidFill>
                            <a:schemeClr val="tx1"/>
                          </a:solidFill>
                          <a:effectLst/>
                          <a:latin typeface="Arial" charset="0"/>
                          <a:ea typeface="新細明體" pitchFamily="18" charset="-120"/>
                        </a:rPr>
                        <a:t> St.</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Fake City</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88</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Dr. Lee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1 B St.</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San Jose</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06531" name="Line 35">
            <a:extLst>
              <a:ext uri="{FF2B5EF4-FFF2-40B4-BE49-F238E27FC236}">
                <a16:creationId xmlns:a16="http://schemas.microsoft.com/office/drawing/2014/main" id="{158BC408-C581-480F-B649-38FF2D28B0CD}"/>
              </a:ext>
            </a:extLst>
          </p:cNvPr>
          <p:cNvSpPr>
            <a:spLocks noChangeShapeType="1"/>
          </p:cNvSpPr>
          <p:nvPr/>
        </p:nvSpPr>
        <p:spPr bwMode="auto">
          <a:xfrm>
            <a:off x="1143000" y="3429000"/>
            <a:ext cx="152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6532" name="Line 36">
            <a:extLst>
              <a:ext uri="{FF2B5EF4-FFF2-40B4-BE49-F238E27FC236}">
                <a16:creationId xmlns:a16="http://schemas.microsoft.com/office/drawing/2014/main" id="{1CF88310-0854-4A48-B33B-1743BA34D593}"/>
              </a:ext>
            </a:extLst>
          </p:cNvPr>
          <p:cNvSpPr>
            <a:spLocks noChangeShapeType="1"/>
          </p:cNvSpPr>
          <p:nvPr/>
        </p:nvSpPr>
        <p:spPr bwMode="auto">
          <a:xfrm flipH="1">
            <a:off x="1752600" y="3429000"/>
            <a:ext cx="5334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6533" name="Oval 37">
            <a:extLst>
              <a:ext uri="{FF2B5EF4-FFF2-40B4-BE49-F238E27FC236}">
                <a16:creationId xmlns:a16="http://schemas.microsoft.com/office/drawing/2014/main" id="{C0C8E94C-E69B-491D-872C-C744414B025B}"/>
              </a:ext>
            </a:extLst>
          </p:cNvPr>
          <p:cNvSpPr>
            <a:spLocks noChangeArrowheads="1"/>
          </p:cNvSpPr>
          <p:nvPr/>
        </p:nvSpPr>
        <p:spPr bwMode="auto">
          <a:xfrm>
            <a:off x="533400" y="54102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6534" name="Text Box 38">
            <a:extLst>
              <a:ext uri="{FF2B5EF4-FFF2-40B4-BE49-F238E27FC236}">
                <a16:creationId xmlns:a16="http://schemas.microsoft.com/office/drawing/2014/main" id="{1B53F173-DC23-4FD1-B728-DE0CAA66AB75}"/>
              </a:ext>
            </a:extLst>
          </p:cNvPr>
          <p:cNvSpPr txBox="1">
            <a:spLocks noChangeArrowheads="1"/>
          </p:cNvSpPr>
          <p:nvPr/>
        </p:nvSpPr>
        <p:spPr bwMode="auto">
          <a:xfrm>
            <a:off x="685800" y="54864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Street</a:t>
            </a:r>
          </a:p>
        </p:txBody>
      </p:sp>
      <p:sp>
        <p:nvSpPr>
          <p:cNvPr id="106535" name="Oval 39">
            <a:extLst>
              <a:ext uri="{FF2B5EF4-FFF2-40B4-BE49-F238E27FC236}">
                <a16:creationId xmlns:a16="http://schemas.microsoft.com/office/drawing/2014/main" id="{F5F3F12C-1D1F-4F6D-9351-6235F018E8A5}"/>
              </a:ext>
            </a:extLst>
          </p:cNvPr>
          <p:cNvSpPr>
            <a:spLocks noChangeArrowheads="1"/>
          </p:cNvSpPr>
          <p:nvPr/>
        </p:nvSpPr>
        <p:spPr bwMode="auto">
          <a:xfrm>
            <a:off x="2438400" y="54102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6536" name="Text Box 40">
            <a:extLst>
              <a:ext uri="{FF2B5EF4-FFF2-40B4-BE49-F238E27FC236}">
                <a16:creationId xmlns:a16="http://schemas.microsoft.com/office/drawing/2014/main" id="{D7C6A7BB-CCE1-46C2-8061-33C32DB3FA42}"/>
              </a:ext>
            </a:extLst>
          </p:cNvPr>
          <p:cNvSpPr txBox="1">
            <a:spLocks noChangeArrowheads="1"/>
          </p:cNvSpPr>
          <p:nvPr/>
        </p:nvSpPr>
        <p:spPr bwMode="auto">
          <a:xfrm>
            <a:off x="2590800" y="5486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City</a:t>
            </a:r>
          </a:p>
        </p:txBody>
      </p:sp>
      <p:sp>
        <p:nvSpPr>
          <p:cNvPr id="106537" name="Line 41">
            <a:extLst>
              <a:ext uri="{FF2B5EF4-FFF2-40B4-BE49-F238E27FC236}">
                <a16:creationId xmlns:a16="http://schemas.microsoft.com/office/drawing/2014/main" id="{EAEB8A48-A0AB-4641-BD88-9A5416C064DF}"/>
              </a:ext>
            </a:extLst>
          </p:cNvPr>
          <p:cNvSpPr>
            <a:spLocks noChangeShapeType="1"/>
          </p:cNvSpPr>
          <p:nvPr/>
        </p:nvSpPr>
        <p:spPr bwMode="auto">
          <a:xfrm flipH="1">
            <a:off x="1219200" y="5029200"/>
            <a:ext cx="9906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6538" name="Line 42">
            <a:extLst>
              <a:ext uri="{FF2B5EF4-FFF2-40B4-BE49-F238E27FC236}">
                <a16:creationId xmlns:a16="http://schemas.microsoft.com/office/drawing/2014/main" id="{720DBE8A-6D24-4CA4-9BFF-B1B4048DE346}"/>
              </a:ext>
            </a:extLst>
          </p:cNvPr>
          <p:cNvSpPr>
            <a:spLocks noChangeShapeType="1"/>
          </p:cNvSpPr>
          <p:nvPr/>
        </p:nvSpPr>
        <p:spPr bwMode="auto">
          <a:xfrm>
            <a:off x="2743200" y="5029200"/>
            <a:ext cx="76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6539" name="AutoShape 50">
            <a:extLst>
              <a:ext uri="{FF2B5EF4-FFF2-40B4-BE49-F238E27FC236}">
                <a16:creationId xmlns:a16="http://schemas.microsoft.com/office/drawing/2014/main" id="{7E514288-7502-45FA-9CBA-DB5C95DD65E3}"/>
              </a:ext>
            </a:extLst>
          </p:cNvPr>
          <p:cNvSpPr>
            <a:spLocks noChangeArrowheads="1"/>
          </p:cNvSpPr>
          <p:nvPr/>
        </p:nvSpPr>
        <p:spPr bwMode="auto">
          <a:xfrm>
            <a:off x="2743200" y="3733800"/>
            <a:ext cx="685800" cy="457200"/>
          </a:xfrm>
          <a:prstGeom prst="rightArrow">
            <a:avLst>
              <a:gd name="adj1" fmla="val 50000"/>
              <a:gd name="adj2" fmla="val 375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F9B12F48-BD73-4C1B-BDCE-4E0A27A499E8}"/>
                  </a:ext>
                </a:extLst>
              </p14:cNvPr>
              <p14:cNvContentPartPr/>
              <p14:nvPr/>
            </p14:nvContentPartPr>
            <p14:xfrm>
              <a:off x="999000" y="4545360"/>
              <a:ext cx="2298600" cy="1299600"/>
            </p14:xfrm>
          </p:contentPart>
        </mc:Choice>
        <mc:Fallback>
          <p:pic>
            <p:nvPicPr>
              <p:cNvPr id="2" name="Ink 1">
                <a:extLst>
                  <a:ext uri="{FF2B5EF4-FFF2-40B4-BE49-F238E27FC236}">
                    <a16:creationId xmlns:a16="http://schemas.microsoft.com/office/drawing/2014/main" id="{F9B12F48-BD73-4C1B-BDCE-4E0A27A499E8}"/>
                  </a:ext>
                </a:extLst>
              </p:cNvPr>
              <p:cNvPicPr/>
              <p:nvPr/>
            </p:nvPicPr>
            <p:blipFill>
              <a:blip r:embed="rId3"/>
              <a:stretch>
                <a:fillRect/>
              </a:stretch>
            </p:blipFill>
            <p:spPr>
              <a:xfrm>
                <a:off x="989640" y="4536000"/>
                <a:ext cx="2317320" cy="1318320"/>
              </a:xfrm>
              <a:prstGeom prst="rect">
                <a:avLst/>
              </a:prstGeom>
            </p:spPr>
          </p:pic>
        </mc:Fallback>
      </mc:AlternateContent>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E1A81B16-FD63-451A-A272-F1852A3AB448}"/>
              </a:ext>
            </a:extLst>
          </p:cNvPr>
          <p:cNvSpPr>
            <a:spLocks noGrp="1" noChangeArrowheads="1"/>
          </p:cNvSpPr>
          <p:nvPr>
            <p:ph type="title"/>
          </p:nvPr>
        </p:nvSpPr>
        <p:spPr/>
        <p:txBody>
          <a:bodyPr/>
          <a:lstStyle/>
          <a:p>
            <a:pPr eaLnBrk="1" hangingPunct="1"/>
            <a:r>
              <a:rPr lang="en-US" altLang="zh-TW">
                <a:solidFill>
                  <a:srgbClr val="0000FF"/>
                </a:solidFill>
              </a:rPr>
              <a:t>Representing Multivalued Attribute</a:t>
            </a:r>
          </a:p>
        </p:txBody>
      </p:sp>
      <p:sp>
        <p:nvSpPr>
          <p:cNvPr id="107523" name="Rectangle 3">
            <a:extLst>
              <a:ext uri="{FF2B5EF4-FFF2-40B4-BE49-F238E27FC236}">
                <a16:creationId xmlns:a16="http://schemas.microsoft.com/office/drawing/2014/main" id="{06DEBE88-173E-4DB5-BCB1-760C3144804C}"/>
              </a:ext>
            </a:extLst>
          </p:cNvPr>
          <p:cNvSpPr>
            <a:spLocks noGrp="1" noChangeArrowheads="1"/>
          </p:cNvSpPr>
          <p:nvPr>
            <p:ph sz="quarter" idx="1"/>
          </p:nvPr>
        </p:nvSpPr>
        <p:spPr>
          <a:xfrm>
            <a:off x="381000" y="1600200"/>
            <a:ext cx="8229600" cy="4937125"/>
          </a:xfrm>
        </p:spPr>
        <p:txBody>
          <a:bodyPr/>
          <a:lstStyle/>
          <a:p>
            <a:pPr eaLnBrk="1" hangingPunct="1"/>
            <a:r>
              <a:rPr lang="en-US" altLang="zh-TW" sz="2800"/>
              <a:t>For each multivalue attribute in an entity set/relationship set</a:t>
            </a:r>
          </a:p>
          <a:p>
            <a:pPr lvl="1" eaLnBrk="1" hangingPunct="1"/>
            <a:r>
              <a:rPr lang="en-US" altLang="zh-TW"/>
              <a:t>Build a new relation schema with two columns</a:t>
            </a:r>
          </a:p>
          <a:p>
            <a:pPr lvl="1" eaLnBrk="1" hangingPunct="1"/>
            <a:r>
              <a:rPr lang="en-US" altLang="zh-TW"/>
              <a:t>One column for the primary keys of the entity set/relationship set that has the multivalue attribute</a:t>
            </a:r>
          </a:p>
          <a:p>
            <a:pPr lvl="1" eaLnBrk="1" hangingPunct="1"/>
            <a:r>
              <a:rPr lang="en-US" altLang="zh-TW"/>
              <a:t>Another column for the multivalue attributes.  Each cell of this column holds only one value.  So each value is represented as an unique tuple </a:t>
            </a:r>
          </a:p>
          <a:p>
            <a:pPr lvl="1" eaLnBrk="1" hangingPunct="1"/>
            <a:r>
              <a:rPr lang="en-US" altLang="zh-TW"/>
              <a:t>Primary key for this schema is the union of all attributes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BBF3D661-9202-4F5D-A91C-4A392952B3DC}"/>
              </a:ext>
            </a:extLst>
          </p:cNvPr>
          <p:cNvSpPr>
            <a:spLocks noGrp="1" noChangeArrowheads="1"/>
          </p:cNvSpPr>
          <p:nvPr>
            <p:ph type="title"/>
          </p:nvPr>
        </p:nvSpPr>
        <p:spPr>
          <a:xfrm>
            <a:off x="457200" y="152400"/>
            <a:ext cx="8229600" cy="914400"/>
          </a:xfrm>
        </p:spPr>
        <p:txBody>
          <a:bodyPr/>
          <a:lstStyle/>
          <a:p>
            <a:pPr eaLnBrk="1" hangingPunct="1"/>
            <a:r>
              <a:rPr lang="en-US" altLang="zh-TW">
                <a:solidFill>
                  <a:srgbClr val="0000FF"/>
                </a:solidFill>
              </a:rPr>
              <a:t>Example – Multivalued attribute</a:t>
            </a:r>
          </a:p>
        </p:txBody>
      </p:sp>
      <p:graphicFrame>
        <p:nvGraphicFramePr>
          <p:cNvPr id="29791" name="Group 95">
            <a:extLst>
              <a:ext uri="{FF2B5EF4-FFF2-40B4-BE49-F238E27FC236}">
                <a16:creationId xmlns:a16="http://schemas.microsoft.com/office/drawing/2014/main" id="{B7BA14CF-663F-43E0-AD32-F06BE54699AB}"/>
              </a:ext>
            </a:extLst>
          </p:cNvPr>
          <p:cNvGraphicFramePr>
            <a:graphicFrameLocks noGrp="1"/>
          </p:cNvGraphicFramePr>
          <p:nvPr>
            <p:ph sz="quarter" idx="1"/>
          </p:nvPr>
        </p:nvGraphicFramePr>
        <p:xfrm>
          <a:off x="152400" y="5029200"/>
          <a:ext cx="3886200" cy="1189038"/>
        </p:xfrm>
        <a:graphic>
          <a:graphicData uri="http://schemas.openxmlformats.org/drawingml/2006/table">
            <a:tbl>
              <a:tblPr/>
              <a:tblGrid>
                <a:gridCol w="971550">
                  <a:extLst>
                    <a:ext uri="{9D8B030D-6E8A-4147-A177-3AD203B41FA5}">
                      <a16:colId xmlns:a16="http://schemas.microsoft.com/office/drawing/2014/main" val="20000"/>
                    </a:ext>
                  </a:extLst>
                </a:gridCol>
                <a:gridCol w="1085850">
                  <a:extLst>
                    <a:ext uri="{9D8B030D-6E8A-4147-A177-3AD203B41FA5}">
                      <a16:colId xmlns:a16="http://schemas.microsoft.com/office/drawing/2014/main" val="20001"/>
                    </a:ext>
                  </a:extLst>
                </a:gridCol>
                <a:gridCol w="857250">
                  <a:extLst>
                    <a:ext uri="{9D8B030D-6E8A-4147-A177-3AD203B41FA5}">
                      <a16:colId xmlns:a16="http://schemas.microsoft.com/office/drawing/2014/main" val="20002"/>
                    </a:ext>
                  </a:extLst>
                </a:gridCol>
                <a:gridCol w="971550">
                  <a:extLst>
                    <a:ext uri="{9D8B030D-6E8A-4147-A177-3AD203B41FA5}">
                      <a16:colId xmlns:a16="http://schemas.microsoft.com/office/drawing/2014/main" val="20003"/>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dirty="0">
                          <a:ln>
                            <a:noFill/>
                          </a:ln>
                          <a:solidFill>
                            <a:schemeClr val="tx1"/>
                          </a:solidFill>
                          <a:effectLst/>
                          <a:latin typeface="Arial" charset="0"/>
                          <a:ea typeface="新細明體" pitchFamily="18" charset="-120"/>
                        </a:rPr>
                        <a:t>ISSID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Name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Major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GPA</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12</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Joan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CS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2.8</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56</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Martha</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EE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3.6</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29789" name="Group 93">
            <a:extLst>
              <a:ext uri="{FF2B5EF4-FFF2-40B4-BE49-F238E27FC236}">
                <a16:creationId xmlns:a16="http://schemas.microsoft.com/office/drawing/2014/main" id="{0EC78EBE-7C86-4A51-8E82-1B8C4EAECFAA}"/>
              </a:ext>
            </a:extLst>
          </p:cNvPr>
          <p:cNvGraphicFramePr>
            <a:graphicFrameLocks noGrp="1"/>
          </p:cNvGraphicFramePr>
          <p:nvPr>
            <p:ph sz="quarter" idx="2"/>
          </p:nvPr>
        </p:nvGraphicFramePr>
        <p:xfrm>
          <a:off x="4572000" y="4175125"/>
          <a:ext cx="2819400" cy="2378076"/>
        </p:xfrm>
        <a:graphic>
          <a:graphicData uri="http://schemas.openxmlformats.org/drawingml/2006/table">
            <a:tbl>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dirty="0">
                          <a:ln>
                            <a:noFill/>
                          </a:ln>
                          <a:solidFill>
                            <a:schemeClr val="tx1"/>
                          </a:solidFill>
                          <a:effectLst/>
                          <a:latin typeface="Arial" charset="0"/>
                          <a:ea typeface="新細明體" pitchFamily="18" charset="-120"/>
                        </a:rPr>
                        <a:t>ISSID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err="1">
                          <a:ln>
                            <a:noFill/>
                          </a:ln>
                          <a:solidFill>
                            <a:schemeClr val="tx1"/>
                          </a:solidFill>
                          <a:effectLst/>
                          <a:latin typeface="Arial" charset="0"/>
                          <a:ea typeface="新細明體" pitchFamily="18" charset="-120"/>
                        </a:rPr>
                        <a:t>ContactNo</a:t>
                      </a:r>
                      <a:endParaRPr kumimoji="1" lang="en-US" altLang="zh-TW" sz="2000" b="0" i="0" u="none" strike="noStrike" cap="none" normalizeH="0" baseline="0" dirty="0">
                        <a:ln>
                          <a:noFill/>
                        </a:ln>
                        <a:solidFill>
                          <a:schemeClr val="tx1"/>
                        </a:solidFill>
                        <a:effectLst/>
                        <a:latin typeface="Arial" charset="0"/>
                        <a:ea typeface="新細明體" pitchFamily="18" charset="-120"/>
                      </a:endParaRP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12</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222222</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12</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345677</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56</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777799</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56</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998765</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56</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dirty="0">
                          <a:ln>
                            <a:noFill/>
                          </a:ln>
                          <a:solidFill>
                            <a:schemeClr val="tx1"/>
                          </a:solidFill>
                          <a:effectLst/>
                          <a:latin typeface="Arial" charset="0"/>
                          <a:ea typeface="新細明體" pitchFamily="18" charset="-120"/>
                        </a:rPr>
                        <a:t>333455</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08592" name="Rectangle 25">
            <a:extLst>
              <a:ext uri="{FF2B5EF4-FFF2-40B4-BE49-F238E27FC236}">
                <a16:creationId xmlns:a16="http://schemas.microsoft.com/office/drawing/2014/main" id="{0D3E869A-0EB8-4F34-9B3E-910D0FE94939}"/>
              </a:ext>
            </a:extLst>
          </p:cNvPr>
          <p:cNvSpPr>
            <a:spLocks noChangeArrowheads="1"/>
          </p:cNvSpPr>
          <p:nvPr/>
        </p:nvSpPr>
        <p:spPr bwMode="auto">
          <a:xfrm>
            <a:off x="1447800" y="2057400"/>
            <a:ext cx="1143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8593" name="Text Box 26">
            <a:extLst>
              <a:ext uri="{FF2B5EF4-FFF2-40B4-BE49-F238E27FC236}">
                <a16:creationId xmlns:a16="http://schemas.microsoft.com/office/drawing/2014/main" id="{3724A315-2C61-4BE0-9EC3-64FE207C93B5}"/>
              </a:ext>
            </a:extLst>
          </p:cNvPr>
          <p:cNvSpPr txBox="1">
            <a:spLocks noChangeArrowheads="1"/>
          </p:cNvSpPr>
          <p:nvPr/>
        </p:nvSpPr>
        <p:spPr bwMode="auto">
          <a:xfrm>
            <a:off x="1524000" y="2133600"/>
            <a:ext cx="1066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Instructor</a:t>
            </a:r>
          </a:p>
        </p:txBody>
      </p:sp>
      <p:sp>
        <p:nvSpPr>
          <p:cNvPr id="108594" name="Oval 27">
            <a:extLst>
              <a:ext uri="{FF2B5EF4-FFF2-40B4-BE49-F238E27FC236}">
                <a16:creationId xmlns:a16="http://schemas.microsoft.com/office/drawing/2014/main" id="{28668122-81D8-4174-B614-2B948390581C}"/>
              </a:ext>
            </a:extLst>
          </p:cNvPr>
          <p:cNvSpPr>
            <a:spLocks noChangeArrowheads="1"/>
          </p:cNvSpPr>
          <p:nvPr/>
        </p:nvSpPr>
        <p:spPr bwMode="auto">
          <a:xfrm>
            <a:off x="1905000" y="12192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8595" name="Oval 28">
            <a:extLst>
              <a:ext uri="{FF2B5EF4-FFF2-40B4-BE49-F238E27FC236}">
                <a16:creationId xmlns:a16="http://schemas.microsoft.com/office/drawing/2014/main" id="{8BB490B9-7BA2-43C4-9604-0AD59C840114}"/>
              </a:ext>
            </a:extLst>
          </p:cNvPr>
          <p:cNvSpPr>
            <a:spLocks noChangeArrowheads="1"/>
          </p:cNvSpPr>
          <p:nvPr/>
        </p:nvSpPr>
        <p:spPr bwMode="auto">
          <a:xfrm>
            <a:off x="304800" y="12192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8596" name="Line 31">
            <a:extLst>
              <a:ext uri="{FF2B5EF4-FFF2-40B4-BE49-F238E27FC236}">
                <a16:creationId xmlns:a16="http://schemas.microsoft.com/office/drawing/2014/main" id="{AFE41CF3-E291-4063-ADAE-D4F687F52040}"/>
              </a:ext>
            </a:extLst>
          </p:cNvPr>
          <p:cNvSpPr>
            <a:spLocks noChangeShapeType="1"/>
          </p:cNvSpPr>
          <p:nvPr/>
        </p:nvSpPr>
        <p:spPr bwMode="auto">
          <a:xfrm>
            <a:off x="914400" y="17526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8597" name="Line 32">
            <a:extLst>
              <a:ext uri="{FF2B5EF4-FFF2-40B4-BE49-F238E27FC236}">
                <a16:creationId xmlns:a16="http://schemas.microsoft.com/office/drawing/2014/main" id="{FCE9F33D-B34D-40B3-A297-8E579ABD1550}"/>
              </a:ext>
            </a:extLst>
          </p:cNvPr>
          <p:cNvSpPr>
            <a:spLocks noChangeShapeType="1"/>
          </p:cNvSpPr>
          <p:nvPr/>
        </p:nvSpPr>
        <p:spPr bwMode="auto">
          <a:xfrm flipH="1">
            <a:off x="2057400" y="17526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8598" name="Text Box 35">
            <a:extLst>
              <a:ext uri="{FF2B5EF4-FFF2-40B4-BE49-F238E27FC236}">
                <a16:creationId xmlns:a16="http://schemas.microsoft.com/office/drawing/2014/main" id="{24F67010-04A4-4C8E-8C0F-DC7302B01C55}"/>
              </a:ext>
            </a:extLst>
          </p:cNvPr>
          <p:cNvSpPr txBox="1">
            <a:spLocks noChangeArrowheads="1"/>
          </p:cNvSpPr>
          <p:nvPr/>
        </p:nvSpPr>
        <p:spPr bwMode="auto">
          <a:xfrm>
            <a:off x="533400" y="1295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SID</a:t>
            </a:r>
          </a:p>
        </p:txBody>
      </p:sp>
      <p:sp>
        <p:nvSpPr>
          <p:cNvPr id="108599" name="Text Box 36">
            <a:extLst>
              <a:ext uri="{FF2B5EF4-FFF2-40B4-BE49-F238E27FC236}">
                <a16:creationId xmlns:a16="http://schemas.microsoft.com/office/drawing/2014/main" id="{B81B3A45-1DD8-4B3C-A4BA-577F12409EBF}"/>
              </a:ext>
            </a:extLst>
          </p:cNvPr>
          <p:cNvSpPr txBox="1">
            <a:spLocks noChangeArrowheads="1"/>
          </p:cNvSpPr>
          <p:nvPr/>
        </p:nvSpPr>
        <p:spPr bwMode="auto">
          <a:xfrm>
            <a:off x="2057400" y="12954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108600" name="AutoShape 39">
            <a:extLst>
              <a:ext uri="{FF2B5EF4-FFF2-40B4-BE49-F238E27FC236}">
                <a16:creationId xmlns:a16="http://schemas.microsoft.com/office/drawing/2014/main" id="{B7E3EC68-161E-47D1-B305-A43358B36D41}"/>
              </a:ext>
            </a:extLst>
          </p:cNvPr>
          <p:cNvSpPr>
            <a:spLocks noChangeArrowheads="1"/>
          </p:cNvSpPr>
          <p:nvPr/>
        </p:nvSpPr>
        <p:spPr bwMode="auto">
          <a:xfrm>
            <a:off x="990600" y="3581400"/>
            <a:ext cx="1905000" cy="114300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8601" name="AutoShape 55">
            <a:extLst>
              <a:ext uri="{FF2B5EF4-FFF2-40B4-BE49-F238E27FC236}">
                <a16:creationId xmlns:a16="http://schemas.microsoft.com/office/drawing/2014/main" id="{076A00AB-FAE2-43A0-8949-6D5B4B4AA6FB}"/>
              </a:ext>
            </a:extLst>
          </p:cNvPr>
          <p:cNvSpPr>
            <a:spLocks noChangeArrowheads="1"/>
          </p:cNvSpPr>
          <p:nvPr/>
        </p:nvSpPr>
        <p:spPr bwMode="auto">
          <a:xfrm>
            <a:off x="4419600" y="2743200"/>
            <a:ext cx="1905000" cy="114300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8602" name="Oval 76">
            <a:extLst>
              <a:ext uri="{FF2B5EF4-FFF2-40B4-BE49-F238E27FC236}">
                <a16:creationId xmlns:a16="http://schemas.microsoft.com/office/drawing/2014/main" id="{95EAD8DC-2D22-4702-BB0F-6494DC89A473}"/>
              </a:ext>
            </a:extLst>
          </p:cNvPr>
          <p:cNvSpPr>
            <a:spLocks noChangeArrowheads="1"/>
          </p:cNvSpPr>
          <p:nvPr/>
        </p:nvSpPr>
        <p:spPr bwMode="auto">
          <a:xfrm>
            <a:off x="4419600" y="1828800"/>
            <a:ext cx="1371600" cy="7620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8603" name="Oval 74">
            <a:extLst>
              <a:ext uri="{FF2B5EF4-FFF2-40B4-BE49-F238E27FC236}">
                <a16:creationId xmlns:a16="http://schemas.microsoft.com/office/drawing/2014/main" id="{E964A7DE-21E6-4BD6-BC1C-05EC5FD2A229}"/>
              </a:ext>
            </a:extLst>
          </p:cNvPr>
          <p:cNvSpPr>
            <a:spLocks noChangeArrowheads="1"/>
          </p:cNvSpPr>
          <p:nvPr/>
        </p:nvSpPr>
        <p:spPr bwMode="auto">
          <a:xfrm>
            <a:off x="4572000" y="19050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08604" name="Text Box 75">
            <a:extLst>
              <a:ext uri="{FF2B5EF4-FFF2-40B4-BE49-F238E27FC236}">
                <a16:creationId xmlns:a16="http://schemas.microsoft.com/office/drawing/2014/main" id="{4B9C7B24-8C93-44B8-8C5E-B95B54B16F9B}"/>
              </a:ext>
            </a:extLst>
          </p:cNvPr>
          <p:cNvSpPr txBox="1">
            <a:spLocks noChangeArrowheads="1"/>
          </p:cNvSpPr>
          <p:nvPr/>
        </p:nvSpPr>
        <p:spPr bwMode="auto">
          <a:xfrm>
            <a:off x="4572000" y="1981200"/>
            <a:ext cx="1143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ContactNo.</a:t>
            </a:r>
          </a:p>
        </p:txBody>
      </p:sp>
      <p:sp>
        <p:nvSpPr>
          <p:cNvPr id="108605" name="Line 77">
            <a:extLst>
              <a:ext uri="{FF2B5EF4-FFF2-40B4-BE49-F238E27FC236}">
                <a16:creationId xmlns:a16="http://schemas.microsoft.com/office/drawing/2014/main" id="{F8802BED-09D6-486D-95C9-37FBCEDF4233}"/>
              </a:ext>
            </a:extLst>
          </p:cNvPr>
          <p:cNvSpPr>
            <a:spLocks noChangeShapeType="1"/>
          </p:cNvSpPr>
          <p:nvPr/>
        </p:nvSpPr>
        <p:spPr bwMode="auto">
          <a:xfrm flipH="1">
            <a:off x="2590800" y="2209800"/>
            <a:ext cx="18288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08606" name="Text Box 96">
            <a:extLst>
              <a:ext uri="{FF2B5EF4-FFF2-40B4-BE49-F238E27FC236}">
                <a16:creationId xmlns:a16="http://schemas.microsoft.com/office/drawing/2014/main" id="{68F35309-85C3-4F36-9041-D5C503DCFB19}"/>
              </a:ext>
            </a:extLst>
          </p:cNvPr>
          <p:cNvSpPr txBox="1">
            <a:spLocks noChangeArrowheads="1"/>
          </p:cNvSpPr>
          <p:nvPr/>
        </p:nvSpPr>
        <p:spPr bwMode="auto">
          <a:xfrm>
            <a:off x="6172200" y="1219200"/>
            <a:ext cx="2743200"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2400">
                <a:latin typeface="Tahoma" panose="020B0604030504040204" pitchFamily="34" charset="0"/>
              </a:rPr>
              <a:t>The primary key for this table is Student_SID + Children, the union of all attributes</a:t>
            </a:r>
          </a:p>
        </p:txBody>
      </p:sp>
      <p:sp>
        <p:nvSpPr>
          <p:cNvPr id="108607" name="Line 97">
            <a:extLst>
              <a:ext uri="{FF2B5EF4-FFF2-40B4-BE49-F238E27FC236}">
                <a16:creationId xmlns:a16="http://schemas.microsoft.com/office/drawing/2014/main" id="{543AA0F0-6A82-4593-AF8C-303B2A2B1B6B}"/>
              </a:ext>
            </a:extLst>
          </p:cNvPr>
          <p:cNvSpPr>
            <a:spLocks noChangeShapeType="1"/>
          </p:cNvSpPr>
          <p:nvPr/>
        </p:nvSpPr>
        <p:spPr bwMode="auto">
          <a:xfrm flipH="1">
            <a:off x="6705600" y="2133600"/>
            <a:ext cx="914400" cy="1752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3255A9A1-0AFA-431C-A81E-CE78FE900223}"/>
              </a:ext>
            </a:extLst>
          </p:cNvPr>
          <p:cNvSpPr>
            <a:spLocks noGrp="1" noChangeArrowheads="1"/>
          </p:cNvSpPr>
          <p:nvPr>
            <p:ph type="title"/>
          </p:nvPr>
        </p:nvSpPr>
        <p:spPr/>
        <p:txBody>
          <a:bodyPr/>
          <a:lstStyle/>
          <a:p>
            <a:pPr eaLnBrk="1" hangingPunct="1"/>
            <a:r>
              <a:rPr lang="en-US" altLang="zh-TW">
                <a:solidFill>
                  <a:srgbClr val="0000FF"/>
                </a:solidFill>
              </a:rPr>
              <a:t>Representing Class Hierarchy</a:t>
            </a:r>
          </a:p>
        </p:txBody>
      </p:sp>
      <p:sp>
        <p:nvSpPr>
          <p:cNvPr id="109571" name="Rectangle 3">
            <a:extLst>
              <a:ext uri="{FF2B5EF4-FFF2-40B4-BE49-F238E27FC236}">
                <a16:creationId xmlns:a16="http://schemas.microsoft.com/office/drawing/2014/main" id="{136E944B-6420-41E2-97B6-47858DF687B1}"/>
              </a:ext>
            </a:extLst>
          </p:cNvPr>
          <p:cNvSpPr>
            <a:spLocks noGrp="1" noChangeArrowheads="1"/>
          </p:cNvSpPr>
          <p:nvPr>
            <p:ph sz="quarter" idx="1"/>
          </p:nvPr>
        </p:nvSpPr>
        <p:spPr>
          <a:xfrm>
            <a:off x="381000" y="1600200"/>
            <a:ext cx="8229600" cy="4937125"/>
          </a:xfrm>
        </p:spPr>
        <p:txBody>
          <a:bodyPr/>
          <a:lstStyle/>
          <a:p>
            <a:pPr eaLnBrk="1" hangingPunct="1"/>
            <a:r>
              <a:rPr lang="en-US" altLang="zh-TW" sz="2000"/>
              <a:t>Two general approaches depending on disjointness and completeness</a:t>
            </a:r>
          </a:p>
          <a:p>
            <a:pPr lvl="1" eaLnBrk="1" hangingPunct="1"/>
            <a:r>
              <a:rPr lang="en-US" altLang="zh-TW" sz="2000"/>
              <a:t>For non-disjoint and/or non-complete class hierarchy: </a:t>
            </a:r>
          </a:p>
          <a:p>
            <a:pPr lvl="2" eaLnBrk="1" hangingPunct="1"/>
            <a:r>
              <a:rPr lang="en-US" altLang="zh-TW"/>
              <a:t>create a table for each super class entity set according to normal entity set translation method. </a:t>
            </a:r>
          </a:p>
          <a:p>
            <a:pPr lvl="2" eaLnBrk="1" hangingPunct="1"/>
            <a:r>
              <a:rPr lang="en-US" altLang="zh-TW"/>
              <a:t>Create a table for each subclass entity set with a column for each of the attributes of that entity set plus one for each attributes of the primary key of the super class entity set </a:t>
            </a:r>
          </a:p>
          <a:p>
            <a:pPr lvl="2" eaLnBrk="1" hangingPunct="1"/>
            <a:r>
              <a:rPr lang="en-US" altLang="zh-TW"/>
              <a:t>This primary key from super class entity set is also used as the primary key for this new table</a:t>
            </a:r>
          </a:p>
          <a:p>
            <a:pPr lvl="1" eaLnBrk="1" hangingPunct="1"/>
            <a:endParaRPr lang="en-US" altLang="zh-TW" sz="20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0384A540-ED00-4BBB-87AB-A369DE1012D1}"/>
              </a:ext>
            </a:extLst>
          </p:cNvPr>
          <p:cNvSpPr>
            <a:spLocks noGrp="1" noChangeArrowheads="1"/>
          </p:cNvSpPr>
          <p:nvPr>
            <p:ph type="title"/>
          </p:nvPr>
        </p:nvSpPr>
        <p:spPr>
          <a:xfrm>
            <a:off x="152400" y="381000"/>
            <a:ext cx="8229600" cy="1143000"/>
          </a:xfrm>
        </p:spPr>
        <p:txBody>
          <a:bodyPr/>
          <a:lstStyle/>
          <a:p>
            <a:pPr eaLnBrk="1" hangingPunct="1"/>
            <a:r>
              <a:rPr lang="en-US" altLang="zh-TW">
                <a:solidFill>
                  <a:srgbClr val="0000FF"/>
                </a:solidFill>
              </a:rPr>
              <a:t>Example</a:t>
            </a:r>
          </a:p>
        </p:txBody>
      </p:sp>
      <p:graphicFrame>
        <p:nvGraphicFramePr>
          <p:cNvPr id="31854" name="Group 110">
            <a:extLst>
              <a:ext uri="{FF2B5EF4-FFF2-40B4-BE49-F238E27FC236}">
                <a16:creationId xmlns:a16="http://schemas.microsoft.com/office/drawing/2014/main" id="{3DC17816-AD97-4947-B24C-373B1D98CC3A}"/>
              </a:ext>
            </a:extLst>
          </p:cNvPr>
          <p:cNvGraphicFramePr>
            <a:graphicFrameLocks noGrp="1"/>
          </p:cNvGraphicFramePr>
          <p:nvPr>
            <p:ph sz="quarter" idx="1"/>
          </p:nvPr>
        </p:nvGraphicFramePr>
        <p:xfrm>
          <a:off x="228600" y="5486400"/>
          <a:ext cx="4724400" cy="1189038"/>
        </p:xfrm>
        <a:graphic>
          <a:graphicData uri="http://schemas.openxmlformats.org/drawingml/2006/table">
            <a:tbl>
              <a:tblPr/>
              <a:tblGrid>
                <a:gridCol w="944563">
                  <a:extLst>
                    <a:ext uri="{9D8B030D-6E8A-4147-A177-3AD203B41FA5}">
                      <a16:colId xmlns:a16="http://schemas.microsoft.com/office/drawing/2014/main" val="20000"/>
                    </a:ext>
                  </a:extLst>
                </a:gridCol>
                <a:gridCol w="944562">
                  <a:extLst>
                    <a:ext uri="{9D8B030D-6E8A-4147-A177-3AD203B41FA5}">
                      <a16:colId xmlns:a16="http://schemas.microsoft.com/office/drawing/2014/main" val="20001"/>
                    </a:ext>
                  </a:extLst>
                </a:gridCol>
                <a:gridCol w="946150">
                  <a:extLst>
                    <a:ext uri="{9D8B030D-6E8A-4147-A177-3AD203B41FA5}">
                      <a16:colId xmlns:a16="http://schemas.microsoft.com/office/drawing/2014/main" val="20002"/>
                    </a:ext>
                  </a:extLst>
                </a:gridCol>
                <a:gridCol w="944563">
                  <a:extLst>
                    <a:ext uri="{9D8B030D-6E8A-4147-A177-3AD203B41FA5}">
                      <a16:colId xmlns:a16="http://schemas.microsoft.com/office/drawing/2014/main" val="20003"/>
                    </a:ext>
                  </a:extLst>
                </a:gridCol>
                <a:gridCol w="944562">
                  <a:extLst>
                    <a:ext uri="{9D8B030D-6E8A-4147-A177-3AD203B41FA5}">
                      <a16:colId xmlns:a16="http://schemas.microsoft.com/office/drawing/2014/main" val="20004"/>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a:ln>
                            <a:noFill/>
                          </a:ln>
                          <a:solidFill>
                            <a:schemeClr val="tx1"/>
                          </a:solidFill>
                          <a:effectLst/>
                          <a:latin typeface="Arial" charset="0"/>
                          <a:ea typeface="新細明體" pitchFamily="18" charset="-120"/>
                        </a:rPr>
                        <a:t>SSN</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SID</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Status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Major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GPA</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1234</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9999</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Full</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CS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2.8</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5678</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8888</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Part</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EE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3.6</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31839" name="Group 95">
            <a:extLst>
              <a:ext uri="{FF2B5EF4-FFF2-40B4-BE49-F238E27FC236}">
                <a16:creationId xmlns:a16="http://schemas.microsoft.com/office/drawing/2014/main" id="{D185D7BF-AD11-4395-B42F-35AB4B88C91D}"/>
              </a:ext>
            </a:extLst>
          </p:cNvPr>
          <p:cNvGraphicFramePr>
            <a:graphicFrameLocks noGrp="1"/>
          </p:cNvGraphicFramePr>
          <p:nvPr>
            <p:ph sz="quarter" idx="2"/>
          </p:nvPr>
        </p:nvGraphicFramePr>
        <p:xfrm>
          <a:off x="4953000" y="4114800"/>
          <a:ext cx="3886200" cy="1189038"/>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a:ln>
                            <a:noFill/>
                          </a:ln>
                          <a:solidFill>
                            <a:schemeClr val="tx1"/>
                          </a:solidFill>
                          <a:effectLst/>
                          <a:latin typeface="Arial" charset="0"/>
                          <a:ea typeface="新細明體" pitchFamily="18" charset="-120"/>
                        </a:rPr>
                        <a:t>SSN</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Name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Gender</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1234</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Homer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Male</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5678</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Marge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Female</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0639" name="Rectangle 25">
            <a:extLst>
              <a:ext uri="{FF2B5EF4-FFF2-40B4-BE49-F238E27FC236}">
                <a16:creationId xmlns:a16="http://schemas.microsoft.com/office/drawing/2014/main" id="{4161ED71-E2B2-4627-9187-07E6F4F2AED7}"/>
              </a:ext>
            </a:extLst>
          </p:cNvPr>
          <p:cNvSpPr>
            <a:spLocks noChangeArrowheads="1"/>
          </p:cNvSpPr>
          <p:nvPr/>
        </p:nvSpPr>
        <p:spPr bwMode="auto">
          <a:xfrm>
            <a:off x="1828800" y="2743200"/>
            <a:ext cx="1143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0"/>
              </a:spcBef>
              <a:buClrTx/>
              <a:buSzTx/>
              <a:buFontTx/>
              <a:buNone/>
            </a:pPr>
            <a:endParaRPr lang="en-IN" altLang="en-US" sz="1600">
              <a:latin typeface="Tahoma" panose="020B0604030504040204" pitchFamily="34" charset="0"/>
            </a:endParaRPr>
          </a:p>
        </p:txBody>
      </p:sp>
      <p:sp>
        <p:nvSpPr>
          <p:cNvPr id="110640" name="Text Box 26">
            <a:extLst>
              <a:ext uri="{FF2B5EF4-FFF2-40B4-BE49-F238E27FC236}">
                <a16:creationId xmlns:a16="http://schemas.microsoft.com/office/drawing/2014/main" id="{F80B0D5D-6D92-4FF6-B141-81BB8927B2AF}"/>
              </a:ext>
            </a:extLst>
          </p:cNvPr>
          <p:cNvSpPr txBox="1">
            <a:spLocks noChangeArrowheads="1"/>
          </p:cNvSpPr>
          <p:nvPr/>
        </p:nvSpPr>
        <p:spPr bwMode="auto">
          <a:xfrm>
            <a:off x="1905000" y="28194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50000"/>
              </a:spcBef>
              <a:buClrTx/>
              <a:buSzTx/>
              <a:buFontTx/>
              <a:buNone/>
            </a:pPr>
            <a:r>
              <a:rPr lang="en-US" altLang="zh-TW" sz="1600">
                <a:latin typeface="Tahoma" panose="020B0604030504040204" pitchFamily="34" charset="0"/>
              </a:rPr>
              <a:t>Student</a:t>
            </a:r>
          </a:p>
        </p:txBody>
      </p:sp>
      <p:sp>
        <p:nvSpPr>
          <p:cNvPr id="110641" name="Oval 27">
            <a:extLst>
              <a:ext uri="{FF2B5EF4-FFF2-40B4-BE49-F238E27FC236}">
                <a16:creationId xmlns:a16="http://schemas.microsoft.com/office/drawing/2014/main" id="{58D7ADB6-EA1D-4549-8F70-75A592CADF5B}"/>
              </a:ext>
            </a:extLst>
          </p:cNvPr>
          <p:cNvSpPr>
            <a:spLocks noChangeArrowheads="1"/>
          </p:cNvSpPr>
          <p:nvPr/>
        </p:nvSpPr>
        <p:spPr bwMode="auto">
          <a:xfrm>
            <a:off x="2286000" y="19050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0"/>
              </a:spcBef>
              <a:buClrTx/>
              <a:buSzTx/>
              <a:buFontTx/>
              <a:buNone/>
            </a:pPr>
            <a:endParaRPr lang="en-IN" altLang="en-US" sz="1600">
              <a:latin typeface="Tahoma" panose="020B0604030504040204" pitchFamily="34" charset="0"/>
            </a:endParaRPr>
          </a:p>
        </p:txBody>
      </p:sp>
      <p:sp>
        <p:nvSpPr>
          <p:cNvPr id="110642" name="Oval 28">
            <a:extLst>
              <a:ext uri="{FF2B5EF4-FFF2-40B4-BE49-F238E27FC236}">
                <a16:creationId xmlns:a16="http://schemas.microsoft.com/office/drawing/2014/main" id="{02337547-E70F-446E-B878-03C06CA72BE3}"/>
              </a:ext>
            </a:extLst>
          </p:cNvPr>
          <p:cNvSpPr>
            <a:spLocks noChangeArrowheads="1"/>
          </p:cNvSpPr>
          <p:nvPr/>
        </p:nvSpPr>
        <p:spPr bwMode="auto">
          <a:xfrm>
            <a:off x="685800" y="19050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0"/>
              </a:spcBef>
              <a:buClrTx/>
              <a:buSzTx/>
              <a:buFontTx/>
              <a:buNone/>
            </a:pPr>
            <a:endParaRPr lang="en-IN" altLang="en-US" sz="1600">
              <a:latin typeface="Tahoma" panose="020B0604030504040204" pitchFamily="34" charset="0"/>
            </a:endParaRPr>
          </a:p>
        </p:txBody>
      </p:sp>
      <p:sp>
        <p:nvSpPr>
          <p:cNvPr id="110643" name="Oval 29">
            <a:extLst>
              <a:ext uri="{FF2B5EF4-FFF2-40B4-BE49-F238E27FC236}">
                <a16:creationId xmlns:a16="http://schemas.microsoft.com/office/drawing/2014/main" id="{94CD5305-D676-4661-AC25-2EF5838CA544}"/>
              </a:ext>
            </a:extLst>
          </p:cNvPr>
          <p:cNvSpPr>
            <a:spLocks noChangeArrowheads="1"/>
          </p:cNvSpPr>
          <p:nvPr/>
        </p:nvSpPr>
        <p:spPr bwMode="auto">
          <a:xfrm>
            <a:off x="685800" y="35814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0"/>
              </a:spcBef>
              <a:buClrTx/>
              <a:buSzTx/>
              <a:buFontTx/>
              <a:buNone/>
            </a:pPr>
            <a:endParaRPr lang="en-IN" altLang="en-US" sz="1600">
              <a:latin typeface="Tahoma" panose="020B0604030504040204" pitchFamily="34" charset="0"/>
            </a:endParaRPr>
          </a:p>
        </p:txBody>
      </p:sp>
      <p:sp>
        <p:nvSpPr>
          <p:cNvPr id="110644" name="Oval 30">
            <a:extLst>
              <a:ext uri="{FF2B5EF4-FFF2-40B4-BE49-F238E27FC236}">
                <a16:creationId xmlns:a16="http://schemas.microsoft.com/office/drawing/2014/main" id="{5DB3594C-5C17-4340-8509-C7196993F6EA}"/>
              </a:ext>
            </a:extLst>
          </p:cNvPr>
          <p:cNvSpPr>
            <a:spLocks noChangeArrowheads="1"/>
          </p:cNvSpPr>
          <p:nvPr/>
        </p:nvSpPr>
        <p:spPr bwMode="auto">
          <a:xfrm>
            <a:off x="2667000" y="36576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0"/>
              </a:spcBef>
              <a:buClrTx/>
              <a:buSzTx/>
              <a:buFontTx/>
              <a:buNone/>
            </a:pPr>
            <a:endParaRPr lang="en-IN" altLang="en-US" sz="1600">
              <a:latin typeface="Tahoma" panose="020B0604030504040204" pitchFamily="34" charset="0"/>
            </a:endParaRPr>
          </a:p>
        </p:txBody>
      </p:sp>
      <p:sp>
        <p:nvSpPr>
          <p:cNvPr id="110645" name="Line 31">
            <a:extLst>
              <a:ext uri="{FF2B5EF4-FFF2-40B4-BE49-F238E27FC236}">
                <a16:creationId xmlns:a16="http://schemas.microsoft.com/office/drawing/2014/main" id="{0368A98C-637D-4FDF-8695-93778D2B9B54}"/>
              </a:ext>
            </a:extLst>
          </p:cNvPr>
          <p:cNvSpPr>
            <a:spLocks noChangeShapeType="1"/>
          </p:cNvSpPr>
          <p:nvPr/>
        </p:nvSpPr>
        <p:spPr bwMode="auto">
          <a:xfrm>
            <a:off x="1295400" y="24384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0646" name="Line 32">
            <a:extLst>
              <a:ext uri="{FF2B5EF4-FFF2-40B4-BE49-F238E27FC236}">
                <a16:creationId xmlns:a16="http://schemas.microsoft.com/office/drawing/2014/main" id="{4A008D2F-094A-4532-AC26-00A450A4F9DC}"/>
              </a:ext>
            </a:extLst>
          </p:cNvPr>
          <p:cNvSpPr>
            <a:spLocks noChangeShapeType="1"/>
          </p:cNvSpPr>
          <p:nvPr/>
        </p:nvSpPr>
        <p:spPr bwMode="auto">
          <a:xfrm flipH="1">
            <a:off x="2438400" y="24384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0647" name="Line 33">
            <a:extLst>
              <a:ext uri="{FF2B5EF4-FFF2-40B4-BE49-F238E27FC236}">
                <a16:creationId xmlns:a16="http://schemas.microsoft.com/office/drawing/2014/main" id="{C3D0F054-D64E-4796-B77C-9056C469DFB7}"/>
              </a:ext>
            </a:extLst>
          </p:cNvPr>
          <p:cNvSpPr>
            <a:spLocks noChangeShapeType="1"/>
          </p:cNvSpPr>
          <p:nvPr/>
        </p:nvSpPr>
        <p:spPr bwMode="auto">
          <a:xfrm flipH="1" flipV="1">
            <a:off x="2590800" y="32004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0648" name="Line 34">
            <a:extLst>
              <a:ext uri="{FF2B5EF4-FFF2-40B4-BE49-F238E27FC236}">
                <a16:creationId xmlns:a16="http://schemas.microsoft.com/office/drawing/2014/main" id="{210228C1-7991-4439-AAD8-70020F0A7948}"/>
              </a:ext>
            </a:extLst>
          </p:cNvPr>
          <p:cNvSpPr>
            <a:spLocks noChangeShapeType="1"/>
          </p:cNvSpPr>
          <p:nvPr/>
        </p:nvSpPr>
        <p:spPr bwMode="auto">
          <a:xfrm flipV="1">
            <a:off x="1524000" y="32004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0649" name="Text Box 35">
            <a:extLst>
              <a:ext uri="{FF2B5EF4-FFF2-40B4-BE49-F238E27FC236}">
                <a16:creationId xmlns:a16="http://schemas.microsoft.com/office/drawing/2014/main" id="{29F17580-F414-4DF0-909C-74320532B6DC}"/>
              </a:ext>
            </a:extLst>
          </p:cNvPr>
          <p:cNvSpPr txBox="1">
            <a:spLocks noChangeArrowheads="1"/>
          </p:cNvSpPr>
          <p:nvPr/>
        </p:nvSpPr>
        <p:spPr bwMode="auto">
          <a:xfrm>
            <a:off x="914400" y="19812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50000"/>
              </a:spcBef>
              <a:buClrTx/>
              <a:buSzTx/>
              <a:buFontTx/>
              <a:buNone/>
            </a:pPr>
            <a:r>
              <a:rPr lang="en-US" altLang="zh-TW" sz="1600">
                <a:latin typeface="Tahoma" panose="020B0604030504040204" pitchFamily="34" charset="0"/>
              </a:rPr>
              <a:t>SID</a:t>
            </a:r>
          </a:p>
        </p:txBody>
      </p:sp>
      <p:sp>
        <p:nvSpPr>
          <p:cNvPr id="110650" name="Text Box 36">
            <a:extLst>
              <a:ext uri="{FF2B5EF4-FFF2-40B4-BE49-F238E27FC236}">
                <a16:creationId xmlns:a16="http://schemas.microsoft.com/office/drawing/2014/main" id="{BF29AD6A-9773-4E59-BAE5-3C1E6FCE2D66}"/>
              </a:ext>
            </a:extLst>
          </p:cNvPr>
          <p:cNvSpPr txBox="1">
            <a:spLocks noChangeArrowheads="1"/>
          </p:cNvSpPr>
          <p:nvPr/>
        </p:nvSpPr>
        <p:spPr bwMode="auto">
          <a:xfrm>
            <a:off x="2438400" y="19812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50000"/>
              </a:spcBef>
              <a:buClrTx/>
              <a:buSzTx/>
              <a:buFontTx/>
              <a:buNone/>
            </a:pPr>
            <a:r>
              <a:rPr lang="en-US" altLang="zh-TW" sz="1600">
                <a:latin typeface="Tahoma" panose="020B0604030504040204" pitchFamily="34" charset="0"/>
              </a:rPr>
              <a:t>Status</a:t>
            </a:r>
          </a:p>
        </p:txBody>
      </p:sp>
      <p:sp>
        <p:nvSpPr>
          <p:cNvPr id="110651" name="Text Box 37">
            <a:extLst>
              <a:ext uri="{FF2B5EF4-FFF2-40B4-BE49-F238E27FC236}">
                <a16:creationId xmlns:a16="http://schemas.microsoft.com/office/drawing/2014/main" id="{90405574-A900-4F24-A03A-DE5191F75A1F}"/>
              </a:ext>
            </a:extLst>
          </p:cNvPr>
          <p:cNvSpPr txBox="1">
            <a:spLocks noChangeArrowheads="1"/>
          </p:cNvSpPr>
          <p:nvPr/>
        </p:nvSpPr>
        <p:spPr bwMode="auto">
          <a:xfrm>
            <a:off x="838200" y="36576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50000"/>
              </a:spcBef>
              <a:buClrTx/>
              <a:buSzTx/>
              <a:buFontTx/>
              <a:buNone/>
            </a:pPr>
            <a:r>
              <a:rPr lang="en-US" altLang="zh-TW" sz="1600">
                <a:latin typeface="Tahoma" panose="020B0604030504040204" pitchFamily="34" charset="0"/>
              </a:rPr>
              <a:t>Major</a:t>
            </a:r>
          </a:p>
        </p:txBody>
      </p:sp>
      <p:sp>
        <p:nvSpPr>
          <p:cNvPr id="110652" name="Text Box 38">
            <a:extLst>
              <a:ext uri="{FF2B5EF4-FFF2-40B4-BE49-F238E27FC236}">
                <a16:creationId xmlns:a16="http://schemas.microsoft.com/office/drawing/2014/main" id="{D2C17FB4-F7B9-4769-A747-9CFB0C3A97F1}"/>
              </a:ext>
            </a:extLst>
          </p:cNvPr>
          <p:cNvSpPr txBox="1">
            <a:spLocks noChangeArrowheads="1"/>
          </p:cNvSpPr>
          <p:nvPr/>
        </p:nvSpPr>
        <p:spPr bwMode="auto">
          <a:xfrm>
            <a:off x="2895600" y="37338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50000"/>
              </a:spcBef>
              <a:buClrTx/>
              <a:buSzTx/>
              <a:buFontTx/>
              <a:buNone/>
            </a:pPr>
            <a:r>
              <a:rPr lang="en-US" altLang="zh-TW" sz="1600">
                <a:latin typeface="Tahoma" panose="020B0604030504040204" pitchFamily="34" charset="0"/>
              </a:rPr>
              <a:t>GPA</a:t>
            </a:r>
          </a:p>
        </p:txBody>
      </p:sp>
      <p:sp>
        <p:nvSpPr>
          <p:cNvPr id="110653" name="AutoShape 39">
            <a:extLst>
              <a:ext uri="{FF2B5EF4-FFF2-40B4-BE49-F238E27FC236}">
                <a16:creationId xmlns:a16="http://schemas.microsoft.com/office/drawing/2014/main" id="{735C8054-42E4-4302-A4A4-D523804374EA}"/>
              </a:ext>
            </a:extLst>
          </p:cNvPr>
          <p:cNvSpPr>
            <a:spLocks noChangeArrowheads="1"/>
          </p:cNvSpPr>
          <p:nvPr/>
        </p:nvSpPr>
        <p:spPr bwMode="auto">
          <a:xfrm>
            <a:off x="1219200" y="4114800"/>
            <a:ext cx="1905000" cy="114300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0654" name="AutoShape 40">
            <a:extLst>
              <a:ext uri="{FF2B5EF4-FFF2-40B4-BE49-F238E27FC236}">
                <a16:creationId xmlns:a16="http://schemas.microsoft.com/office/drawing/2014/main" id="{F9D2AF9D-7CC3-49A2-88A4-42B2F1A6FC5C}"/>
              </a:ext>
            </a:extLst>
          </p:cNvPr>
          <p:cNvSpPr>
            <a:spLocks noChangeArrowheads="1"/>
          </p:cNvSpPr>
          <p:nvPr/>
        </p:nvSpPr>
        <p:spPr bwMode="auto">
          <a:xfrm>
            <a:off x="6324600" y="2895600"/>
            <a:ext cx="1905000" cy="114300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0"/>
              </a:spcBef>
              <a:buClrTx/>
              <a:buSzTx/>
              <a:buFontTx/>
              <a:buNone/>
            </a:pPr>
            <a:endParaRPr lang="en-IN" altLang="en-US" sz="1600">
              <a:latin typeface="Tahoma" panose="020B0604030504040204" pitchFamily="34" charset="0"/>
            </a:endParaRPr>
          </a:p>
        </p:txBody>
      </p:sp>
      <p:sp>
        <p:nvSpPr>
          <p:cNvPr id="110655" name="Rectangle 70">
            <a:extLst>
              <a:ext uri="{FF2B5EF4-FFF2-40B4-BE49-F238E27FC236}">
                <a16:creationId xmlns:a16="http://schemas.microsoft.com/office/drawing/2014/main" id="{71682110-D2FC-436A-9158-7BD6CC822FFD}"/>
              </a:ext>
            </a:extLst>
          </p:cNvPr>
          <p:cNvSpPr>
            <a:spLocks noChangeArrowheads="1"/>
          </p:cNvSpPr>
          <p:nvPr/>
        </p:nvSpPr>
        <p:spPr bwMode="auto">
          <a:xfrm>
            <a:off x="6781800" y="1371600"/>
            <a:ext cx="1143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0"/>
              </a:spcBef>
              <a:buClrTx/>
              <a:buSzTx/>
              <a:buFontTx/>
              <a:buNone/>
            </a:pPr>
            <a:endParaRPr lang="en-IN" altLang="en-US" sz="1600">
              <a:latin typeface="Tahoma" panose="020B0604030504040204" pitchFamily="34" charset="0"/>
            </a:endParaRPr>
          </a:p>
        </p:txBody>
      </p:sp>
      <p:sp>
        <p:nvSpPr>
          <p:cNvPr id="110656" name="Text Box 71">
            <a:extLst>
              <a:ext uri="{FF2B5EF4-FFF2-40B4-BE49-F238E27FC236}">
                <a16:creationId xmlns:a16="http://schemas.microsoft.com/office/drawing/2014/main" id="{859CD7CE-ADA9-41C2-A1A7-C105DF69D0E8}"/>
              </a:ext>
            </a:extLst>
          </p:cNvPr>
          <p:cNvSpPr txBox="1">
            <a:spLocks noChangeArrowheads="1"/>
          </p:cNvSpPr>
          <p:nvPr/>
        </p:nvSpPr>
        <p:spPr bwMode="auto">
          <a:xfrm>
            <a:off x="6858000" y="14478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50000"/>
              </a:spcBef>
              <a:buClrTx/>
              <a:buSzTx/>
              <a:buFontTx/>
              <a:buNone/>
            </a:pPr>
            <a:r>
              <a:rPr lang="en-US" altLang="zh-TW" sz="1600">
                <a:latin typeface="Tahoma" panose="020B0604030504040204" pitchFamily="34" charset="0"/>
              </a:rPr>
              <a:t>Person</a:t>
            </a:r>
          </a:p>
        </p:txBody>
      </p:sp>
      <p:sp>
        <p:nvSpPr>
          <p:cNvPr id="110657" name="Oval 72">
            <a:extLst>
              <a:ext uri="{FF2B5EF4-FFF2-40B4-BE49-F238E27FC236}">
                <a16:creationId xmlns:a16="http://schemas.microsoft.com/office/drawing/2014/main" id="{B58E87C4-A4A0-418D-8832-1E35FF16A045}"/>
              </a:ext>
            </a:extLst>
          </p:cNvPr>
          <p:cNvSpPr>
            <a:spLocks noChangeArrowheads="1"/>
          </p:cNvSpPr>
          <p:nvPr/>
        </p:nvSpPr>
        <p:spPr bwMode="auto">
          <a:xfrm>
            <a:off x="5638800" y="22098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0"/>
              </a:spcBef>
              <a:buClrTx/>
              <a:buSzTx/>
              <a:buFontTx/>
              <a:buNone/>
            </a:pPr>
            <a:endParaRPr lang="en-IN" altLang="en-US" sz="1600">
              <a:latin typeface="Tahoma" panose="020B0604030504040204" pitchFamily="34" charset="0"/>
            </a:endParaRPr>
          </a:p>
        </p:txBody>
      </p:sp>
      <p:sp>
        <p:nvSpPr>
          <p:cNvPr id="110658" name="Line 74">
            <a:extLst>
              <a:ext uri="{FF2B5EF4-FFF2-40B4-BE49-F238E27FC236}">
                <a16:creationId xmlns:a16="http://schemas.microsoft.com/office/drawing/2014/main" id="{A6FBF7B3-D2EB-458E-80FD-D9709EB68EDE}"/>
              </a:ext>
            </a:extLst>
          </p:cNvPr>
          <p:cNvSpPr>
            <a:spLocks noChangeShapeType="1"/>
          </p:cNvSpPr>
          <p:nvPr/>
        </p:nvSpPr>
        <p:spPr bwMode="auto">
          <a:xfrm>
            <a:off x="6248400" y="10668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0659" name="Line 75">
            <a:extLst>
              <a:ext uri="{FF2B5EF4-FFF2-40B4-BE49-F238E27FC236}">
                <a16:creationId xmlns:a16="http://schemas.microsoft.com/office/drawing/2014/main" id="{1A087282-6F37-4989-B93F-24565253DAA1}"/>
              </a:ext>
            </a:extLst>
          </p:cNvPr>
          <p:cNvSpPr>
            <a:spLocks noChangeShapeType="1"/>
          </p:cNvSpPr>
          <p:nvPr/>
        </p:nvSpPr>
        <p:spPr bwMode="auto">
          <a:xfrm flipH="1">
            <a:off x="7391400" y="10668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0660" name="Line 77">
            <a:extLst>
              <a:ext uri="{FF2B5EF4-FFF2-40B4-BE49-F238E27FC236}">
                <a16:creationId xmlns:a16="http://schemas.microsoft.com/office/drawing/2014/main" id="{B1F71000-53B3-499D-9B5D-A630AE8E046D}"/>
              </a:ext>
            </a:extLst>
          </p:cNvPr>
          <p:cNvSpPr>
            <a:spLocks noChangeShapeType="1"/>
          </p:cNvSpPr>
          <p:nvPr/>
        </p:nvSpPr>
        <p:spPr bwMode="auto">
          <a:xfrm flipV="1">
            <a:off x="6477000" y="18288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0661" name="Text Box 80">
            <a:extLst>
              <a:ext uri="{FF2B5EF4-FFF2-40B4-BE49-F238E27FC236}">
                <a16:creationId xmlns:a16="http://schemas.microsoft.com/office/drawing/2014/main" id="{00A59107-A3AA-440E-A9B2-A6954785F757}"/>
              </a:ext>
            </a:extLst>
          </p:cNvPr>
          <p:cNvSpPr txBox="1">
            <a:spLocks noChangeArrowheads="1"/>
          </p:cNvSpPr>
          <p:nvPr/>
        </p:nvSpPr>
        <p:spPr bwMode="auto">
          <a:xfrm>
            <a:off x="5562600" y="2286000"/>
            <a:ext cx="1066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50000"/>
              </a:spcBef>
              <a:buClrTx/>
              <a:buSzTx/>
              <a:buFontTx/>
              <a:buNone/>
            </a:pPr>
            <a:r>
              <a:rPr lang="en-US" altLang="zh-TW" sz="1600">
                <a:latin typeface="Tahoma" panose="020B0604030504040204" pitchFamily="34" charset="0"/>
              </a:rPr>
              <a:t>Gender</a:t>
            </a:r>
          </a:p>
        </p:txBody>
      </p:sp>
      <p:sp>
        <p:nvSpPr>
          <p:cNvPr id="110662" name="Oval 82">
            <a:extLst>
              <a:ext uri="{FF2B5EF4-FFF2-40B4-BE49-F238E27FC236}">
                <a16:creationId xmlns:a16="http://schemas.microsoft.com/office/drawing/2014/main" id="{4845E6C9-751A-4378-AA3F-4E2B8B836B2A}"/>
              </a:ext>
            </a:extLst>
          </p:cNvPr>
          <p:cNvSpPr>
            <a:spLocks noChangeArrowheads="1"/>
          </p:cNvSpPr>
          <p:nvPr/>
        </p:nvSpPr>
        <p:spPr bwMode="auto">
          <a:xfrm>
            <a:off x="5715000" y="5334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0663" name="Text Box 78">
            <a:extLst>
              <a:ext uri="{FF2B5EF4-FFF2-40B4-BE49-F238E27FC236}">
                <a16:creationId xmlns:a16="http://schemas.microsoft.com/office/drawing/2014/main" id="{F1999911-F22A-414F-A72A-B93FD0374C1B}"/>
              </a:ext>
            </a:extLst>
          </p:cNvPr>
          <p:cNvSpPr txBox="1">
            <a:spLocks noChangeArrowheads="1"/>
          </p:cNvSpPr>
          <p:nvPr/>
        </p:nvSpPr>
        <p:spPr bwMode="auto">
          <a:xfrm>
            <a:off x="5867400" y="6096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50000"/>
              </a:spcBef>
              <a:buClrTx/>
              <a:buSzTx/>
              <a:buFontTx/>
              <a:buNone/>
            </a:pPr>
            <a:r>
              <a:rPr lang="en-US" altLang="zh-TW" sz="1600" u="sng">
                <a:latin typeface="Tahoma" panose="020B0604030504040204" pitchFamily="34" charset="0"/>
              </a:rPr>
              <a:t>SSN</a:t>
            </a:r>
          </a:p>
        </p:txBody>
      </p:sp>
      <p:sp>
        <p:nvSpPr>
          <p:cNvPr id="110664" name="Oval 83">
            <a:extLst>
              <a:ext uri="{FF2B5EF4-FFF2-40B4-BE49-F238E27FC236}">
                <a16:creationId xmlns:a16="http://schemas.microsoft.com/office/drawing/2014/main" id="{EFBCFD37-4078-49B3-AFD5-A3381FE045AA}"/>
              </a:ext>
            </a:extLst>
          </p:cNvPr>
          <p:cNvSpPr>
            <a:spLocks noChangeArrowheads="1"/>
          </p:cNvSpPr>
          <p:nvPr/>
        </p:nvSpPr>
        <p:spPr bwMode="auto">
          <a:xfrm>
            <a:off x="7162800" y="5334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0665" name="Text Box 79">
            <a:extLst>
              <a:ext uri="{FF2B5EF4-FFF2-40B4-BE49-F238E27FC236}">
                <a16:creationId xmlns:a16="http://schemas.microsoft.com/office/drawing/2014/main" id="{9EB57109-54E9-4C11-9858-E0A7815EB6B2}"/>
              </a:ext>
            </a:extLst>
          </p:cNvPr>
          <p:cNvSpPr txBox="1">
            <a:spLocks noChangeArrowheads="1"/>
          </p:cNvSpPr>
          <p:nvPr/>
        </p:nvSpPr>
        <p:spPr bwMode="auto">
          <a:xfrm>
            <a:off x="7239000" y="6096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50000"/>
              </a:spcBef>
              <a:buClrTx/>
              <a:buSzTx/>
              <a:buFontTx/>
              <a:buNone/>
            </a:pPr>
            <a:r>
              <a:rPr lang="en-US" altLang="zh-TW" sz="1600">
                <a:latin typeface="Tahoma" panose="020B0604030504040204" pitchFamily="34" charset="0"/>
              </a:rPr>
              <a:t>Name</a:t>
            </a:r>
          </a:p>
        </p:txBody>
      </p:sp>
      <p:sp>
        <p:nvSpPr>
          <p:cNvPr id="110666" name="AutoShape 84">
            <a:extLst>
              <a:ext uri="{FF2B5EF4-FFF2-40B4-BE49-F238E27FC236}">
                <a16:creationId xmlns:a16="http://schemas.microsoft.com/office/drawing/2014/main" id="{6107A90D-1ADC-45E8-BF2B-7B4BB8763A6D}"/>
              </a:ext>
            </a:extLst>
          </p:cNvPr>
          <p:cNvSpPr>
            <a:spLocks noChangeArrowheads="1"/>
          </p:cNvSpPr>
          <p:nvPr/>
        </p:nvSpPr>
        <p:spPr bwMode="auto">
          <a:xfrm>
            <a:off x="4114800" y="2209800"/>
            <a:ext cx="914400" cy="762000"/>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0"/>
              </a:spcBef>
              <a:buClrTx/>
              <a:buSzTx/>
              <a:buFontTx/>
              <a:buNone/>
            </a:pPr>
            <a:endParaRPr lang="en-IN" altLang="en-US" sz="1600">
              <a:latin typeface="Tahoma" panose="020B0604030504040204" pitchFamily="34" charset="0"/>
            </a:endParaRPr>
          </a:p>
        </p:txBody>
      </p:sp>
      <p:sp>
        <p:nvSpPr>
          <p:cNvPr id="110667" name="Text Box 85">
            <a:extLst>
              <a:ext uri="{FF2B5EF4-FFF2-40B4-BE49-F238E27FC236}">
                <a16:creationId xmlns:a16="http://schemas.microsoft.com/office/drawing/2014/main" id="{D423A5F0-7989-4E17-B4FA-7738C3F94D1B}"/>
              </a:ext>
            </a:extLst>
          </p:cNvPr>
          <p:cNvSpPr txBox="1">
            <a:spLocks noChangeArrowheads="1"/>
          </p:cNvSpPr>
          <p:nvPr/>
        </p:nvSpPr>
        <p:spPr bwMode="auto">
          <a:xfrm>
            <a:off x="3962400" y="25146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lgn="r" eaLnBrk="1" hangingPunct="1">
              <a:spcBef>
                <a:spcPct val="50000"/>
              </a:spcBef>
              <a:buClrTx/>
              <a:buSzTx/>
              <a:buFontTx/>
              <a:buNone/>
            </a:pPr>
            <a:r>
              <a:rPr lang="en-US" altLang="zh-TW" sz="1600">
                <a:latin typeface="Tahoma" panose="020B0604030504040204" pitchFamily="34" charset="0"/>
              </a:rPr>
              <a:t>ISA</a:t>
            </a:r>
          </a:p>
        </p:txBody>
      </p:sp>
      <p:sp>
        <p:nvSpPr>
          <p:cNvPr id="110668" name="Line 86">
            <a:extLst>
              <a:ext uri="{FF2B5EF4-FFF2-40B4-BE49-F238E27FC236}">
                <a16:creationId xmlns:a16="http://schemas.microsoft.com/office/drawing/2014/main" id="{3D1D16DC-4850-40F5-A72B-FD21F51BDC4D}"/>
              </a:ext>
            </a:extLst>
          </p:cNvPr>
          <p:cNvSpPr>
            <a:spLocks noChangeShapeType="1"/>
          </p:cNvSpPr>
          <p:nvPr/>
        </p:nvSpPr>
        <p:spPr bwMode="auto">
          <a:xfrm flipV="1">
            <a:off x="4572000" y="1600200"/>
            <a:ext cx="2209800" cy="609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0669" name="Line 87">
            <a:extLst>
              <a:ext uri="{FF2B5EF4-FFF2-40B4-BE49-F238E27FC236}">
                <a16:creationId xmlns:a16="http://schemas.microsoft.com/office/drawing/2014/main" id="{38E130B1-474A-4542-92B3-2273F1B25E98}"/>
              </a:ext>
            </a:extLst>
          </p:cNvPr>
          <p:cNvSpPr>
            <a:spLocks noChangeShapeType="1"/>
          </p:cNvSpPr>
          <p:nvPr/>
        </p:nvSpPr>
        <p:spPr bwMode="auto">
          <a:xfrm flipH="1">
            <a:off x="2971800" y="2971800"/>
            <a:ext cx="11430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34B84903-7E84-420E-B30C-1E92F146833E}"/>
              </a:ext>
            </a:extLst>
          </p:cNvPr>
          <p:cNvSpPr>
            <a:spLocks noGrp="1" noChangeArrowheads="1"/>
          </p:cNvSpPr>
          <p:nvPr>
            <p:ph type="title"/>
          </p:nvPr>
        </p:nvSpPr>
        <p:spPr/>
        <p:txBody>
          <a:bodyPr/>
          <a:lstStyle/>
          <a:p>
            <a:pPr eaLnBrk="1" hangingPunct="1"/>
            <a:r>
              <a:rPr lang="en-US" altLang="zh-TW">
                <a:solidFill>
                  <a:srgbClr val="0000FF"/>
                </a:solidFill>
              </a:rPr>
              <a:t>Representing Class Hierarchy</a:t>
            </a:r>
          </a:p>
        </p:txBody>
      </p:sp>
      <p:sp>
        <p:nvSpPr>
          <p:cNvPr id="111619" name="Rectangle 3">
            <a:extLst>
              <a:ext uri="{FF2B5EF4-FFF2-40B4-BE49-F238E27FC236}">
                <a16:creationId xmlns:a16="http://schemas.microsoft.com/office/drawing/2014/main" id="{C182C142-5F27-4391-B70A-9133BE15187B}"/>
              </a:ext>
            </a:extLst>
          </p:cNvPr>
          <p:cNvSpPr>
            <a:spLocks noGrp="1" noChangeArrowheads="1"/>
          </p:cNvSpPr>
          <p:nvPr>
            <p:ph sz="quarter" idx="1"/>
          </p:nvPr>
        </p:nvSpPr>
        <p:spPr>
          <a:xfrm>
            <a:off x="381000" y="1600200"/>
            <a:ext cx="8229600" cy="4937125"/>
          </a:xfrm>
        </p:spPr>
        <p:txBody>
          <a:bodyPr/>
          <a:lstStyle/>
          <a:p>
            <a:pPr eaLnBrk="1" hangingPunct="1"/>
            <a:r>
              <a:rPr lang="en-US" altLang="zh-TW" sz="2800"/>
              <a:t>Two general approaches depending on disjointness and completeness</a:t>
            </a:r>
          </a:p>
          <a:p>
            <a:pPr lvl="1" eaLnBrk="1" hangingPunct="1"/>
            <a:r>
              <a:rPr lang="en-US" altLang="zh-TW"/>
              <a:t>For disjoint </a:t>
            </a:r>
            <a:r>
              <a:rPr lang="en-US" altLang="zh-TW" b="1"/>
              <a:t>AND</a:t>
            </a:r>
            <a:r>
              <a:rPr lang="en-US" altLang="zh-TW"/>
              <a:t> complete mapping class hierarchy: </a:t>
            </a:r>
          </a:p>
          <a:p>
            <a:pPr lvl="1" eaLnBrk="1" hangingPunct="1"/>
            <a:r>
              <a:rPr lang="en-US" altLang="zh-TW"/>
              <a:t>DO NOT create a table for the super class entity set</a:t>
            </a:r>
          </a:p>
          <a:p>
            <a:pPr lvl="1" eaLnBrk="1" hangingPunct="1"/>
            <a:r>
              <a:rPr lang="en-US" altLang="zh-TW"/>
              <a:t>Create a table for each subclass entity set include all attributes of that subclass entity set and attributes of the superclass entity set</a:t>
            </a:r>
          </a:p>
          <a:p>
            <a:pPr lvl="1" eaLnBrk="1" hangingPunct="1"/>
            <a:endParaRPr lang="en-US" altLang="zh-TW"/>
          </a:p>
          <a:p>
            <a:pPr lvl="1" eaLnBrk="1" hangingPunct="1"/>
            <a:r>
              <a:rPr lang="en-US" altLang="zh-TW"/>
              <a:t>Simple and Intuitive enough, need example?</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267A786F-1B9E-42CF-AC9C-735B349AA151}"/>
              </a:ext>
            </a:extLst>
          </p:cNvPr>
          <p:cNvSpPr>
            <a:spLocks noGrp="1" noChangeArrowheads="1"/>
          </p:cNvSpPr>
          <p:nvPr>
            <p:ph type="title"/>
          </p:nvPr>
        </p:nvSpPr>
        <p:spPr>
          <a:xfrm>
            <a:off x="381000" y="152400"/>
            <a:ext cx="2514600" cy="762000"/>
          </a:xfrm>
        </p:spPr>
        <p:txBody>
          <a:bodyPr/>
          <a:lstStyle/>
          <a:p>
            <a:pPr eaLnBrk="1" hangingPunct="1"/>
            <a:r>
              <a:rPr lang="en-US" altLang="zh-TW" sz="2400">
                <a:solidFill>
                  <a:srgbClr val="0000FF"/>
                </a:solidFill>
              </a:rPr>
              <a:t>Example</a:t>
            </a:r>
          </a:p>
        </p:txBody>
      </p:sp>
      <p:graphicFrame>
        <p:nvGraphicFramePr>
          <p:cNvPr id="33894" name="Group 102">
            <a:extLst>
              <a:ext uri="{FF2B5EF4-FFF2-40B4-BE49-F238E27FC236}">
                <a16:creationId xmlns:a16="http://schemas.microsoft.com/office/drawing/2014/main" id="{0AC8DAA0-0D7F-45F2-8496-18F0BE57FB6B}"/>
              </a:ext>
            </a:extLst>
          </p:cNvPr>
          <p:cNvGraphicFramePr>
            <a:graphicFrameLocks noGrp="1"/>
          </p:cNvGraphicFramePr>
          <p:nvPr>
            <p:ph sz="quarter" idx="1"/>
          </p:nvPr>
        </p:nvGraphicFramePr>
        <p:xfrm>
          <a:off x="228600" y="5486400"/>
          <a:ext cx="4722813" cy="1189038"/>
        </p:xfrm>
        <a:graphic>
          <a:graphicData uri="http://schemas.openxmlformats.org/drawingml/2006/table">
            <a:tbl>
              <a:tblPr/>
              <a:tblGrid>
                <a:gridCol w="944563">
                  <a:extLst>
                    <a:ext uri="{9D8B030D-6E8A-4147-A177-3AD203B41FA5}">
                      <a16:colId xmlns:a16="http://schemas.microsoft.com/office/drawing/2014/main" val="20000"/>
                    </a:ext>
                  </a:extLst>
                </a:gridCol>
                <a:gridCol w="944562">
                  <a:extLst>
                    <a:ext uri="{9D8B030D-6E8A-4147-A177-3AD203B41FA5}">
                      <a16:colId xmlns:a16="http://schemas.microsoft.com/office/drawing/2014/main" val="20001"/>
                    </a:ext>
                  </a:extLst>
                </a:gridCol>
                <a:gridCol w="944563">
                  <a:extLst>
                    <a:ext uri="{9D8B030D-6E8A-4147-A177-3AD203B41FA5}">
                      <a16:colId xmlns:a16="http://schemas.microsoft.com/office/drawing/2014/main" val="20002"/>
                    </a:ext>
                  </a:extLst>
                </a:gridCol>
                <a:gridCol w="944562">
                  <a:extLst>
                    <a:ext uri="{9D8B030D-6E8A-4147-A177-3AD203B41FA5}">
                      <a16:colId xmlns:a16="http://schemas.microsoft.com/office/drawing/2014/main" val="20003"/>
                    </a:ext>
                  </a:extLst>
                </a:gridCol>
                <a:gridCol w="944563">
                  <a:extLst>
                    <a:ext uri="{9D8B030D-6E8A-4147-A177-3AD203B41FA5}">
                      <a16:colId xmlns:a16="http://schemas.microsoft.com/office/drawing/2014/main" val="20004"/>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a:ln>
                            <a:noFill/>
                          </a:ln>
                          <a:solidFill>
                            <a:schemeClr val="tx1"/>
                          </a:solidFill>
                          <a:effectLst/>
                          <a:latin typeface="Arial" charset="0"/>
                          <a:ea typeface="新細明體" pitchFamily="18" charset="-120"/>
                        </a:rPr>
                        <a:t>SSN</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Name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SID</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Major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GPA</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1234</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John</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9999</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CS</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2.8</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5678</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Mary</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8888</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EE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3.6</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33837" name="Group 45">
            <a:extLst>
              <a:ext uri="{FF2B5EF4-FFF2-40B4-BE49-F238E27FC236}">
                <a16:creationId xmlns:a16="http://schemas.microsoft.com/office/drawing/2014/main" id="{FF2C922F-A539-4B3B-802B-A48F3BC8FDE6}"/>
              </a:ext>
            </a:extLst>
          </p:cNvPr>
          <p:cNvGraphicFramePr>
            <a:graphicFrameLocks noGrp="1"/>
          </p:cNvGraphicFramePr>
          <p:nvPr>
            <p:ph sz="quarter" idx="2"/>
          </p:nvPr>
        </p:nvGraphicFramePr>
        <p:xfrm>
          <a:off x="5105400" y="5486400"/>
          <a:ext cx="3886200" cy="1189038"/>
        </p:xfrm>
        <a:graphic>
          <a:graphicData uri="http://schemas.openxmlformats.org/drawingml/2006/table">
            <a:tbl>
              <a:tblPr/>
              <a:tblGrid>
                <a:gridCol w="12954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95400">
                  <a:extLst>
                    <a:ext uri="{9D8B030D-6E8A-4147-A177-3AD203B41FA5}">
                      <a16:colId xmlns:a16="http://schemas.microsoft.com/office/drawing/2014/main" val="20002"/>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a:ln>
                            <a:noFill/>
                          </a:ln>
                          <a:solidFill>
                            <a:schemeClr val="tx1"/>
                          </a:solidFill>
                          <a:effectLst/>
                          <a:latin typeface="Arial" charset="0"/>
                          <a:ea typeface="新細明體" pitchFamily="18" charset="-120"/>
                        </a:rPr>
                        <a:t>SSN</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Name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Dept</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1234</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Homer</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C.S.</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5678</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Marge</a:t>
                      </a:r>
                    </a:p>
                  </a:txBody>
                  <a:tcPr marT="45732" marB="4573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Math</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2687" name="Rectangle 29">
            <a:extLst>
              <a:ext uri="{FF2B5EF4-FFF2-40B4-BE49-F238E27FC236}">
                <a16:creationId xmlns:a16="http://schemas.microsoft.com/office/drawing/2014/main" id="{38B3285C-66B5-448D-B020-7068BFF49285}"/>
              </a:ext>
            </a:extLst>
          </p:cNvPr>
          <p:cNvSpPr>
            <a:spLocks noChangeArrowheads="1"/>
          </p:cNvSpPr>
          <p:nvPr/>
        </p:nvSpPr>
        <p:spPr bwMode="auto">
          <a:xfrm>
            <a:off x="1828800" y="2743200"/>
            <a:ext cx="1143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688" name="Text Box 30">
            <a:extLst>
              <a:ext uri="{FF2B5EF4-FFF2-40B4-BE49-F238E27FC236}">
                <a16:creationId xmlns:a16="http://schemas.microsoft.com/office/drawing/2014/main" id="{3A54E836-5B87-4692-827E-3DD228D11CAE}"/>
              </a:ext>
            </a:extLst>
          </p:cNvPr>
          <p:cNvSpPr txBox="1">
            <a:spLocks noChangeArrowheads="1"/>
          </p:cNvSpPr>
          <p:nvPr/>
        </p:nvSpPr>
        <p:spPr bwMode="auto">
          <a:xfrm>
            <a:off x="1905000" y="28194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Student</a:t>
            </a:r>
          </a:p>
        </p:txBody>
      </p:sp>
      <p:sp>
        <p:nvSpPr>
          <p:cNvPr id="112689" name="Oval 32">
            <a:extLst>
              <a:ext uri="{FF2B5EF4-FFF2-40B4-BE49-F238E27FC236}">
                <a16:creationId xmlns:a16="http://schemas.microsoft.com/office/drawing/2014/main" id="{4A4C32B5-37B4-44C3-99D8-BBC5B1D3F9DC}"/>
              </a:ext>
            </a:extLst>
          </p:cNvPr>
          <p:cNvSpPr>
            <a:spLocks noChangeArrowheads="1"/>
          </p:cNvSpPr>
          <p:nvPr/>
        </p:nvSpPr>
        <p:spPr bwMode="auto">
          <a:xfrm>
            <a:off x="304800" y="25908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690" name="Oval 33">
            <a:extLst>
              <a:ext uri="{FF2B5EF4-FFF2-40B4-BE49-F238E27FC236}">
                <a16:creationId xmlns:a16="http://schemas.microsoft.com/office/drawing/2014/main" id="{24AB101D-63C1-405A-AC18-FBF56C7C974D}"/>
              </a:ext>
            </a:extLst>
          </p:cNvPr>
          <p:cNvSpPr>
            <a:spLocks noChangeArrowheads="1"/>
          </p:cNvSpPr>
          <p:nvPr/>
        </p:nvSpPr>
        <p:spPr bwMode="auto">
          <a:xfrm>
            <a:off x="685800" y="35814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691" name="Oval 34">
            <a:extLst>
              <a:ext uri="{FF2B5EF4-FFF2-40B4-BE49-F238E27FC236}">
                <a16:creationId xmlns:a16="http://schemas.microsoft.com/office/drawing/2014/main" id="{959C5419-3C9B-488F-8C73-3370C9D4FD89}"/>
              </a:ext>
            </a:extLst>
          </p:cNvPr>
          <p:cNvSpPr>
            <a:spLocks noChangeArrowheads="1"/>
          </p:cNvSpPr>
          <p:nvPr/>
        </p:nvSpPr>
        <p:spPr bwMode="auto">
          <a:xfrm>
            <a:off x="2667000" y="36576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692" name="Line 37">
            <a:extLst>
              <a:ext uri="{FF2B5EF4-FFF2-40B4-BE49-F238E27FC236}">
                <a16:creationId xmlns:a16="http://schemas.microsoft.com/office/drawing/2014/main" id="{CAD415FC-1F11-45AF-A6D6-65AD7A31C645}"/>
              </a:ext>
            </a:extLst>
          </p:cNvPr>
          <p:cNvSpPr>
            <a:spLocks noChangeShapeType="1"/>
          </p:cNvSpPr>
          <p:nvPr/>
        </p:nvSpPr>
        <p:spPr bwMode="auto">
          <a:xfrm flipH="1" flipV="1">
            <a:off x="2590800" y="32004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693" name="Line 38">
            <a:extLst>
              <a:ext uri="{FF2B5EF4-FFF2-40B4-BE49-F238E27FC236}">
                <a16:creationId xmlns:a16="http://schemas.microsoft.com/office/drawing/2014/main" id="{7DF77095-3DF4-4B15-999D-438128654EAB}"/>
              </a:ext>
            </a:extLst>
          </p:cNvPr>
          <p:cNvSpPr>
            <a:spLocks noChangeShapeType="1"/>
          </p:cNvSpPr>
          <p:nvPr/>
        </p:nvSpPr>
        <p:spPr bwMode="auto">
          <a:xfrm flipV="1">
            <a:off x="1524000" y="32004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694" name="Text Box 39">
            <a:extLst>
              <a:ext uri="{FF2B5EF4-FFF2-40B4-BE49-F238E27FC236}">
                <a16:creationId xmlns:a16="http://schemas.microsoft.com/office/drawing/2014/main" id="{34C25CF4-08E0-4090-A9A3-8EDCCB58810A}"/>
              </a:ext>
            </a:extLst>
          </p:cNvPr>
          <p:cNvSpPr txBox="1">
            <a:spLocks noChangeArrowheads="1"/>
          </p:cNvSpPr>
          <p:nvPr/>
        </p:nvSpPr>
        <p:spPr bwMode="auto">
          <a:xfrm>
            <a:off x="533400" y="26670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SID</a:t>
            </a:r>
          </a:p>
        </p:txBody>
      </p:sp>
      <p:sp>
        <p:nvSpPr>
          <p:cNvPr id="112695" name="Text Box 41">
            <a:extLst>
              <a:ext uri="{FF2B5EF4-FFF2-40B4-BE49-F238E27FC236}">
                <a16:creationId xmlns:a16="http://schemas.microsoft.com/office/drawing/2014/main" id="{40E7B96A-5ABA-4E2C-96AB-5525259BA12F}"/>
              </a:ext>
            </a:extLst>
          </p:cNvPr>
          <p:cNvSpPr txBox="1">
            <a:spLocks noChangeArrowheads="1"/>
          </p:cNvSpPr>
          <p:nvPr/>
        </p:nvSpPr>
        <p:spPr bwMode="auto">
          <a:xfrm>
            <a:off x="838200" y="36576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Major</a:t>
            </a:r>
          </a:p>
        </p:txBody>
      </p:sp>
      <p:sp>
        <p:nvSpPr>
          <p:cNvPr id="112696" name="Text Box 42">
            <a:extLst>
              <a:ext uri="{FF2B5EF4-FFF2-40B4-BE49-F238E27FC236}">
                <a16:creationId xmlns:a16="http://schemas.microsoft.com/office/drawing/2014/main" id="{57BAEA3C-EAAE-4537-906D-9D26B0118B65}"/>
              </a:ext>
            </a:extLst>
          </p:cNvPr>
          <p:cNvSpPr txBox="1">
            <a:spLocks noChangeArrowheads="1"/>
          </p:cNvSpPr>
          <p:nvPr/>
        </p:nvSpPr>
        <p:spPr bwMode="auto">
          <a:xfrm>
            <a:off x="2895600" y="37338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GPA</a:t>
            </a:r>
          </a:p>
        </p:txBody>
      </p:sp>
      <p:sp>
        <p:nvSpPr>
          <p:cNvPr id="112697" name="AutoShape 43">
            <a:extLst>
              <a:ext uri="{FF2B5EF4-FFF2-40B4-BE49-F238E27FC236}">
                <a16:creationId xmlns:a16="http://schemas.microsoft.com/office/drawing/2014/main" id="{0534FBFA-27D8-4169-9CBF-E6987E2C57EA}"/>
              </a:ext>
            </a:extLst>
          </p:cNvPr>
          <p:cNvSpPr>
            <a:spLocks noChangeArrowheads="1"/>
          </p:cNvSpPr>
          <p:nvPr/>
        </p:nvSpPr>
        <p:spPr bwMode="auto">
          <a:xfrm>
            <a:off x="1219200" y="4114800"/>
            <a:ext cx="1905000" cy="114300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698" name="AutoShape 44">
            <a:extLst>
              <a:ext uri="{FF2B5EF4-FFF2-40B4-BE49-F238E27FC236}">
                <a16:creationId xmlns:a16="http://schemas.microsoft.com/office/drawing/2014/main" id="{688B7857-5AF3-4888-8FB4-21B3E52090C8}"/>
              </a:ext>
            </a:extLst>
          </p:cNvPr>
          <p:cNvSpPr>
            <a:spLocks noChangeArrowheads="1"/>
          </p:cNvSpPr>
          <p:nvPr/>
        </p:nvSpPr>
        <p:spPr bwMode="auto">
          <a:xfrm>
            <a:off x="6248400" y="4114800"/>
            <a:ext cx="1905000" cy="1143000"/>
          </a:xfrm>
          <a:prstGeom prst="downArrow">
            <a:avLst>
              <a:gd name="adj1" fmla="val 50000"/>
              <a:gd name="adj2" fmla="val 25000"/>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699" name="Rectangle 63">
            <a:extLst>
              <a:ext uri="{FF2B5EF4-FFF2-40B4-BE49-F238E27FC236}">
                <a16:creationId xmlns:a16="http://schemas.microsoft.com/office/drawing/2014/main" id="{C9742D06-9B96-4F55-8352-87FE223399BA}"/>
              </a:ext>
            </a:extLst>
          </p:cNvPr>
          <p:cNvSpPr>
            <a:spLocks noChangeArrowheads="1"/>
          </p:cNvSpPr>
          <p:nvPr/>
        </p:nvSpPr>
        <p:spPr bwMode="auto">
          <a:xfrm>
            <a:off x="4038600" y="990600"/>
            <a:ext cx="1524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700" name="Text Box 64">
            <a:extLst>
              <a:ext uri="{FF2B5EF4-FFF2-40B4-BE49-F238E27FC236}">
                <a16:creationId xmlns:a16="http://schemas.microsoft.com/office/drawing/2014/main" id="{79A48EBF-17E9-428A-994C-932701CE1A82}"/>
              </a:ext>
            </a:extLst>
          </p:cNvPr>
          <p:cNvSpPr txBox="1">
            <a:spLocks noChangeArrowheads="1"/>
          </p:cNvSpPr>
          <p:nvPr/>
        </p:nvSpPr>
        <p:spPr bwMode="auto">
          <a:xfrm>
            <a:off x="4114800" y="1066800"/>
            <a:ext cx="1676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SJSU people</a:t>
            </a:r>
          </a:p>
        </p:txBody>
      </p:sp>
      <p:sp>
        <p:nvSpPr>
          <p:cNvPr id="112701" name="Line 66">
            <a:extLst>
              <a:ext uri="{FF2B5EF4-FFF2-40B4-BE49-F238E27FC236}">
                <a16:creationId xmlns:a16="http://schemas.microsoft.com/office/drawing/2014/main" id="{87454D8B-097A-4908-B753-711100DBF0CC}"/>
              </a:ext>
            </a:extLst>
          </p:cNvPr>
          <p:cNvSpPr>
            <a:spLocks noChangeShapeType="1"/>
          </p:cNvSpPr>
          <p:nvPr/>
        </p:nvSpPr>
        <p:spPr bwMode="auto">
          <a:xfrm>
            <a:off x="3505200" y="6858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702" name="Line 67">
            <a:extLst>
              <a:ext uri="{FF2B5EF4-FFF2-40B4-BE49-F238E27FC236}">
                <a16:creationId xmlns:a16="http://schemas.microsoft.com/office/drawing/2014/main" id="{872B87A6-8147-4D75-9133-C575825B74FB}"/>
              </a:ext>
            </a:extLst>
          </p:cNvPr>
          <p:cNvSpPr>
            <a:spLocks noChangeShapeType="1"/>
          </p:cNvSpPr>
          <p:nvPr/>
        </p:nvSpPr>
        <p:spPr bwMode="auto">
          <a:xfrm flipH="1">
            <a:off x="4648200" y="6858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703" name="Oval 70">
            <a:extLst>
              <a:ext uri="{FF2B5EF4-FFF2-40B4-BE49-F238E27FC236}">
                <a16:creationId xmlns:a16="http://schemas.microsoft.com/office/drawing/2014/main" id="{CBCAAF65-EE54-433C-B1D2-36A5AAE50733}"/>
              </a:ext>
            </a:extLst>
          </p:cNvPr>
          <p:cNvSpPr>
            <a:spLocks noChangeArrowheads="1"/>
          </p:cNvSpPr>
          <p:nvPr/>
        </p:nvSpPr>
        <p:spPr bwMode="auto">
          <a:xfrm>
            <a:off x="2971800" y="1524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704" name="Text Box 71">
            <a:extLst>
              <a:ext uri="{FF2B5EF4-FFF2-40B4-BE49-F238E27FC236}">
                <a16:creationId xmlns:a16="http://schemas.microsoft.com/office/drawing/2014/main" id="{D5253382-C2DE-4941-9FF4-E2DD3A6D9EEB}"/>
              </a:ext>
            </a:extLst>
          </p:cNvPr>
          <p:cNvSpPr txBox="1">
            <a:spLocks noChangeArrowheads="1"/>
          </p:cNvSpPr>
          <p:nvPr/>
        </p:nvSpPr>
        <p:spPr bwMode="auto">
          <a:xfrm>
            <a:off x="3124200" y="2286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SSN</a:t>
            </a:r>
          </a:p>
        </p:txBody>
      </p:sp>
      <p:sp>
        <p:nvSpPr>
          <p:cNvPr id="112705" name="Oval 72">
            <a:extLst>
              <a:ext uri="{FF2B5EF4-FFF2-40B4-BE49-F238E27FC236}">
                <a16:creationId xmlns:a16="http://schemas.microsoft.com/office/drawing/2014/main" id="{EAF75CE8-34A2-4EAD-A070-EFDD3B6BF2E2}"/>
              </a:ext>
            </a:extLst>
          </p:cNvPr>
          <p:cNvSpPr>
            <a:spLocks noChangeArrowheads="1"/>
          </p:cNvSpPr>
          <p:nvPr/>
        </p:nvSpPr>
        <p:spPr bwMode="auto">
          <a:xfrm>
            <a:off x="4419600" y="1524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706" name="Text Box 73">
            <a:extLst>
              <a:ext uri="{FF2B5EF4-FFF2-40B4-BE49-F238E27FC236}">
                <a16:creationId xmlns:a16="http://schemas.microsoft.com/office/drawing/2014/main" id="{06613098-666F-4AB5-843E-2C43E5315835}"/>
              </a:ext>
            </a:extLst>
          </p:cNvPr>
          <p:cNvSpPr txBox="1">
            <a:spLocks noChangeArrowheads="1"/>
          </p:cNvSpPr>
          <p:nvPr/>
        </p:nvSpPr>
        <p:spPr bwMode="auto">
          <a:xfrm>
            <a:off x="4495800" y="2286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112707" name="AutoShape 74">
            <a:extLst>
              <a:ext uri="{FF2B5EF4-FFF2-40B4-BE49-F238E27FC236}">
                <a16:creationId xmlns:a16="http://schemas.microsoft.com/office/drawing/2014/main" id="{2B7C3101-B9E8-48C9-A95C-DABDD9D56E32}"/>
              </a:ext>
            </a:extLst>
          </p:cNvPr>
          <p:cNvSpPr>
            <a:spLocks noChangeArrowheads="1"/>
          </p:cNvSpPr>
          <p:nvPr/>
        </p:nvSpPr>
        <p:spPr bwMode="auto">
          <a:xfrm>
            <a:off x="4114800" y="2209800"/>
            <a:ext cx="914400" cy="762000"/>
          </a:xfrm>
          <a:prstGeom prst="flowChartExtra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708" name="Text Box 75">
            <a:extLst>
              <a:ext uri="{FF2B5EF4-FFF2-40B4-BE49-F238E27FC236}">
                <a16:creationId xmlns:a16="http://schemas.microsoft.com/office/drawing/2014/main" id="{3A5ABD9F-208C-48EE-90D3-E400B00688C6}"/>
              </a:ext>
            </a:extLst>
          </p:cNvPr>
          <p:cNvSpPr txBox="1">
            <a:spLocks noChangeArrowheads="1"/>
          </p:cNvSpPr>
          <p:nvPr/>
        </p:nvSpPr>
        <p:spPr bwMode="auto">
          <a:xfrm>
            <a:off x="4267200" y="25146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ISA</a:t>
            </a:r>
          </a:p>
        </p:txBody>
      </p:sp>
      <p:sp>
        <p:nvSpPr>
          <p:cNvPr id="112709" name="Line 77">
            <a:extLst>
              <a:ext uri="{FF2B5EF4-FFF2-40B4-BE49-F238E27FC236}">
                <a16:creationId xmlns:a16="http://schemas.microsoft.com/office/drawing/2014/main" id="{4077CC22-FAF8-4505-9407-F842E10EEF1B}"/>
              </a:ext>
            </a:extLst>
          </p:cNvPr>
          <p:cNvSpPr>
            <a:spLocks noChangeShapeType="1"/>
          </p:cNvSpPr>
          <p:nvPr/>
        </p:nvSpPr>
        <p:spPr bwMode="auto">
          <a:xfrm flipH="1">
            <a:off x="2971800" y="2971800"/>
            <a:ext cx="114300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710" name="Line 78">
            <a:extLst>
              <a:ext uri="{FF2B5EF4-FFF2-40B4-BE49-F238E27FC236}">
                <a16:creationId xmlns:a16="http://schemas.microsoft.com/office/drawing/2014/main" id="{C90F005E-E897-4717-AF95-98B6F8A1A9EE}"/>
              </a:ext>
            </a:extLst>
          </p:cNvPr>
          <p:cNvSpPr>
            <a:spLocks noChangeShapeType="1"/>
          </p:cNvSpPr>
          <p:nvPr/>
        </p:nvSpPr>
        <p:spPr bwMode="auto">
          <a:xfrm>
            <a:off x="1371600" y="2895600"/>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711" name="Line 79">
            <a:extLst>
              <a:ext uri="{FF2B5EF4-FFF2-40B4-BE49-F238E27FC236}">
                <a16:creationId xmlns:a16="http://schemas.microsoft.com/office/drawing/2014/main" id="{F0CA4757-6829-4FAF-AEEA-8D0B88D74F40}"/>
              </a:ext>
            </a:extLst>
          </p:cNvPr>
          <p:cNvSpPr>
            <a:spLocks noChangeShapeType="1"/>
          </p:cNvSpPr>
          <p:nvPr/>
        </p:nvSpPr>
        <p:spPr bwMode="auto">
          <a:xfrm flipH="1">
            <a:off x="4572000" y="1447800"/>
            <a:ext cx="762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712" name="Rectangle 80">
            <a:extLst>
              <a:ext uri="{FF2B5EF4-FFF2-40B4-BE49-F238E27FC236}">
                <a16:creationId xmlns:a16="http://schemas.microsoft.com/office/drawing/2014/main" id="{42EC9D1B-DA64-45C7-A7B7-DC0FDE10DC50}"/>
              </a:ext>
            </a:extLst>
          </p:cNvPr>
          <p:cNvSpPr>
            <a:spLocks noChangeArrowheads="1"/>
          </p:cNvSpPr>
          <p:nvPr/>
        </p:nvSpPr>
        <p:spPr bwMode="auto">
          <a:xfrm>
            <a:off x="6858000" y="2743200"/>
            <a:ext cx="1143000" cy="457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713" name="Text Box 81">
            <a:extLst>
              <a:ext uri="{FF2B5EF4-FFF2-40B4-BE49-F238E27FC236}">
                <a16:creationId xmlns:a16="http://schemas.microsoft.com/office/drawing/2014/main" id="{13A56223-1989-4879-8A7E-F0722970270D}"/>
              </a:ext>
            </a:extLst>
          </p:cNvPr>
          <p:cNvSpPr txBox="1">
            <a:spLocks noChangeArrowheads="1"/>
          </p:cNvSpPr>
          <p:nvPr/>
        </p:nvSpPr>
        <p:spPr bwMode="auto">
          <a:xfrm>
            <a:off x="6934200" y="28194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Faculty</a:t>
            </a:r>
          </a:p>
        </p:txBody>
      </p:sp>
      <p:sp>
        <p:nvSpPr>
          <p:cNvPr id="112714" name="Oval 83">
            <a:extLst>
              <a:ext uri="{FF2B5EF4-FFF2-40B4-BE49-F238E27FC236}">
                <a16:creationId xmlns:a16="http://schemas.microsoft.com/office/drawing/2014/main" id="{B9CB0E59-97E2-46E0-8164-AE5B2F2B12D5}"/>
              </a:ext>
            </a:extLst>
          </p:cNvPr>
          <p:cNvSpPr>
            <a:spLocks noChangeArrowheads="1"/>
          </p:cNvSpPr>
          <p:nvPr/>
        </p:nvSpPr>
        <p:spPr bwMode="auto">
          <a:xfrm>
            <a:off x="5715000" y="3581400"/>
            <a:ext cx="1066800" cy="533400"/>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2715" name="Line 86">
            <a:extLst>
              <a:ext uri="{FF2B5EF4-FFF2-40B4-BE49-F238E27FC236}">
                <a16:creationId xmlns:a16="http://schemas.microsoft.com/office/drawing/2014/main" id="{CC2D24AE-D6CC-4FEC-8443-891554FE3DFE}"/>
              </a:ext>
            </a:extLst>
          </p:cNvPr>
          <p:cNvSpPr>
            <a:spLocks noChangeShapeType="1"/>
          </p:cNvSpPr>
          <p:nvPr/>
        </p:nvSpPr>
        <p:spPr bwMode="auto">
          <a:xfrm flipV="1">
            <a:off x="6553200" y="3200400"/>
            <a:ext cx="6858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716" name="Text Box 88">
            <a:extLst>
              <a:ext uri="{FF2B5EF4-FFF2-40B4-BE49-F238E27FC236}">
                <a16:creationId xmlns:a16="http://schemas.microsoft.com/office/drawing/2014/main" id="{5BEF7A61-DB6C-4094-A1F0-DFB2533F4986}"/>
              </a:ext>
            </a:extLst>
          </p:cNvPr>
          <p:cNvSpPr txBox="1">
            <a:spLocks noChangeArrowheads="1"/>
          </p:cNvSpPr>
          <p:nvPr/>
        </p:nvSpPr>
        <p:spPr bwMode="auto">
          <a:xfrm>
            <a:off x="5867400" y="36576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Dept</a:t>
            </a:r>
          </a:p>
        </p:txBody>
      </p:sp>
      <p:sp>
        <p:nvSpPr>
          <p:cNvPr id="112717" name="Line 91">
            <a:extLst>
              <a:ext uri="{FF2B5EF4-FFF2-40B4-BE49-F238E27FC236}">
                <a16:creationId xmlns:a16="http://schemas.microsoft.com/office/drawing/2014/main" id="{7657F452-6456-4A1E-9A71-96A5ACEBCF01}"/>
              </a:ext>
            </a:extLst>
          </p:cNvPr>
          <p:cNvSpPr>
            <a:spLocks noChangeShapeType="1"/>
          </p:cNvSpPr>
          <p:nvPr/>
        </p:nvSpPr>
        <p:spPr bwMode="auto">
          <a:xfrm>
            <a:off x="5029200" y="2971800"/>
            <a:ext cx="18288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2718" name="Text Box 92">
            <a:extLst>
              <a:ext uri="{FF2B5EF4-FFF2-40B4-BE49-F238E27FC236}">
                <a16:creationId xmlns:a16="http://schemas.microsoft.com/office/drawing/2014/main" id="{75FF1CC9-FDBF-4C37-98CA-B8692489C214}"/>
              </a:ext>
            </a:extLst>
          </p:cNvPr>
          <p:cNvSpPr txBox="1">
            <a:spLocks noChangeArrowheads="1"/>
          </p:cNvSpPr>
          <p:nvPr/>
        </p:nvSpPr>
        <p:spPr bwMode="auto">
          <a:xfrm>
            <a:off x="3581400" y="3048000"/>
            <a:ext cx="2209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Disjoint and Complete mapping</a:t>
            </a:r>
          </a:p>
        </p:txBody>
      </p:sp>
      <p:sp>
        <p:nvSpPr>
          <p:cNvPr id="112719" name="Text Box 103">
            <a:extLst>
              <a:ext uri="{FF2B5EF4-FFF2-40B4-BE49-F238E27FC236}">
                <a16:creationId xmlns:a16="http://schemas.microsoft.com/office/drawing/2014/main" id="{5F7E8D9D-930F-4CF3-849C-5D7CC262950C}"/>
              </a:ext>
            </a:extLst>
          </p:cNvPr>
          <p:cNvSpPr txBox="1">
            <a:spLocks noChangeArrowheads="1"/>
          </p:cNvSpPr>
          <p:nvPr/>
        </p:nvSpPr>
        <p:spPr bwMode="auto">
          <a:xfrm>
            <a:off x="5867400" y="381000"/>
            <a:ext cx="304800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2400">
                <a:latin typeface="Tahoma" panose="020B0604030504040204" pitchFamily="34" charset="0"/>
              </a:rPr>
              <a:t>No table created for superclass entity set</a:t>
            </a:r>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2A6C7F10-2958-4E10-8627-5931BE79A408}"/>
                  </a:ext>
                </a:extLst>
              </p14:cNvPr>
              <p14:cNvContentPartPr/>
              <p14:nvPr/>
            </p14:nvContentPartPr>
            <p14:xfrm>
              <a:off x="417960" y="2543040"/>
              <a:ext cx="7066440" cy="3361680"/>
            </p14:xfrm>
          </p:contentPart>
        </mc:Choice>
        <mc:Fallback>
          <p:pic>
            <p:nvPicPr>
              <p:cNvPr id="2" name="Ink 1">
                <a:extLst>
                  <a:ext uri="{FF2B5EF4-FFF2-40B4-BE49-F238E27FC236}">
                    <a16:creationId xmlns:a16="http://schemas.microsoft.com/office/drawing/2014/main" id="{2A6C7F10-2958-4E10-8627-5931BE79A408}"/>
                  </a:ext>
                </a:extLst>
              </p:cNvPr>
              <p:cNvPicPr/>
              <p:nvPr/>
            </p:nvPicPr>
            <p:blipFill>
              <a:blip r:embed="rId3"/>
              <a:stretch>
                <a:fillRect/>
              </a:stretch>
            </p:blipFill>
            <p:spPr>
              <a:xfrm>
                <a:off x="408600" y="2533680"/>
                <a:ext cx="7085160" cy="3380400"/>
              </a:xfrm>
              <a:prstGeom prst="rect">
                <a:avLst/>
              </a:prstGeom>
            </p:spPr>
          </p:pic>
        </mc:Fallback>
      </mc:AlternateContent>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44">
            <a:extLst>
              <a:ext uri="{FF2B5EF4-FFF2-40B4-BE49-F238E27FC236}">
                <a16:creationId xmlns:a16="http://schemas.microsoft.com/office/drawing/2014/main" id="{DC40E8E3-7E0D-4277-953B-9BA3E9A8C503}"/>
              </a:ext>
            </a:extLst>
          </p:cNvPr>
          <p:cNvSpPr>
            <a:spLocks noChangeArrowheads="1"/>
          </p:cNvSpPr>
          <p:nvPr/>
        </p:nvSpPr>
        <p:spPr bwMode="auto">
          <a:xfrm>
            <a:off x="762000" y="1066800"/>
            <a:ext cx="8077200" cy="25146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34818" name="Rectangle 2">
            <a:extLst>
              <a:ext uri="{FF2B5EF4-FFF2-40B4-BE49-F238E27FC236}">
                <a16:creationId xmlns:a16="http://schemas.microsoft.com/office/drawing/2014/main" id="{4412B019-9BBF-4535-A514-A52DB0532FE8}"/>
              </a:ext>
            </a:extLst>
          </p:cNvPr>
          <p:cNvSpPr>
            <a:spLocks noGrp="1" noChangeArrowheads="1"/>
          </p:cNvSpPr>
          <p:nvPr>
            <p:ph type="title"/>
          </p:nvPr>
        </p:nvSpPr>
        <p:spPr>
          <a:xfrm>
            <a:off x="457200" y="381000"/>
            <a:ext cx="8229600" cy="487363"/>
          </a:xfrm>
        </p:spPr>
        <p:txBody>
          <a:bodyPr>
            <a:normAutofit fontScale="90000"/>
          </a:bodyPr>
          <a:lstStyle/>
          <a:p>
            <a:pPr eaLnBrk="1" fontAlgn="auto" hangingPunct="1">
              <a:spcAft>
                <a:spcPts val="0"/>
              </a:spcAft>
              <a:defRPr/>
            </a:pPr>
            <a:r>
              <a:rPr lang="en-US" altLang="zh-TW" dirty="0">
                <a:solidFill>
                  <a:srgbClr val="0000FF"/>
                </a:solidFill>
              </a:rPr>
              <a:t>Representing</a:t>
            </a:r>
            <a:r>
              <a:rPr lang="en-US" altLang="zh-TW" dirty="0"/>
              <a:t> </a:t>
            </a:r>
            <a:r>
              <a:rPr lang="en-US" altLang="zh-TW" dirty="0">
                <a:solidFill>
                  <a:srgbClr val="0000FF"/>
                </a:solidFill>
              </a:rPr>
              <a:t>Aggregation</a:t>
            </a:r>
          </a:p>
        </p:txBody>
      </p:sp>
      <p:graphicFrame>
        <p:nvGraphicFramePr>
          <p:cNvPr id="34887" name="Group 71">
            <a:extLst>
              <a:ext uri="{FF2B5EF4-FFF2-40B4-BE49-F238E27FC236}">
                <a16:creationId xmlns:a16="http://schemas.microsoft.com/office/drawing/2014/main" id="{8997654D-503C-4958-9B8E-B87BE3C3D942}"/>
              </a:ext>
            </a:extLst>
          </p:cNvPr>
          <p:cNvGraphicFramePr>
            <a:graphicFrameLocks noGrp="1"/>
          </p:cNvGraphicFramePr>
          <p:nvPr>
            <p:ph type="tbl" idx="1"/>
          </p:nvPr>
        </p:nvGraphicFramePr>
        <p:xfrm>
          <a:off x="3200400" y="5486400"/>
          <a:ext cx="2019300" cy="1189038"/>
        </p:xfrm>
        <a:graphic>
          <a:graphicData uri="http://schemas.openxmlformats.org/drawingml/2006/table">
            <a:tbl>
              <a:tblPr/>
              <a:tblGrid>
                <a:gridCol w="1009650">
                  <a:extLst>
                    <a:ext uri="{9D8B030D-6E8A-4147-A177-3AD203B41FA5}">
                      <a16:colId xmlns:a16="http://schemas.microsoft.com/office/drawing/2014/main" val="20000"/>
                    </a:ext>
                  </a:extLst>
                </a:gridCol>
                <a:gridCol w="1009650">
                  <a:extLst>
                    <a:ext uri="{9D8B030D-6E8A-4147-A177-3AD203B41FA5}">
                      <a16:colId xmlns:a16="http://schemas.microsoft.com/office/drawing/2014/main" val="20001"/>
                    </a:ext>
                  </a:extLst>
                </a:gridCol>
              </a:tblGrid>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a:ln>
                            <a:noFill/>
                          </a:ln>
                          <a:solidFill>
                            <a:schemeClr val="tx1"/>
                          </a:solidFill>
                          <a:effectLst/>
                          <a:latin typeface="Arial" charset="0"/>
                          <a:ea typeface="新細明體" pitchFamily="18" charset="-120"/>
                        </a:rPr>
                        <a:t>SID</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sng" strike="noStrike" cap="none" normalizeH="0" baseline="0">
                          <a:ln>
                            <a:noFill/>
                          </a:ln>
                          <a:solidFill>
                            <a:schemeClr val="tx1"/>
                          </a:solidFill>
                          <a:effectLst/>
                          <a:latin typeface="Arial" charset="0"/>
                          <a:ea typeface="新細明體" pitchFamily="18" charset="-120"/>
                        </a:rPr>
                        <a:t>Code</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1234</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04</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9634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5678</a:t>
                      </a:r>
                    </a:p>
                  </a:txBody>
                  <a:tcPr marT="45732" marB="45732"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TW" sz="2000" b="0" i="0" u="none" strike="noStrike" cap="none" normalizeH="0" baseline="0">
                          <a:ln>
                            <a:noFill/>
                          </a:ln>
                          <a:solidFill>
                            <a:schemeClr val="tx1"/>
                          </a:solidFill>
                          <a:effectLst/>
                          <a:latin typeface="Arial" charset="0"/>
                          <a:ea typeface="新細明體" pitchFamily="18" charset="-120"/>
                        </a:rPr>
                        <a:t>08</a:t>
                      </a:r>
                    </a:p>
                  </a:txBody>
                  <a:tcPr marT="45732" marB="4573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13682" name="Rectangle 5">
            <a:extLst>
              <a:ext uri="{FF2B5EF4-FFF2-40B4-BE49-F238E27FC236}">
                <a16:creationId xmlns:a16="http://schemas.microsoft.com/office/drawing/2014/main" id="{B9632792-4ADB-4775-B25C-486B1ECB2837}"/>
              </a:ext>
            </a:extLst>
          </p:cNvPr>
          <p:cNvSpPr>
            <a:spLocks noChangeArrowheads="1"/>
          </p:cNvSpPr>
          <p:nvPr/>
        </p:nvSpPr>
        <p:spPr bwMode="auto">
          <a:xfrm>
            <a:off x="1447800" y="2057400"/>
            <a:ext cx="1143000" cy="4572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683" name="Text Box 6">
            <a:extLst>
              <a:ext uri="{FF2B5EF4-FFF2-40B4-BE49-F238E27FC236}">
                <a16:creationId xmlns:a16="http://schemas.microsoft.com/office/drawing/2014/main" id="{B38AB97A-9E01-407C-8BA0-3C8833AD3E3F}"/>
              </a:ext>
            </a:extLst>
          </p:cNvPr>
          <p:cNvSpPr txBox="1">
            <a:spLocks noChangeArrowheads="1"/>
          </p:cNvSpPr>
          <p:nvPr/>
        </p:nvSpPr>
        <p:spPr bwMode="auto">
          <a:xfrm>
            <a:off x="1524000" y="21336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Student</a:t>
            </a:r>
          </a:p>
        </p:txBody>
      </p:sp>
      <p:sp>
        <p:nvSpPr>
          <p:cNvPr id="113684" name="Oval 7">
            <a:extLst>
              <a:ext uri="{FF2B5EF4-FFF2-40B4-BE49-F238E27FC236}">
                <a16:creationId xmlns:a16="http://schemas.microsoft.com/office/drawing/2014/main" id="{3A54B3F7-C043-472E-8D39-B2D047202BCF}"/>
              </a:ext>
            </a:extLst>
          </p:cNvPr>
          <p:cNvSpPr>
            <a:spLocks noChangeArrowheads="1"/>
          </p:cNvSpPr>
          <p:nvPr/>
        </p:nvSpPr>
        <p:spPr bwMode="auto">
          <a:xfrm>
            <a:off x="19050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685" name="Oval 8">
            <a:extLst>
              <a:ext uri="{FF2B5EF4-FFF2-40B4-BE49-F238E27FC236}">
                <a16:creationId xmlns:a16="http://schemas.microsoft.com/office/drawing/2014/main" id="{84836C07-864B-49E2-85F7-6F4D00D7A094}"/>
              </a:ext>
            </a:extLst>
          </p:cNvPr>
          <p:cNvSpPr>
            <a:spLocks noChangeArrowheads="1"/>
          </p:cNvSpPr>
          <p:nvPr/>
        </p:nvSpPr>
        <p:spPr bwMode="auto">
          <a:xfrm>
            <a:off x="2286000" y="29718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686" name="Line 10">
            <a:extLst>
              <a:ext uri="{FF2B5EF4-FFF2-40B4-BE49-F238E27FC236}">
                <a16:creationId xmlns:a16="http://schemas.microsoft.com/office/drawing/2014/main" id="{7674FB92-3A10-4204-BE5D-369A92DE1C28}"/>
              </a:ext>
            </a:extLst>
          </p:cNvPr>
          <p:cNvSpPr>
            <a:spLocks noChangeShapeType="1"/>
          </p:cNvSpPr>
          <p:nvPr/>
        </p:nvSpPr>
        <p:spPr bwMode="auto">
          <a:xfrm flipH="1">
            <a:off x="2057400" y="17526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87" name="Line 11">
            <a:extLst>
              <a:ext uri="{FF2B5EF4-FFF2-40B4-BE49-F238E27FC236}">
                <a16:creationId xmlns:a16="http://schemas.microsoft.com/office/drawing/2014/main" id="{6A483C22-3378-4446-A2D1-A91DD2F463F5}"/>
              </a:ext>
            </a:extLst>
          </p:cNvPr>
          <p:cNvSpPr>
            <a:spLocks noChangeShapeType="1"/>
          </p:cNvSpPr>
          <p:nvPr/>
        </p:nvSpPr>
        <p:spPr bwMode="auto">
          <a:xfrm flipH="1" flipV="1">
            <a:off x="2209800" y="25146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88" name="Text Box 14">
            <a:extLst>
              <a:ext uri="{FF2B5EF4-FFF2-40B4-BE49-F238E27FC236}">
                <a16:creationId xmlns:a16="http://schemas.microsoft.com/office/drawing/2014/main" id="{0A7DF7E3-5E93-4CF3-B035-463202911114}"/>
              </a:ext>
            </a:extLst>
          </p:cNvPr>
          <p:cNvSpPr txBox="1">
            <a:spLocks noChangeArrowheads="1"/>
          </p:cNvSpPr>
          <p:nvPr/>
        </p:nvSpPr>
        <p:spPr bwMode="auto">
          <a:xfrm>
            <a:off x="2057400" y="12954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113689" name="Text Box 16">
            <a:extLst>
              <a:ext uri="{FF2B5EF4-FFF2-40B4-BE49-F238E27FC236}">
                <a16:creationId xmlns:a16="http://schemas.microsoft.com/office/drawing/2014/main" id="{EFCF1454-C846-4507-9386-70F94642AABA}"/>
              </a:ext>
            </a:extLst>
          </p:cNvPr>
          <p:cNvSpPr txBox="1">
            <a:spLocks noChangeArrowheads="1"/>
          </p:cNvSpPr>
          <p:nvPr/>
        </p:nvSpPr>
        <p:spPr bwMode="auto">
          <a:xfrm>
            <a:off x="2514600" y="30480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SID</a:t>
            </a:r>
          </a:p>
        </p:txBody>
      </p:sp>
      <p:sp>
        <p:nvSpPr>
          <p:cNvPr id="113690" name="AutoShape 17">
            <a:extLst>
              <a:ext uri="{FF2B5EF4-FFF2-40B4-BE49-F238E27FC236}">
                <a16:creationId xmlns:a16="http://schemas.microsoft.com/office/drawing/2014/main" id="{5C2E6C78-8AA5-498B-AA70-2CDD7E465BA0}"/>
              </a:ext>
            </a:extLst>
          </p:cNvPr>
          <p:cNvSpPr>
            <a:spLocks noChangeArrowheads="1"/>
          </p:cNvSpPr>
          <p:nvPr/>
        </p:nvSpPr>
        <p:spPr bwMode="auto">
          <a:xfrm>
            <a:off x="3733800" y="1905000"/>
            <a:ext cx="1676400" cy="762000"/>
          </a:xfrm>
          <a:prstGeom prst="flowChartDecision">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691" name="Text Box 18">
            <a:extLst>
              <a:ext uri="{FF2B5EF4-FFF2-40B4-BE49-F238E27FC236}">
                <a16:creationId xmlns:a16="http://schemas.microsoft.com/office/drawing/2014/main" id="{8908349F-899D-46C2-9BC5-E28F3F8140C5}"/>
              </a:ext>
            </a:extLst>
          </p:cNvPr>
          <p:cNvSpPr txBox="1">
            <a:spLocks noChangeArrowheads="1"/>
          </p:cNvSpPr>
          <p:nvPr/>
        </p:nvSpPr>
        <p:spPr bwMode="auto">
          <a:xfrm>
            <a:off x="4114800" y="20574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Advisor</a:t>
            </a:r>
          </a:p>
        </p:txBody>
      </p:sp>
      <p:sp>
        <p:nvSpPr>
          <p:cNvPr id="113692" name="Line 19">
            <a:extLst>
              <a:ext uri="{FF2B5EF4-FFF2-40B4-BE49-F238E27FC236}">
                <a16:creationId xmlns:a16="http://schemas.microsoft.com/office/drawing/2014/main" id="{CF3F2D14-91FE-4DAC-A68B-DDD227E01777}"/>
              </a:ext>
            </a:extLst>
          </p:cNvPr>
          <p:cNvSpPr>
            <a:spLocks noChangeShapeType="1"/>
          </p:cNvSpPr>
          <p:nvPr/>
        </p:nvSpPr>
        <p:spPr bwMode="auto">
          <a:xfrm>
            <a:off x="2590800" y="2286000"/>
            <a:ext cx="1143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693" name="Rectangle 20">
            <a:extLst>
              <a:ext uri="{FF2B5EF4-FFF2-40B4-BE49-F238E27FC236}">
                <a16:creationId xmlns:a16="http://schemas.microsoft.com/office/drawing/2014/main" id="{84F4952C-5BE1-48CC-9D8C-FEB827F63260}"/>
              </a:ext>
            </a:extLst>
          </p:cNvPr>
          <p:cNvSpPr>
            <a:spLocks noChangeArrowheads="1"/>
          </p:cNvSpPr>
          <p:nvPr/>
        </p:nvSpPr>
        <p:spPr bwMode="auto">
          <a:xfrm>
            <a:off x="6553200" y="2057400"/>
            <a:ext cx="1143000" cy="4572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694" name="Text Box 21">
            <a:extLst>
              <a:ext uri="{FF2B5EF4-FFF2-40B4-BE49-F238E27FC236}">
                <a16:creationId xmlns:a16="http://schemas.microsoft.com/office/drawing/2014/main" id="{9FC95A50-A032-4632-A47F-78EF1A7E3281}"/>
              </a:ext>
            </a:extLst>
          </p:cNvPr>
          <p:cNvSpPr txBox="1">
            <a:spLocks noChangeArrowheads="1"/>
          </p:cNvSpPr>
          <p:nvPr/>
        </p:nvSpPr>
        <p:spPr bwMode="auto">
          <a:xfrm>
            <a:off x="6553200" y="2133600"/>
            <a:ext cx="1219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Professor</a:t>
            </a:r>
          </a:p>
        </p:txBody>
      </p:sp>
      <p:sp>
        <p:nvSpPr>
          <p:cNvPr id="113695" name="Line 22">
            <a:extLst>
              <a:ext uri="{FF2B5EF4-FFF2-40B4-BE49-F238E27FC236}">
                <a16:creationId xmlns:a16="http://schemas.microsoft.com/office/drawing/2014/main" id="{D718AE6C-6BEE-41AC-8A47-1FF6D79258EF}"/>
              </a:ext>
            </a:extLst>
          </p:cNvPr>
          <p:cNvSpPr>
            <a:spLocks noChangeShapeType="1"/>
          </p:cNvSpPr>
          <p:nvPr/>
        </p:nvSpPr>
        <p:spPr bwMode="auto">
          <a:xfrm>
            <a:off x="5410200" y="2286000"/>
            <a:ext cx="11430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13696" name="Oval 23">
            <a:extLst>
              <a:ext uri="{FF2B5EF4-FFF2-40B4-BE49-F238E27FC236}">
                <a16:creationId xmlns:a16="http://schemas.microsoft.com/office/drawing/2014/main" id="{E17BAE3B-D0ED-4D9A-8819-D8C65BC15F9B}"/>
              </a:ext>
            </a:extLst>
          </p:cNvPr>
          <p:cNvSpPr>
            <a:spLocks noChangeArrowheads="1"/>
          </p:cNvSpPr>
          <p:nvPr/>
        </p:nvSpPr>
        <p:spPr bwMode="auto">
          <a:xfrm>
            <a:off x="54102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697" name="Text Box 24">
            <a:extLst>
              <a:ext uri="{FF2B5EF4-FFF2-40B4-BE49-F238E27FC236}">
                <a16:creationId xmlns:a16="http://schemas.microsoft.com/office/drawing/2014/main" id="{517FA31B-36A5-4A32-9657-A693769C4101}"/>
              </a:ext>
            </a:extLst>
          </p:cNvPr>
          <p:cNvSpPr txBox="1">
            <a:spLocks noChangeArrowheads="1"/>
          </p:cNvSpPr>
          <p:nvPr/>
        </p:nvSpPr>
        <p:spPr bwMode="auto">
          <a:xfrm>
            <a:off x="5638800" y="1295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SSN</a:t>
            </a:r>
          </a:p>
        </p:txBody>
      </p:sp>
      <p:sp>
        <p:nvSpPr>
          <p:cNvPr id="113698" name="Oval 25">
            <a:extLst>
              <a:ext uri="{FF2B5EF4-FFF2-40B4-BE49-F238E27FC236}">
                <a16:creationId xmlns:a16="http://schemas.microsoft.com/office/drawing/2014/main" id="{31CAE30E-D102-444D-B1AA-C447AFD2DA68}"/>
              </a:ext>
            </a:extLst>
          </p:cNvPr>
          <p:cNvSpPr>
            <a:spLocks noChangeArrowheads="1"/>
          </p:cNvSpPr>
          <p:nvPr/>
        </p:nvSpPr>
        <p:spPr bwMode="auto">
          <a:xfrm>
            <a:off x="7315200" y="12192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699" name="Text Box 26">
            <a:extLst>
              <a:ext uri="{FF2B5EF4-FFF2-40B4-BE49-F238E27FC236}">
                <a16:creationId xmlns:a16="http://schemas.microsoft.com/office/drawing/2014/main" id="{550B5022-F639-488C-914F-4A1EE02A2B6F}"/>
              </a:ext>
            </a:extLst>
          </p:cNvPr>
          <p:cNvSpPr txBox="1">
            <a:spLocks noChangeArrowheads="1"/>
          </p:cNvSpPr>
          <p:nvPr/>
        </p:nvSpPr>
        <p:spPr bwMode="auto">
          <a:xfrm>
            <a:off x="7467600" y="12954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113700" name="Oval 27">
            <a:extLst>
              <a:ext uri="{FF2B5EF4-FFF2-40B4-BE49-F238E27FC236}">
                <a16:creationId xmlns:a16="http://schemas.microsoft.com/office/drawing/2014/main" id="{EA6C0B8A-B78C-462E-AF30-245C63080376}"/>
              </a:ext>
            </a:extLst>
          </p:cNvPr>
          <p:cNvSpPr>
            <a:spLocks noChangeArrowheads="1"/>
          </p:cNvSpPr>
          <p:nvPr/>
        </p:nvSpPr>
        <p:spPr bwMode="auto">
          <a:xfrm>
            <a:off x="7620000" y="28194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701" name="Text Box 28">
            <a:extLst>
              <a:ext uri="{FF2B5EF4-FFF2-40B4-BE49-F238E27FC236}">
                <a16:creationId xmlns:a16="http://schemas.microsoft.com/office/drawing/2014/main" id="{DB5208E1-958F-472C-B011-23862393BC5F}"/>
              </a:ext>
            </a:extLst>
          </p:cNvPr>
          <p:cNvSpPr txBox="1">
            <a:spLocks noChangeArrowheads="1"/>
          </p:cNvSpPr>
          <p:nvPr/>
        </p:nvSpPr>
        <p:spPr bwMode="auto">
          <a:xfrm>
            <a:off x="7772400" y="28956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Dept</a:t>
            </a:r>
          </a:p>
        </p:txBody>
      </p:sp>
      <p:sp>
        <p:nvSpPr>
          <p:cNvPr id="113702" name="Line 29">
            <a:extLst>
              <a:ext uri="{FF2B5EF4-FFF2-40B4-BE49-F238E27FC236}">
                <a16:creationId xmlns:a16="http://schemas.microsoft.com/office/drawing/2014/main" id="{3BA238B1-13CF-42A1-B3A5-365F0648501B}"/>
              </a:ext>
            </a:extLst>
          </p:cNvPr>
          <p:cNvSpPr>
            <a:spLocks noChangeShapeType="1"/>
          </p:cNvSpPr>
          <p:nvPr/>
        </p:nvSpPr>
        <p:spPr bwMode="auto">
          <a:xfrm>
            <a:off x="6172200" y="1752600"/>
            <a:ext cx="6096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3" name="Line 30">
            <a:extLst>
              <a:ext uri="{FF2B5EF4-FFF2-40B4-BE49-F238E27FC236}">
                <a16:creationId xmlns:a16="http://schemas.microsoft.com/office/drawing/2014/main" id="{9160BE17-E2E7-47F7-8982-251A4B1D4E2C}"/>
              </a:ext>
            </a:extLst>
          </p:cNvPr>
          <p:cNvSpPr>
            <a:spLocks noChangeShapeType="1"/>
          </p:cNvSpPr>
          <p:nvPr/>
        </p:nvSpPr>
        <p:spPr bwMode="auto">
          <a:xfrm flipH="1">
            <a:off x="7239000" y="1752600"/>
            <a:ext cx="457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4" name="Line 31">
            <a:extLst>
              <a:ext uri="{FF2B5EF4-FFF2-40B4-BE49-F238E27FC236}">
                <a16:creationId xmlns:a16="http://schemas.microsoft.com/office/drawing/2014/main" id="{DE2F87F7-B0D0-468E-AAF2-A4BFFA6AC5B9}"/>
              </a:ext>
            </a:extLst>
          </p:cNvPr>
          <p:cNvSpPr>
            <a:spLocks noChangeShapeType="1"/>
          </p:cNvSpPr>
          <p:nvPr/>
        </p:nvSpPr>
        <p:spPr bwMode="auto">
          <a:xfrm flipH="1" flipV="1">
            <a:off x="7467600" y="2514600"/>
            <a:ext cx="4572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05" name="Rectangle 32">
            <a:extLst>
              <a:ext uri="{FF2B5EF4-FFF2-40B4-BE49-F238E27FC236}">
                <a16:creationId xmlns:a16="http://schemas.microsoft.com/office/drawing/2014/main" id="{06B4FF0D-2EA8-43F9-B1E2-0EA2544F221E}"/>
              </a:ext>
            </a:extLst>
          </p:cNvPr>
          <p:cNvSpPr>
            <a:spLocks noChangeArrowheads="1"/>
          </p:cNvSpPr>
          <p:nvPr/>
        </p:nvSpPr>
        <p:spPr bwMode="auto">
          <a:xfrm>
            <a:off x="6705600" y="4648200"/>
            <a:ext cx="1143000" cy="457200"/>
          </a:xfrm>
          <a:prstGeom prst="rect">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706" name="Text Box 33">
            <a:extLst>
              <a:ext uri="{FF2B5EF4-FFF2-40B4-BE49-F238E27FC236}">
                <a16:creationId xmlns:a16="http://schemas.microsoft.com/office/drawing/2014/main" id="{B3351184-9E98-4CFD-9465-9BFB56A9A7FC}"/>
              </a:ext>
            </a:extLst>
          </p:cNvPr>
          <p:cNvSpPr txBox="1">
            <a:spLocks noChangeArrowheads="1"/>
          </p:cNvSpPr>
          <p:nvPr/>
        </p:nvSpPr>
        <p:spPr bwMode="auto">
          <a:xfrm>
            <a:off x="6781800" y="4724400"/>
            <a:ext cx="990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Dept</a:t>
            </a:r>
          </a:p>
        </p:txBody>
      </p:sp>
      <p:sp>
        <p:nvSpPr>
          <p:cNvPr id="113707" name="Oval 34">
            <a:extLst>
              <a:ext uri="{FF2B5EF4-FFF2-40B4-BE49-F238E27FC236}">
                <a16:creationId xmlns:a16="http://schemas.microsoft.com/office/drawing/2014/main" id="{83E46024-4C91-4384-BD23-A3B6F1013D71}"/>
              </a:ext>
            </a:extLst>
          </p:cNvPr>
          <p:cNvSpPr>
            <a:spLocks noChangeArrowheads="1"/>
          </p:cNvSpPr>
          <p:nvPr/>
        </p:nvSpPr>
        <p:spPr bwMode="auto">
          <a:xfrm>
            <a:off x="7162800" y="38100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708" name="Oval 35">
            <a:extLst>
              <a:ext uri="{FF2B5EF4-FFF2-40B4-BE49-F238E27FC236}">
                <a16:creationId xmlns:a16="http://schemas.microsoft.com/office/drawing/2014/main" id="{4DABFBC7-C85E-449C-A234-01A963E39400}"/>
              </a:ext>
            </a:extLst>
          </p:cNvPr>
          <p:cNvSpPr>
            <a:spLocks noChangeArrowheads="1"/>
          </p:cNvSpPr>
          <p:nvPr/>
        </p:nvSpPr>
        <p:spPr bwMode="auto">
          <a:xfrm>
            <a:off x="7543800" y="5562600"/>
            <a:ext cx="1066800" cy="533400"/>
          </a:xfrm>
          <a:prstGeom prst="ellipse">
            <a:avLst/>
          </a:prstGeom>
          <a:solidFill>
            <a:schemeClr val="accent1"/>
          </a:solidFill>
          <a:ln w="9525">
            <a:solidFill>
              <a:schemeClr val="tx1"/>
            </a:solidFill>
            <a:round/>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709" name="Line 36">
            <a:extLst>
              <a:ext uri="{FF2B5EF4-FFF2-40B4-BE49-F238E27FC236}">
                <a16:creationId xmlns:a16="http://schemas.microsoft.com/office/drawing/2014/main" id="{98B2B538-4B50-40E5-980D-DBA97FCACD8B}"/>
              </a:ext>
            </a:extLst>
          </p:cNvPr>
          <p:cNvSpPr>
            <a:spLocks noChangeShapeType="1"/>
          </p:cNvSpPr>
          <p:nvPr/>
        </p:nvSpPr>
        <p:spPr bwMode="auto">
          <a:xfrm flipH="1">
            <a:off x="7315200" y="4343400"/>
            <a:ext cx="381000" cy="304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0" name="Line 37">
            <a:extLst>
              <a:ext uri="{FF2B5EF4-FFF2-40B4-BE49-F238E27FC236}">
                <a16:creationId xmlns:a16="http://schemas.microsoft.com/office/drawing/2014/main" id="{ABC15D42-7463-4F5A-87D6-7B45DCC32E09}"/>
              </a:ext>
            </a:extLst>
          </p:cNvPr>
          <p:cNvSpPr>
            <a:spLocks noChangeShapeType="1"/>
          </p:cNvSpPr>
          <p:nvPr/>
        </p:nvSpPr>
        <p:spPr bwMode="auto">
          <a:xfrm flipH="1" flipV="1">
            <a:off x="7467600" y="5105400"/>
            <a:ext cx="533400" cy="457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1" name="Text Box 38">
            <a:extLst>
              <a:ext uri="{FF2B5EF4-FFF2-40B4-BE49-F238E27FC236}">
                <a16:creationId xmlns:a16="http://schemas.microsoft.com/office/drawing/2014/main" id="{C8F5652D-9AEF-4F2F-BAE9-F50F7EABDD41}"/>
              </a:ext>
            </a:extLst>
          </p:cNvPr>
          <p:cNvSpPr txBox="1">
            <a:spLocks noChangeArrowheads="1"/>
          </p:cNvSpPr>
          <p:nvPr/>
        </p:nvSpPr>
        <p:spPr bwMode="auto">
          <a:xfrm>
            <a:off x="7315200" y="38862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Name</a:t>
            </a:r>
          </a:p>
        </p:txBody>
      </p:sp>
      <p:sp>
        <p:nvSpPr>
          <p:cNvPr id="113712" name="Text Box 39">
            <a:extLst>
              <a:ext uri="{FF2B5EF4-FFF2-40B4-BE49-F238E27FC236}">
                <a16:creationId xmlns:a16="http://schemas.microsoft.com/office/drawing/2014/main" id="{88AEA5F6-998F-4B01-BAEA-C1C72F609784}"/>
              </a:ext>
            </a:extLst>
          </p:cNvPr>
          <p:cNvSpPr txBox="1">
            <a:spLocks noChangeArrowheads="1"/>
          </p:cNvSpPr>
          <p:nvPr/>
        </p:nvSpPr>
        <p:spPr bwMode="auto">
          <a:xfrm>
            <a:off x="7772400" y="5638800"/>
            <a:ext cx="8382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u="sng">
                <a:latin typeface="Tahoma" panose="020B0604030504040204" pitchFamily="34" charset="0"/>
              </a:rPr>
              <a:t>Code</a:t>
            </a:r>
          </a:p>
        </p:txBody>
      </p:sp>
      <p:sp>
        <p:nvSpPr>
          <p:cNvPr id="113713" name="AutoShape 41">
            <a:extLst>
              <a:ext uri="{FF2B5EF4-FFF2-40B4-BE49-F238E27FC236}">
                <a16:creationId xmlns:a16="http://schemas.microsoft.com/office/drawing/2014/main" id="{586E456A-E02F-482A-8889-3447E362E942}"/>
              </a:ext>
            </a:extLst>
          </p:cNvPr>
          <p:cNvSpPr>
            <a:spLocks noChangeArrowheads="1"/>
          </p:cNvSpPr>
          <p:nvPr/>
        </p:nvSpPr>
        <p:spPr bwMode="auto">
          <a:xfrm>
            <a:off x="3733800" y="3962400"/>
            <a:ext cx="1676400" cy="762000"/>
          </a:xfrm>
          <a:prstGeom prst="flowChartDecision">
            <a:avLst/>
          </a:prstGeom>
          <a:solidFill>
            <a:schemeClr val="accent1"/>
          </a:solidFill>
          <a:ln w="9525">
            <a:solidFill>
              <a:schemeClr val="tx1"/>
            </a:solidFill>
            <a:miter lim="800000"/>
            <a:headEnd/>
            <a:tailEnd/>
          </a:ln>
        </p:spPr>
        <p:txBody>
          <a:bodyPr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714" name="Text Box 42">
            <a:extLst>
              <a:ext uri="{FF2B5EF4-FFF2-40B4-BE49-F238E27FC236}">
                <a16:creationId xmlns:a16="http://schemas.microsoft.com/office/drawing/2014/main" id="{29AA776B-3607-4921-BF2C-98566F62C694}"/>
              </a:ext>
            </a:extLst>
          </p:cNvPr>
          <p:cNvSpPr txBox="1">
            <a:spLocks noChangeArrowheads="1"/>
          </p:cNvSpPr>
          <p:nvPr/>
        </p:nvSpPr>
        <p:spPr bwMode="auto">
          <a:xfrm>
            <a:off x="4114800" y="4114800"/>
            <a:ext cx="1143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member</a:t>
            </a:r>
          </a:p>
        </p:txBody>
      </p:sp>
      <p:sp>
        <p:nvSpPr>
          <p:cNvPr id="113715" name="Line 43">
            <a:extLst>
              <a:ext uri="{FF2B5EF4-FFF2-40B4-BE49-F238E27FC236}">
                <a16:creationId xmlns:a16="http://schemas.microsoft.com/office/drawing/2014/main" id="{BE97C05B-8EB9-4239-BFF6-B48B24A53380}"/>
              </a:ext>
            </a:extLst>
          </p:cNvPr>
          <p:cNvSpPr>
            <a:spLocks noChangeShapeType="1"/>
          </p:cNvSpPr>
          <p:nvPr/>
        </p:nvSpPr>
        <p:spPr bwMode="auto">
          <a:xfrm flipH="1" flipV="1">
            <a:off x="5105400" y="4495800"/>
            <a:ext cx="1600200" cy="381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6" name="Line 45">
            <a:extLst>
              <a:ext uri="{FF2B5EF4-FFF2-40B4-BE49-F238E27FC236}">
                <a16:creationId xmlns:a16="http://schemas.microsoft.com/office/drawing/2014/main" id="{AC22147E-D90D-443A-B3F9-FCE862E62EAF}"/>
              </a:ext>
            </a:extLst>
          </p:cNvPr>
          <p:cNvSpPr>
            <a:spLocks noChangeShapeType="1"/>
          </p:cNvSpPr>
          <p:nvPr/>
        </p:nvSpPr>
        <p:spPr bwMode="auto">
          <a:xfrm flipV="1">
            <a:off x="4572000" y="2667000"/>
            <a:ext cx="0" cy="1295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113717" name="AutoShape 69">
            <a:extLst>
              <a:ext uri="{FF2B5EF4-FFF2-40B4-BE49-F238E27FC236}">
                <a16:creationId xmlns:a16="http://schemas.microsoft.com/office/drawing/2014/main" id="{3E7A9D0C-518B-4623-975A-19ED9A35814A}"/>
              </a:ext>
            </a:extLst>
          </p:cNvPr>
          <p:cNvSpPr>
            <a:spLocks noChangeArrowheads="1"/>
          </p:cNvSpPr>
          <p:nvPr/>
        </p:nvSpPr>
        <p:spPr bwMode="auto">
          <a:xfrm>
            <a:off x="4038600" y="4724400"/>
            <a:ext cx="609600" cy="685800"/>
          </a:xfrm>
          <a:prstGeom prst="downArrow">
            <a:avLst>
              <a:gd name="adj1" fmla="val 50000"/>
              <a:gd name="adj2" fmla="val 28125"/>
            </a:avLst>
          </a:prstGeom>
          <a:solidFill>
            <a:schemeClr val="accent1"/>
          </a:solidFill>
          <a:ln w="9525">
            <a:solidFill>
              <a:schemeClr val="tx1"/>
            </a:solidFill>
            <a:miter lim="800000"/>
            <a:headEnd/>
            <a:tailEnd/>
          </a:ln>
        </p:spPr>
        <p:txBody>
          <a:bodyPr vert="eaVert" wrap="none" anchor="ct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1600">
              <a:latin typeface="Tahoma" panose="020B0604030504040204" pitchFamily="34" charset="0"/>
            </a:endParaRPr>
          </a:p>
        </p:txBody>
      </p:sp>
      <p:sp>
        <p:nvSpPr>
          <p:cNvPr id="113718" name="Line 73">
            <a:extLst>
              <a:ext uri="{FF2B5EF4-FFF2-40B4-BE49-F238E27FC236}">
                <a16:creationId xmlns:a16="http://schemas.microsoft.com/office/drawing/2014/main" id="{3BE9CDD9-788A-435E-80A1-8CF8CADB284A}"/>
              </a:ext>
            </a:extLst>
          </p:cNvPr>
          <p:cNvSpPr>
            <a:spLocks noChangeShapeType="1"/>
          </p:cNvSpPr>
          <p:nvPr/>
        </p:nvSpPr>
        <p:spPr bwMode="auto">
          <a:xfrm>
            <a:off x="2057400" y="4876800"/>
            <a:ext cx="1447800" cy="5334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13719" name="Text Box 74">
            <a:extLst>
              <a:ext uri="{FF2B5EF4-FFF2-40B4-BE49-F238E27FC236}">
                <a16:creationId xmlns:a16="http://schemas.microsoft.com/office/drawing/2014/main" id="{E74F213B-503C-47A0-B03C-622DEB03BE94}"/>
              </a:ext>
            </a:extLst>
          </p:cNvPr>
          <p:cNvSpPr txBox="1">
            <a:spLocks noChangeArrowheads="1"/>
          </p:cNvSpPr>
          <p:nvPr/>
        </p:nvSpPr>
        <p:spPr bwMode="auto">
          <a:xfrm>
            <a:off x="838200" y="4495800"/>
            <a:ext cx="2590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Primary Key of </a:t>
            </a:r>
            <a:r>
              <a:rPr lang="en-US" altLang="zh-TW" sz="1600" i="1">
                <a:latin typeface="Tahoma" panose="020B0604030504040204" pitchFamily="34" charset="0"/>
              </a:rPr>
              <a:t>Advisor</a:t>
            </a:r>
            <a:endParaRPr lang="en-US" altLang="zh-TW" sz="1600">
              <a:latin typeface="Tahoma" panose="020B0604030504040204" pitchFamily="34" charset="0"/>
            </a:endParaRPr>
          </a:p>
        </p:txBody>
      </p:sp>
      <p:sp>
        <p:nvSpPr>
          <p:cNvPr id="113720" name="Line 75">
            <a:extLst>
              <a:ext uri="{FF2B5EF4-FFF2-40B4-BE49-F238E27FC236}">
                <a16:creationId xmlns:a16="http://schemas.microsoft.com/office/drawing/2014/main" id="{2424FEBB-3CDF-45F1-82A0-4A39363556D7}"/>
              </a:ext>
            </a:extLst>
          </p:cNvPr>
          <p:cNvSpPr>
            <a:spLocks noChangeShapeType="1"/>
          </p:cNvSpPr>
          <p:nvPr/>
        </p:nvSpPr>
        <p:spPr bwMode="auto">
          <a:xfrm flipH="1" flipV="1">
            <a:off x="5257800" y="5715000"/>
            <a:ext cx="1066800" cy="2286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113721" name="Text Box 76">
            <a:extLst>
              <a:ext uri="{FF2B5EF4-FFF2-40B4-BE49-F238E27FC236}">
                <a16:creationId xmlns:a16="http://schemas.microsoft.com/office/drawing/2014/main" id="{FD8CEB29-FB75-48EA-9C6D-E0B9A46B8031}"/>
              </a:ext>
            </a:extLst>
          </p:cNvPr>
          <p:cNvSpPr txBox="1">
            <a:spLocks noChangeArrowheads="1"/>
          </p:cNvSpPr>
          <p:nvPr/>
        </p:nvSpPr>
        <p:spPr bwMode="auto">
          <a:xfrm>
            <a:off x="5562600" y="6096000"/>
            <a:ext cx="2209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50000"/>
              </a:spcBef>
              <a:buClrTx/>
              <a:buSzTx/>
              <a:buFontTx/>
              <a:buNone/>
            </a:pPr>
            <a:r>
              <a:rPr lang="en-US" altLang="zh-TW" sz="1600">
                <a:latin typeface="Tahoma" panose="020B0604030504040204" pitchFamily="34" charset="0"/>
              </a:rPr>
              <a:t>Primary key of </a:t>
            </a:r>
            <a:r>
              <a:rPr lang="en-US" altLang="zh-TW" sz="1600" i="1">
                <a:latin typeface="Tahoma" panose="020B0604030504040204" pitchFamily="34" charset="0"/>
              </a:rPr>
              <a:t>Dept</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285B2B41-B6EF-41B8-A613-CD43138FBA6F}"/>
              </a:ext>
            </a:extLst>
          </p:cNvPr>
          <p:cNvSpPr>
            <a:spLocks noGrp="1" noChangeArrowheads="1"/>
          </p:cNvSpPr>
          <p:nvPr>
            <p:ph type="title"/>
          </p:nvPr>
        </p:nvSpPr>
        <p:spPr/>
        <p:txBody>
          <a:bodyPr/>
          <a:lstStyle/>
          <a:p>
            <a:pPr eaLnBrk="1" hangingPunct="1"/>
            <a:r>
              <a:rPr lang="en-US" altLang="en-US"/>
              <a:t>Representing aggregation</a:t>
            </a:r>
          </a:p>
        </p:txBody>
      </p:sp>
      <p:sp>
        <p:nvSpPr>
          <p:cNvPr id="114691" name="Rectangle 3">
            <a:extLst>
              <a:ext uri="{FF2B5EF4-FFF2-40B4-BE49-F238E27FC236}">
                <a16:creationId xmlns:a16="http://schemas.microsoft.com/office/drawing/2014/main" id="{007DC968-A8FD-4E18-9296-03B906F0EC09}"/>
              </a:ext>
            </a:extLst>
          </p:cNvPr>
          <p:cNvSpPr>
            <a:spLocks noGrp="1" noChangeArrowheads="1"/>
          </p:cNvSpPr>
          <p:nvPr>
            <p:ph sz="quarter" idx="1"/>
          </p:nvPr>
        </p:nvSpPr>
        <p:spPr>
          <a:xfrm>
            <a:off x="762000" y="1676400"/>
            <a:ext cx="7772400" cy="2438400"/>
          </a:xfrm>
        </p:spPr>
        <p:txBody>
          <a:bodyPr/>
          <a:lstStyle/>
          <a:p>
            <a:pPr eaLnBrk="1" hangingPunct="1"/>
            <a:r>
              <a:rPr lang="en-US" altLang="en-US"/>
              <a:t>make table, with primary keys of all involved entities</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972BCE92-3283-4655-80EC-C27623D906CB}"/>
              </a:ext>
            </a:extLst>
          </p:cNvPr>
          <p:cNvSpPr>
            <a:spLocks noGrp="1" noChangeArrowheads="1"/>
          </p:cNvSpPr>
          <p:nvPr>
            <p:ph type="title"/>
          </p:nvPr>
        </p:nvSpPr>
        <p:spPr/>
        <p:txBody>
          <a:bodyPr/>
          <a:lstStyle/>
          <a:p>
            <a:pPr eaLnBrk="1" hangingPunct="1"/>
            <a:r>
              <a:rPr lang="en-US" altLang="en-US"/>
              <a:t>Summary - cont’d</a:t>
            </a:r>
          </a:p>
        </p:txBody>
      </p:sp>
      <p:grpSp>
        <p:nvGrpSpPr>
          <p:cNvPr id="116739" name="Group 3">
            <a:extLst>
              <a:ext uri="{FF2B5EF4-FFF2-40B4-BE49-F238E27FC236}">
                <a16:creationId xmlns:a16="http://schemas.microsoft.com/office/drawing/2014/main" id="{89EAB888-163D-41E8-BD26-5CA07F27CB14}"/>
              </a:ext>
            </a:extLst>
          </p:cNvPr>
          <p:cNvGrpSpPr>
            <a:grpSpLocks/>
          </p:cNvGrpSpPr>
          <p:nvPr/>
        </p:nvGrpSpPr>
        <p:grpSpPr bwMode="auto">
          <a:xfrm>
            <a:off x="1066800" y="1981200"/>
            <a:ext cx="3689350" cy="533400"/>
            <a:chOff x="960" y="1488"/>
            <a:chExt cx="2324" cy="336"/>
          </a:xfrm>
        </p:grpSpPr>
        <p:sp>
          <p:nvSpPr>
            <p:cNvPr id="116757" name="Rectangle 4">
              <a:extLst>
                <a:ext uri="{FF2B5EF4-FFF2-40B4-BE49-F238E27FC236}">
                  <a16:creationId xmlns:a16="http://schemas.microsoft.com/office/drawing/2014/main" id="{7EB6E364-82BF-4052-B0FB-CCBE5FAB83FA}"/>
                </a:ext>
              </a:extLst>
            </p:cNvPr>
            <p:cNvSpPr>
              <a:spLocks noChangeArrowheads="1"/>
            </p:cNvSpPr>
            <p:nvPr/>
          </p:nvSpPr>
          <p:spPr bwMode="auto">
            <a:xfrm>
              <a:off x="960" y="1488"/>
              <a:ext cx="576" cy="336"/>
            </a:xfrm>
            <a:prstGeom prst="rect">
              <a:avLst/>
            </a:prstGeom>
            <a:solidFill>
              <a:schemeClr val="accent1"/>
            </a:solidFill>
            <a:ln w="38100">
              <a:solidFill>
                <a:schemeClr val="tx1"/>
              </a:solidFill>
              <a:miter lim="800000"/>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6758" name="Text Box 5">
              <a:extLst>
                <a:ext uri="{FF2B5EF4-FFF2-40B4-BE49-F238E27FC236}">
                  <a16:creationId xmlns:a16="http://schemas.microsoft.com/office/drawing/2014/main" id="{FC679D10-A53B-4CA3-926B-1BBF7F901D95}"/>
                </a:ext>
              </a:extLst>
            </p:cNvPr>
            <p:cNvSpPr txBox="1">
              <a:spLocks noChangeArrowheads="1"/>
            </p:cNvSpPr>
            <p:nvPr/>
          </p:nvSpPr>
          <p:spPr bwMode="auto">
            <a:xfrm>
              <a:off x="1728" y="1488"/>
              <a:ext cx="15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(strong) entity set</a:t>
              </a:r>
            </a:p>
          </p:txBody>
        </p:sp>
      </p:grpSp>
      <p:grpSp>
        <p:nvGrpSpPr>
          <p:cNvPr id="116740" name="Group 6">
            <a:extLst>
              <a:ext uri="{FF2B5EF4-FFF2-40B4-BE49-F238E27FC236}">
                <a16:creationId xmlns:a16="http://schemas.microsoft.com/office/drawing/2014/main" id="{4DBA6D93-77E3-4B96-B677-D4D3A47D9FBB}"/>
              </a:ext>
            </a:extLst>
          </p:cNvPr>
          <p:cNvGrpSpPr>
            <a:grpSpLocks/>
          </p:cNvGrpSpPr>
          <p:nvPr/>
        </p:nvGrpSpPr>
        <p:grpSpPr bwMode="auto">
          <a:xfrm>
            <a:off x="1066800" y="2819400"/>
            <a:ext cx="3333750" cy="533400"/>
            <a:chOff x="1008" y="2112"/>
            <a:chExt cx="2100" cy="336"/>
          </a:xfrm>
        </p:grpSpPr>
        <p:sp>
          <p:nvSpPr>
            <p:cNvPr id="116755" name="Rectangle 7">
              <a:extLst>
                <a:ext uri="{FF2B5EF4-FFF2-40B4-BE49-F238E27FC236}">
                  <a16:creationId xmlns:a16="http://schemas.microsoft.com/office/drawing/2014/main" id="{8C7A7372-8B2C-41EF-8998-1AE727270769}"/>
                </a:ext>
              </a:extLst>
            </p:cNvPr>
            <p:cNvSpPr>
              <a:spLocks noChangeArrowheads="1"/>
            </p:cNvSpPr>
            <p:nvPr/>
          </p:nvSpPr>
          <p:spPr bwMode="auto">
            <a:xfrm>
              <a:off x="1008" y="2112"/>
              <a:ext cx="576" cy="336"/>
            </a:xfrm>
            <a:prstGeom prst="rect">
              <a:avLst/>
            </a:prstGeom>
            <a:solidFill>
              <a:schemeClr val="accent1"/>
            </a:solidFill>
            <a:ln w="76200" cmpd="dbl">
              <a:solidFill>
                <a:schemeClr val="tx1"/>
              </a:solidFill>
              <a:miter lim="800000"/>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6756" name="Text Box 8">
              <a:extLst>
                <a:ext uri="{FF2B5EF4-FFF2-40B4-BE49-F238E27FC236}">
                  <a16:creationId xmlns:a16="http://schemas.microsoft.com/office/drawing/2014/main" id="{D2C64105-7347-4843-A236-AC4B7BD07C13}"/>
                </a:ext>
              </a:extLst>
            </p:cNvPr>
            <p:cNvSpPr txBox="1">
              <a:spLocks noChangeArrowheads="1"/>
            </p:cNvSpPr>
            <p:nvPr/>
          </p:nvSpPr>
          <p:spPr bwMode="auto">
            <a:xfrm>
              <a:off x="1776" y="2112"/>
              <a:ext cx="13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weak entity set</a:t>
              </a:r>
            </a:p>
          </p:txBody>
        </p:sp>
      </p:grpSp>
      <p:grpSp>
        <p:nvGrpSpPr>
          <p:cNvPr id="116741" name="Group 9">
            <a:extLst>
              <a:ext uri="{FF2B5EF4-FFF2-40B4-BE49-F238E27FC236}">
                <a16:creationId xmlns:a16="http://schemas.microsoft.com/office/drawing/2014/main" id="{B9ADA2C6-6F82-4F05-AEFF-D0A743E0076A}"/>
              </a:ext>
            </a:extLst>
          </p:cNvPr>
          <p:cNvGrpSpPr>
            <a:grpSpLocks/>
          </p:cNvGrpSpPr>
          <p:nvPr/>
        </p:nvGrpSpPr>
        <p:grpSpPr bwMode="auto">
          <a:xfrm>
            <a:off x="1066800" y="3733800"/>
            <a:ext cx="3468688" cy="914400"/>
            <a:chOff x="1008" y="2640"/>
            <a:chExt cx="2185" cy="576"/>
          </a:xfrm>
        </p:grpSpPr>
        <p:sp>
          <p:nvSpPr>
            <p:cNvPr id="116753" name="AutoShape 10">
              <a:extLst>
                <a:ext uri="{FF2B5EF4-FFF2-40B4-BE49-F238E27FC236}">
                  <a16:creationId xmlns:a16="http://schemas.microsoft.com/office/drawing/2014/main" id="{4AF132E1-06A5-4355-8658-373DCEECDAB0}"/>
                </a:ext>
              </a:extLst>
            </p:cNvPr>
            <p:cNvSpPr>
              <a:spLocks noChangeArrowheads="1"/>
            </p:cNvSpPr>
            <p:nvPr/>
          </p:nvSpPr>
          <p:spPr bwMode="auto">
            <a:xfrm>
              <a:off x="1008" y="2640"/>
              <a:ext cx="432" cy="576"/>
            </a:xfrm>
            <a:prstGeom prst="diamond">
              <a:avLst/>
            </a:prstGeom>
            <a:solidFill>
              <a:schemeClr val="accent1"/>
            </a:solidFill>
            <a:ln w="38100">
              <a:solidFill>
                <a:schemeClr val="tx1"/>
              </a:solidFill>
              <a:miter lim="800000"/>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6754" name="Text Box 11">
              <a:extLst>
                <a:ext uri="{FF2B5EF4-FFF2-40B4-BE49-F238E27FC236}">
                  <a16:creationId xmlns:a16="http://schemas.microsoft.com/office/drawing/2014/main" id="{9B81B86E-F14C-4AC2-A032-936E0D3A5DEB}"/>
                </a:ext>
              </a:extLst>
            </p:cNvPr>
            <p:cNvSpPr txBox="1">
              <a:spLocks noChangeArrowheads="1"/>
            </p:cNvSpPr>
            <p:nvPr/>
          </p:nvSpPr>
          <p:spPr bwMode="auto">
            <a:xfrm>
              <a:off x="1824" y="2736"/>
              <a:ext cx="136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relationship set</a:t>
              </a:r>
            </a:p>
          </p:txBody>
        </p:sp>
      </p:grpSp>
      <p:grpSp>
        <p:nvGrpSpPr>
          <p:cNvPr id="116742" name="Group 12">
            <a:extLst>
              <a:ext uri="{FF2B5EF4-FFF2-40B4-BE49-F238E27FC236}">
                <a16:creationId xmlns:a16="http://schemas.microsoft.com/office/drawing/2014/main" id="{251B6B6A-8EC1-4FE1-A5A0-737768E5C439}"/>
              </a:ext>
            </a:extLst>
          </p:cNvPr>
          <p:cNvGrpSpPr>
            <a:grpSpLocks/>
          </p:cNvGrpSpPr>
          <p:nvPr/>
        </p:nvGrpSpPr>
        <p:grpSpPr bwMode="auto">
          <a:xfrm>
            <a:off x="1066800" y="4953000"/>
            <a:ext cx="3806825" cy="1046163"/>
            <a:chOff x="672" y="3120"/>
            <a:chExt cx="2398" cy="659"/>
          </a:xfrm>
        </p:grpSpPr>
        <p:sp>
          <p:nvSpPr>
            <p:cNvPr id="116751" name="AutoShape 13">
              <a:extLst>
                <a:ext uri="{FF2B5EF4-FFF2-40B4-BE49-F238E27FC236}">
                  <a16:creationId xmlns:a16="http://schemas.microsoft.com/office/drawing/2014/main" id="{3074D213-D3B9-4076-BA6E-125B258FD2E0}"/>
                </a:ext>
              </a:extLst>
            </p:cNvPr>
            <p:cNvSpPr>
              <a:spLocks noChangeArrowheads="1"/>
            </p:cNvSpPr>
            <p:nvPr/>
          </p:nvSpPr>
          <p:spPr bwMode="auto">
            <a:xfrm>
              <a:off x="672" y="3120"/>
              <a:ext cx="432" cy="576"/>
            </a:xfrm>
            <a:prstGeom prst="diamond">
              <a:avLst/>
            </a:prstGeom>
            <a:solidFill>
              <a:schemeClr val="accent1"/>
            </a:solidFill>
            <a:ln w="76200" cmpd="dbl">
              <a:solidFill>
                <a:schemeClr val="tx1"/>
              </a:solidFill>
              <a:miter lim="800000"/>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6752" name="Text Box 14">
              <a:extLst>
                <a:ext uri="{FF2B5EF4-FFF2-40B4-BE49-F238E27FC236}">
                  <a16:creationId xmlns:a16="http://schemas.microsoft.com/office/drawing/2014/main" id="{576A5082-CE3F-4228-A189-035F6B4F4B48}"/>
                </a:ext>
              </a:extLst>
            </p:cNvPr>
            <p:cNvSpPr txBox="1">
              <a:spLocks noChangeArrowheads="1"/>
            </p:cNvSpPr>
            <p:nvPr/>
          </p:nvSpPr>
          <p:spPr bwMode="auto">
            <a:xfrm>
              <a:off x="1478" y="3146"/>
              <a:ext cx="1592"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identifying rel. set</a:t>
              </a:r>
            </a:p>
            <a:p>
              <a:pPr>
                <a:spcBef>
                  <a:spcPct val="50000"/>
                </a:spcBef>
                <a:buClrTx/>
                <a:buSzTx/>
                <a:buFontTx/>
                <a:buNone/>
              </a:pPr>
              <a:r>
                <a:rPr lang="en-US" altLang="en-US" sz="2400" b="1">
                  <a:latin typeface="Times New Roman" panose="02020603050405020304" pitchFamily="18" charset="0"/>
                </a:rPr>
                <a:t>for weak entity</a:t>
              </a:r>
            </a:p>
          </p:txBody>
        </p:sp>
      </p:grpSp>
      <p:grpSp>
        <p:nvGrpSpPr>
          <p:cNvPr id="116743" name="Group 15">
            <a:extLst>
              <a:ext uri="{FF2B5EF4-FFF2-40B4-BE49-F238E27FC236}">
                <a16:creationId xmlns:a16="http://schemas.microsoft.com/office/drawing/2014/main" id="{0854D65B-E65B-4418-9A59-196D5D4275FD}"/>
              </a:ext>
            </a:extLst>
          </p:cNvPr>
          <p:cNvGrpSpPr>
            <a:grpSpLocks/>
          </p:cNvGrpSpPr>
          <p:nvPr/>
        </p:nvGrpSpPr>
        <p:grpSpPr bwMode="auto">
          <a:xfrm>
            <a:off x="5486400" y="1905000"/>
            <a:ext cx="2462213" cy="492125"/>
            <a:chOff x="3936" y="1226"/>
            <a:chExt cx="1551" cy="310"/>
          </a:xfrm>
        </p:grpSpPr>
        <p:sp>
          <p:nvSpPr>
            <p:cNvPr id="116749" name="Oval 16">
              <a:extLst>
                <a:ext uri="{FF2B5EF4-FFF2-40B4-BE49-F238E27FC236}">
                  <a16:creationId xmlns:a16="http://schemas.microsoft.com/office/drawing/2014/main" id="{B381D744-8EE9-4743-A25A-313A25BFF9BF}"/>
                </a:ext>
              </a:extLst>
            </p:cNvPr>
            <p:cNvSpPr>
              <a:spLocks noChangeArrowheads="1"/>
            </p:cNvSpPr>
            <p:nvPr/>
          </p:nvSpPr>
          <p:spPr bwMode="auto">
            <a:xfrm>
              <a:off x="3936" y="1248"/>
              <a:ext cx="432" cy="288"/>
            </a:xfrm>
            <a:prstGeom prst="ellipse">
              <a:avLst/>
            </a:prstGeom>
            <a:solidFill>
              <a:schemeClr val="accent1"/>
            </a:solidFill>
            <a:ln w="38100">
              <a:solidFill>
                <a:schemeClr val="tx1"/>
              </a:solidFill>
              <a:round/>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6750" name="Text Box 17">
              <a:extLst>
                <a:ext uri="{FF2B5EF4-FFF2-40B4-BE49-F238E27FC236}">
                  <a16:creationId xmlns:a16="http://schemas.microsoft.com/office/drawing/2014/main" id="{3A341F44-FD6C-49C5-B588-FD17E67F1017}"/>
                </a:ext>
              </a:extLst>
            </p:cNvPr>
            <p:cNvSpPr txBox="1">
              <a:spLocks noChangeArrowheads="1"/>
            </p:cNvSpPr>
            <p:nvPr/>
          </p:nvSpPr>
          <p:spPr bwMode="auto">
            <a:xfrm>
              <a:off x="4646" y="1226"/>
              <a:ext cx="8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attribute</a:t>
              </a:r>
            </a:p>
          </p:txBody>
        </p:sp>
      </p:grpSp>
      <p:sp>
        <p:nvSpPr>
          <p:cNvPr id="116744" name="Line 18">
            <a:extLst>
              <a:ext uri="{FF2B5EF4-FFF2-40B4-BE49-F238E27FC236}">
                <a16:creationId xmlns:a16="http://schemas.microsoft.com/office/drawing/2014/main" id="{C6660779-229A-4BC9-B10F-E2ECA59C77F3}"/>
              </a:ext>
            </a:extLst>
          </p:cNvPr>
          <p:cNvSpPr>
            <a:spLocks noChangeShapeType="1"/>
          </p:cNvSpPr>
          <p:nvPr/>
        </p:nvSpPr>
        <p:spPr bwMode="auto">
          <a:xfrm flipV="1">
            <a:off x="4953000" y="1676400"/>
            <a:ext cx="0" cy="4343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16745" name="Oval 19">
            <a:extLst>
              <a:ext uri="{FF2B5EF4-FFF2-40B4-BE49-F238E27FC236}">
                <a16:creationId xmlns:a16="http://schemas.microsoft.com/office/drawing/2014/main" id="{617BAE64-F587-48F8-87D2-40C6330E1EAC}"/>
              </a:ext>
            </a:extLst>
          </p:cNvPr>
          <p:cNvSpPr>
            <a:spLocks noChangeArrowheads="1"/>
          </p:cNvSpPr>
          <p:nvPr/>
        </p:nvSpPr>
        <p:spPr bwMode="auto">
          <a:xfrm>
            <a:off x="5486400" y="2778125"/>
            <a:ext cx="685800" cy="457200"/>
          </a:xfrm>
          <a:prstGeom prst="ellipse">
            <a:avLst/>
          </a:prstGeom>
          <a:solidFill>
            <a:schemeClr val="accent1"/>
          </a:solidFill>
          <a:ln w="76200" cmpd="dbl">
            <a:solidFill>
              <a:schemeClr val="tx1"/>
            </a:solidFill>
            <a:round/>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6746" name="Text Box 20">
            <a:extLst>
              <a:ext uri="{FF2B5EF4-FFF2-40B4-BE49-F238E27FC236}">
                <a16:creationId xmlns:a16="http://schemas.microsoft.com/office/drawing/2014/main" id="{6713D47B-0956-44DE-942D-A6216283579A}"/>
              </a:ext>
            </a:extLst>
          </p:cNvPr>
          <p:cNvSpPr txBox="1">
            <a:spLocks noChangeArrowheads="1"/>
          </p:cNvSpPr>
          <p:nvPr/>
        </p:nvSpPr>
        <p:spPr bwMode="auto">
          <a:xfrm>
            <a:off x="6613525" y="2743200"/>
            <a:ext cx="1741488"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multivalued</a:t>
            </a:r>
          </a:p>
          <a:p>
            <a:pPr>
              <a:spcBef>
                <a:spcPct val="50000"/>
              </a:spcBef>
              <a:buClrTx/>
              <a:buSzTx/>
              <a:buFontTx/>
              <a:buNone/>
            </a:pPr>
            <a:r>
              <a:rPr lang="en-US" altLang="en-US" sz="2400" b="1">
                <a:latin typeface="Times New Roman" panose="02020603050405020304" pitchFamily="18" charset="0"/>
              </a:rPr>
              <a:t>attribute</a:t>
            </a:r>
          </a:p>
        </p:txBody>
      </p:sp>
      <p:sp>
        <p:nvSpPr>
          <p:cNvPr id="116747" name="Oval 21">
            <a:extLst>
              <a:ext uri="{FF2B5EF4-FFF2-40B4-BE49-F238E27FC236}">
                <a16:creationId xmlns:a16="http://schemas.microsoft.com/office/drawing/2014/main" id="{73B42AA6-79AE-42FD-BBB1-F53E4C4C2CDC}"/>
              </a:ext>
            </a:extLst>
          </p:cNvPr>
          <p:cNvSpPr>
            <a:spLocks noChangeArrowheads="1"/>
          </p:cNvSpPr>
          <p:nvPr/>
        </p:nvSpPr>
        <p:spPr bwMode="auto">
          <a:xfrm>
            <a:off x="5486400" y="3921125"/>
            <a:ext cx="685800" cy="457200"/>
          </a:xfrm>
          <a:prstGeom prst="ellipse">
            <a:avLst/>
          </a:prstGeom>
          <a:solidFill>
            <a:schemeClr val="accent1"/>
          </a:solidFill>
          <a:ln w="38100">
            <a:solidFill>
              <a:schemeClr val="tx1"/>
            </a:solidFill>
            <a:prstDash val="dash"/>
            <a:round/>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6748" name="Text Box 22">
            <a:extLst>
              <a:ext uri="{FF2B5EF4-FFF2-40B4-BE49-F238E27FC236}">
                <a16:creationId xmlns:a16="http://schemas.microsoft.com/office/drawing/2014/main" id="{C5C2A50A-4DDA-40C3-BC16-D905AC95D267}"/>
              </a:ext>
            </a:extLst>
          </p:cNvPr>
          <p:cNvSpPr txBox="1">
            <a:spLocks noChangeArrowheads="1"/>
          </p:cNvSpPr>
          <p:nvPr/>
        </p:nvSpPr>
        <p:spPr bwMode="auto">
          <a:xfrm>
            <a:off x="6613525" y="3886200"/>
            <a:ext cx="1335088"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derived</a:t>
            </a:r>
          </a:p>
          <a:p>
            <a:pPr>
              <a:spcBef>
                <a:spcPct val="50000"/>
              </a:spcBef>
              <a:buClrTx/>
              <a:buSzTx/>
              <a:buFontTx/>
              <a:buNone/>
            </a:pPr>
            <a:r>
              <a:rPr lang="en-US" altLang="en-US" sz="2400" b="1">
                <a:latin typeface="Times New Roman" panose="02020603050405020304" pitchFamily="18" charset="0"/>
              </a:rPr>
              <a:t>attribute</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997F84FC-7696-495C-8935-98E238A2C8EA}"/>
              </a:ext>
            </a:extLst>
          </p:cNvPr>
          <p:cNvSpPr>
            <a:spLocks noGrp="1" noChangeArrowheads="1"/>
          </p:cNvSpPr>
          <p:nvPr>
            <p:ph type="title"/>
          </p:nvPr>
        </p:nvSpPr>
        <p:spPr/>
        <p:txBody>
          <a:bodyPr/>
          <a:lstStyle/>
          <a:p>
            <a:pPr eaLnBrk="1" hangingPunct="1"/>
            <a:r>
              <a:rPr lang="en-US" altLang="en-US"/>
              <a:t>Summary - cont’d</a:t>
            </a:r>
          </a:p>
        </p:txBody>
      </p:sp>
      <p:grpSp>
        <p:nvGrpSpPr>
          <p:cNvPr id="118787" name="Group 3">
            <a:extLst>
              <a:ext uri="{FF2B5EF4-FFF2-40B4-BE49-F238E27FC236}">
                <a16:creationId xmlns:a16="http://schemas.microsoft.com/office/drawing/2014/main" id="{58139FE5-721B-40AA-B35E-68164441B8CA}"/>
              </a:ext>
            </a:extLst>
          </p:cNvPr>
          <p:cNvGrpSpPr>
            <a:grpSpLocks/>
          </p:cNvGrpSpPr>
          <p:nvPr/>
        </p:nvGrpSpPr>
        <p:grpSpPr bwMode="auto">
          <a:xfrm>
            <a:off x="1143000" y="1870075"/>
            <a:ext cx="2927350" cy="527050"/>
            <a:chOff x="720" y="1178"/>
            <a:chExt cx="1844" cy="332"/>
          </a:xfrm>
        </p:grpSpPr>
        <p:grpSp>
          <p:nvGrpSpPr>
            <p:cNvPr id="118816" name="Group 4">
              <a:extLst>
                <a:ext uri="{FF2B5EF4-FFF2-40B4-BE49-F238E27FC236}">
                  <a16:creationId xmlns:a16="http://schemas.microsoft.com/office/drawing/2014/main" id="{2246E117-CDE2-4D56-9ED0-76011F685DC7}"/>
                </a:ext>
              </a:extLst>
            </p:cNvPr>
            <p:cNvGrpSpPr>
              <a:grpSpLocks/>
            </p:cNvGrpSpPr>
            <p:nvPr/>
          </p:nvGrpSpPr>
          <p:grpSpPr bwMode="auto">
            <a:xfrm>
              <a:off x="720" y="1200"/>
              <a:ext cx="1844" cy="310"/>
              <a:chOff x="3936" y="1226"/>
              <a:chExt cx="1844" cy="310"/>
            </a:xfrm>
          </p:grpSpPr>
          <p:sp>
            <p:nvSpPr>
              <p:cNvPr id="118819" name="Oval 5">
                <a:extLst>
                  <a:ext uri="{FF2B5EF4-FFF2-40B4-BE49-F238E27FC236}">
                    <a16:creationId xmlns:a16="http://schemas.microsoft.com/office/drawing/2014/main" id="{A53314AB-3F9D-4443-8F61-6F6E497DA193}"/>
                  </a:ext>
                </a:extLst>
              </p:cNvPr>
              <p:cNvSpPr>
                <a:spLocks noChangeArrowheads="1"/>
              </p:cNvSpPr>
              <p:nvPr/>
            </p:nvSpPr>
            <p:spPr bwMode="auto">
              <a:xfrm>
                <a:off x="3936" y="1248"/>
                <a:ext cx="432" cy="288"/>
              </a:xfrm>
              <a:prstGeom prst="ellipse">
                <a:avLst/>
              </a:prstGeom>
              <a:solidFill>
                <a:schemeClr val="accent1"/>
              </a:solidFill>
              <a:ln w="38100">
                <a:solidFill>
                  <a:schemeClr val="tx1"/>
                </a:solidFill>
                <a:round/>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8820" name="Text Box 6">
                <a:extLst>
                  <a:ext uri="{FF2B5EF4-FFF2-40B4-BE49-F238E27FC236}">
                    <a16:creationId xmlns:a16="http://schemas.microsoft.com/office/drawing/2014/main" id="{334DE691-3840-44EF-A086-EB9F490281D5}"/>
                  </a:ext>
                </a:extLst>
              </p:cNvPr>
              <p:cNvSpPr txBox="1">
                <a:spLocks noChangeArrowheads="1"/>
              </p:cNvSpPr>
              <p:nvPr/>
            </p:nvSpPr>
            <p:spPr bwMode="auto">
              <a:xfrm>
                <a:off x="4646" y="1226"/>
                <a:ext cx="113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primary key</a:t>
                </a:r>
              </a:p>
            </p:txBody>
          </p:sp>
        </p:grpSp>
        <p:sp>
          <p:nvSpPr>
            <p:cNvPr id="118817" name="Text Box 7">
              <a:extLst>
                <a:ext uri="{FF2B5EF4-FFF2-40B4-BE49-F238E27FC236}">
                  <a16:creationId xmlns:a16="http://schemas.microsoft.com/office/drawing/2014/main" id="{4AFE55E3-1AC3-4267-8974-2694FFB18338}"/>
                </a:ext>
              </a:extLst>
            </p:cNvPr>
            <p:cNvSpPr txBox="1">
              <a:spLocks noChangeArrowheads="1"/>
            </p:cNvSpPr>
            <p:nvPr/>
          </p:nvSpPr>
          <p:spPr bwMode="auto">
            <a:xfrm>
              <a:off x="806" y="1178"/>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A</a:t>
              </a:r>
            </a:p>
          </p:txBody>
        </p:sp>
        <p:sp>
          <p:nvSpPr>
            <p:cNvPr id="118818" name="Line 8">
              <a:extLst>
                <a:ext uri="{FF2B5EF4-FFF2-40B4-BE49-F238E27FC236}">
                  <a16:creationId xmlns:a16="http://schemas.microsoft.com/office/drawing/2014/main" id="{0438CFC8-5C81-4BA3-BED6-B6496978220F}"/>
                </a:ext>
              </a:extLst>
            </p:cNvPr>
            <p:cNvSpPr>
              <a:spLocks noChangeShapeType="1"/>
            </p:cNvSpPr>
            <p:nvPr/>
          </p:nvSpPr>
          <p:spPr bwMode="auto">
            <a:xfrm>
              <a:off x="864" y="1440"/>
              <a:ext cx="14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IN"/>
            </a:p>
          </p:txBody>
        </p:sp>
      </p:grpSp>
      <p:grpSp>
        <p:nvGrpSpPr>
          <p:cNvPr id="118788" name="Group 9">
            <a:extLst>
              <a:ext uri="{FF2B5EF4-FFF2-40B4-BE49-F238E27FC236}">
                <a16:creationId xmlns:a16="http://schemas.microsoft.com/office/drawing/2014/main" id="{3183847F-9C78-4ED6-9099-0A948C55A2AA}"/>
              </a:ext>
            </a:extLst>
          </p:cNvPr>
          <p:cNvGrpSpPr>
            <a:grpSpLocks/>
          </p:cNvGrpSpPr>
          <p:nvPr/>
        </p:nvGrpSpPr>
        <p:grpSpPr bwMode="auto">
          <a:xfrm>
            <a:off x="1143000" y="2819400"/>
            <a:ext cx="3087688" cy="527050"/>
            <a:chOff x="720" y="1776"/>
            <a:chExt cx="1945" cy="332"/>
          </a:xfrm>
        </p:grpSpPr>
        <p:grpSp>
          <p:nvGrpSpPr>
            <p:cNvPr id="118811" name="Group 10">
              <a:extLst>
                <a:ext uri="{FF2B5EF4-FFF2-40B4-BE49-F238E27FC236}">
                  <a16:creationId xmlns:a16="http://schemas.microsoft.com/office/drawing/2014/main" id="{69F13539-AD3B-4A58-AD6B-30D4018F3C55}"/>
                </a:ext>
              </a:extLst>
            </p:cNvPr>
            <p:cNvGrpSpPr>
              <a:grpSpLocks/>
            </p:cNvGrpSpPr>
            <p:nvPr/>
          </p:nvGrpSpPr>
          <p:grpSpPr bwMode="auto">
            <a:xfrm>
              <a:off x="720" y="1798"/>
              <a:ext cx="1945" cy="310"/>
              <a:chOff x="3936" y="1226"/>
              <a:chExt cx="1945" cy="310"/>
            </a:xfrm>
          </p:grpSpPr>
          <p:sp>
            <p:nvSpPr>
              <p:cNvPr id="118814" name="Oval 11">
                <a:extLst>
                  <a:ext uri="{FF2B5EF4-FFF2-40B4-BE49-F238E27FC236}">
                    <a16:creationId xmlns:a16="http://schemas.microsoft.com/office/drawing/2014/main" id="{21865081-22E3-490D-AFEA-4F02E99F81EC}"/>
                  </a:ext>
                </a:extLst>
              </p:cNvPr>
              <p:cNvSpPr>
                <a:spLocks noChangeArrowheads="1"/>
              </p:cNvSpPr>
              <p:nvPr/>
            </p:nvSpPr>
            <p:spPr bwMode="auto">
              <a:xfrm>
                <a:off x="3936" y="1248"/>
                <a:ext cx="432" cy="288"/>
              </a:xfrm>
              <a:prstGeom prst="ellipse">
                <a:avLst/>
              </a:prstGeom>
              <a:solidFill>
                <a:schemeClr val="accent1"/>
              </a:solidFill>
              <a:ln w="38100">
                <a:solidFill>
                  <a:schemeClr val="tx1"/>
                </a:solidFill>
                <a:round/>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8815" name="Text Box 12">
                <a:extLst>
                  <a:ext uri="{FF2B5EF4-FFF2-40B4-BE49-F238E27FC236}">
                    <a16:creationId xmlns:a16="http://schemas.microsoft.com/office/drawing/2014/main" id="{A5BFE80B-CBCF-47CA-84A8-89DA476070C0}"/>
                  </a:ext>
                </a:extLst>
              </p:cNvPr>
              <p:cNvSpPr txBox="1">
                <a:spLocks noChangeArrowheads="1"/>
              </p:cNvSpPr>
              <p:nvPr/>
            </p:nvSpPr>
            <p:spPr bwMode="auto">
              <a:xfrm>
                <a:off x="4646" y="1226"/>
                <a:ext cx="123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discriminator</a:t>
                </a:r>
              </a:p>
            </p:txBody>
          </p:sp>
        </p:grpSp>
        <p:sp>
          <p:nvSpPr>
            <p:cNvPr id="118812" name="Text Box 13">
              <a:extLst>
                <a:ext uri="{FF2B5EF4-FFF2-40B4-BE49-F238E27FC236}">
                  <a16:creationId xmlns:a16="http://schemas.microsoft.com/office/drawing/2014/main" id="{3D63A33B-C78A-4AB3-96C2-9CFA0CBE17D8}"/>
                </a:ext>
              </a:extLst>
            </p:cNvPr>
            <p:cNvSpPr txBox="1">
              <a:spLocks noChangeArrowheads="1"/>
            </p:cNvSpPr>
            <p:nvPr/>
          </p:nvSpPr>
          <p:spPr bwMode="auto">
            <a:xfrm>
              <a:off x="806" y="1776"/>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A</a:t>
              </a:r>
            </a:p>
          </p:txBody>
        </p:sp>
        <p:sp>
          <p:nvSpPr>
            <p:cNvPr id="118813" name="Line 14">
              <a:extLst>
                <a:ext uri="{FF2B5EF4-FFF2-40B4-BE49-F238E27FC236}">
                  <a16:creationId xmlns:a16="http://schemas.microsoft.com/office/drawing/2014/main" id="{14CBE2E6-4500-4A83-AA2B-D8874D83F90D}"/>
                </a:ext>
              </a:extLst>
            </p:cNvPr>
            <p:cNvSpPr>
              <a:spLocks noChangeShapeType="1"/>
            </p:cNvSpPr>
            <p:nvPr/>
          </p:nvSpPr>
          <p:spPr bwMode="auto">
            <a:xfrm>
              <a:off x="864" y="2038"/>
              <a:ext cx="144" cy="0"/>
            </a:xfrm>
            <a:prstGeom prst="line">
              <a:avLst/>
            </a:prstGeom>
            <a:noFill/>
            <a:ln w="38100" cap="rnd">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spAutoFit/>
            </a:bodyPr>
            <a:lstStyle/>
            <a:p>
              <a:endParaRPr lang="en-IN"/>
            </a:p>
          </p:txBody>
        </p:sp>
      </p:grpSp>
      <p:grpSp>
        <p:nvGrpSpPr>
          <p:cNvPr id="118789" name="Group 15">
            <a:extLst>
              <a:ext uri="{FF2B5EF4-FFF2-40B4-BE49-F238E27FC236}">
                <a16:creationId xmlns:a16="http://schemas.microsoft.com/office/drawing/2014/main" id="{05250610-6AD0-42C7-AE62-E1DDAE0BC58C}"/>
              </a:ext>
            </a:extLst>
          </p:cNvPr>
          <p:cNvGrpSpPr>
            <a:grpSpLocks/>
          </p:cNvGrpSpPr>
          <p:nvPr/>
        </p:nvGrpSpPr>
        <p:grpSpPr bwMode="auto">
          <a:xfrm>
            <a:off x="593725" y="3622675"/>
            <a:ext cx="3559175" cy="1025525"/>
            <a:chOff x="374" y="2282"/>
            <a:chExt cx="2242" cy="646"/>
          </a:xfrm>
        </p:grpSpPr>
        <p:sp>
          <p:nvSpPr>
            <p:cNvPr id="118805" name="AutoShape 16">
              <a:extLst>
                <a:ext uri="{FF2B5EF4-FFF2-40B4-BE49-F238E27FC236}">
                  <a16:creationId xmlns:a16="http://schemas.microsoft.com/office/drawing/2014/main" id="{1B3A3CEC-0210-4939-B016-21C1CD60A71E}"/>
                </a:ext>
              </a:extLst>
            </p:cNvPr>
            <p:cNvSpPr>
              <a:spLocks noChangeArrowheads="1"/>
            </p:cNvSpPr>
            <p:nvPr/>
          </p:nvSpPr>
          <p:spPr bwMode="auto">
            <a:xfrm>
              <a:off x="672" y="2352"/>
              <a:ext cx="432" cy="576"/>
            </a:xfrm>
            <a:prstGeom prst="diamond">
              <a:avLst/>
            </a:prstGeom>
            <a:solidFill>
              <a:schemeClr val="accent1"/>
            </a:solidFill>
            <a:ln w="38100">
              <a:solidFill>
                <a:schemeClr val="tx1"/>
              </a:solidFill>
              <a:miter lim="800000"/>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8806" name="Text Box 17">
              <a:extLst>
                <a:ext uri="{FF2B5EF4-FFF2-40B4-BE49-F238E27FC236}">
                  <a16:creationId xmlns:a16="http://schemas.microsoft.com/office/drawing/2014/main" id="{F9413E2A-49B0-421A-9C71-3C5588FBF2F1}"/>
                </a:ext>
              </a:extLst>
            </p:cNvPr>
            <p:cNvSpPr txBox="1">
              <a:spLocks noChangeArrowheads="1"/>
            </p:cNvSpPr>
            <p:nvPr/>
          </p:nvSpPr>
          <p:spPr bwMode="auto">
            <a:xfrm>
              <a:off x="1488" y="2448"/>
              <a:ext cx="11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cardinalities</a:t>
              </a:r>
            </a:p>
          </p:txBody>
        </p:sp>
        <p:sp>
          <p:nvSpPr>
            <p:cNvPr id="118807" name="Line 18">
              <a:extLst>
                <a:ext uri="{FF2B5EF4-FFF2-40B4-BE49-F238E27FC236}">
                  <a16:creationId xmlns:a16="http://schemas.microsoft.com/office/drawing/2014/main" id="{3D9D8DD7-E986-42D6-87F0-747DE8BD4A1E}"/>
                </a:ext>
              </a:extLst>
            </p:cNvPr>
            <p:cNvSpPr>
              <a:spLocks noChangeShapeType="1"/>
            </p:cNvSpPr>
            <p:nvPr/>
          </p:nvSpPr>
          <p:spPr bwMode="auto">
            <a:xfrm flipH="1">
              <a:off x="384" y="2640"/>
              <a:ext cx="2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18808" name="Line 19">
              <a:extLst>
                <a:ext uri="{FF2B5EF4-FFF2-40B4-BE49-F238E27FC236}">
                  <a16:creationId xmlns:a16="http://schemas.microsoft.com/office/drawing/2014/main" id="{81128977-71BB-4037-A109-776BF5578A56}"/>
                </a:ext>
              </a:extLst>
            </p:cNvPr>
            <p:cNvSpPr>
              <a:spLocks noChangeShapeType="1"/>
            </p:cNvSpPr>
            <p:nvPr/>
          </p:nvSpPr>
          <p:spPr bwMode="auto">
            <a:xfrm>
              <a:off x="1104" y="2640"/>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18809" name="Text Box 20">
              <a:extLst>
                <a:ext uri="{FF2B5EF4-FFF2-40B4-BE49-F238E27FC236}">
                  <a16:creationId xmlns:a16="http://schemas.microsoft.com/office/drawing/2014/main" id="{8C12D20A-54DF-4CB1-9B93-92BAA97F08D9}"/>
                </a:ext>
              </a:extLst>
            </p:cNvPr>
            <p:cNvSpPr txBox="1">
              <a:spLocks noChangeArrowheads="1"/>
            </p:cNvSpPr>
            <p:nvPr/>
          </p:nvSpPr>
          <p:spPr bwMode="auto">
            <a:xfrm>
              <a:off x="374" y="233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N</a:t>
              </a:r>
            </a:p>
          </p:txBody>
        </p:sp>
        <p:sp>
          <p:nvSpPr>
            <p:cNvPr id="118810" name="Text Box 21">
              <a:extLst>
                <a:ext uri="{FF2B5EF4-FFF2-40B4-BE49-F238E27FC236}">
                  <a16:creationId xmlns:a16="http://schemas.microsoft.com/office/drawing/2014/main" id="{CC936869-B718-4DC1-B519-0AB3A7F05C59}"/>
                </a:ext>
              </a:extLst>
            </p:cNvPr>
            <p:cNvSpPr txBox="1">
              <a:spLocks noChangeArrowheads="1"/>
            </p:cNvSpPr>
            <p:nvPr/>
          </p:nvSpPr>
          <p:spPr bwMode="auto">
            <a:xfrm>
              <a:off x="1190" y="2282"/>
              <a:ext cx="29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M</a:t>
              </a:r>
            </a:p>
          </p:txBody>
        </p:sp>
      </p:grpSp>
      <p:grpSp>
        <p:nvGrpSpPr>
          <p:cNvPr id="118790" name="Group 22">
            <a:extLst>
              <a:ext uri="{FF2B5EF4-FFF2-40B4-BE49-F238E27FC236}">
                <a16:creationId xmlns:a16="http://schemas.microsoft.com/office/drawing/2014/main" id="{9B75BC48-0129-4D16-81F1-9313491F18A1}"/>
              </a:ext>
            </a:extLst>
          </p:cNvPr>
          <p:cNvGrpSpPr>
            <a:grpSpLocks/>
          </p:cNvGrpSpPr>
          <p:nvPr/>
        </p:nvGrpSpPr>
        <p:grpSpPr bwMode="auto">
          <a:xfrm>
            <a:off x="609600" y="4953000"/>
            <a:ext cx="3559175" cy="1268413"/>
            <a:chOff x="374" y="2282"/>
            <a:chExt cx="2242" cy="799"/>
          </a:xfrm>
        </p:grpSpPr>
        <p:sp>
          <p:nvSpPr>
            <p:cNvPr id="118799" name="AutoShape 23">
              <a:extLst>
                <a:ext uri="{FF2B5EF4-FFF2-40B4-BE49-F238E27FC236}">
                  <a16:creationId xmlns:a16="http://schemas.microsoft.com/office/drawing/2014/main" id="{7F7DE3E7-0100-44C9-A7F8-1A9815FE819F}"/>
                </a:ext>
              </a:extLst>
            </p:cNvPr>
            <p:cNvSpPr>
              <a:spLocks noChangeArrowheads="1"/>
            </p:cNvSpPr>
            <p:nvPr/>
          </p:nvSpPr>
          <p:spPr bwMode="auto">
            <a:xfrm>
              <a:off x="672" y="2352"/>
              <a:ext cx="432" cy="576"/>
            </a:xfrm>
            <a:prstGeom prst="diamond">
              <a:avLst/>
            </a:prstGeom>
            <a:solidFill>
              <a:schemeClr val="accent1"/>
            </a:solidFill>
            <a:ln w="38100">
              <a:solidFill>
                <a:schemeClr val="tx1"/>
              </a:solidFill>
              <a:miter lim="800000"/>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8800" name="Text Box 24">
              <a:extLst>
                <a:ext uri="{FF2B5EF4-FFF2-40B4-BE49-F238E27FC236}">
                  <a16:creationId xmlns:a16="http://schemas.microsoft.com/office/drawing/2014/main" id="{F279896C-A069-47B9-A44A-468B11641A8D}"/>
                </a:ext>
              </a:extLst>
            </p:cNvPr>
            <p:cNvSpPr txBox="1">
              <a:spLocks noChangeArrowheads="1"/>
            </p:cNvSpPr>
            <p:nvPr/>
          </p:nvSpPr>
          <p:spPr bwMode="auto">
            <a:xfrm>
              <a:off x="1488" y="2448"/>
              <a:ext cx="1128"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cardinalities</a:t>
              </a:r>
            </a:p>
            <a:p>
              <a:pPr>
                <a:spcBef>
                  <a:spcPct val="50000"/>
                </a:spcBef>
                <a:buClrTx/>
                <a:buSzTx/>
                <a:buFontTx/>
                <a:buNone/>
              </a:pPr>
              <a:r>
                <a:rPr lang="en-US" altLang="en-US" sz="2400" b="1">
                  <a:latin typeface="Times New Roman" panose="02020603050405020304" pitchFamily="18" charset="0"/>
                </a:rPr>
                <a:t> with limits</a:t>
              </a:r>
            </a:p>
          </p:txBody>
        </p:sp>
        <p:sp>
          <p:nvSpPr>
            <p:cNvPr id="118801" name="Line 25">
              <a:extLst>
                <a:ext uri="{FF2B5EF4-FFF2-40B4-BE49-F238E27FC236}">
                  <a16:creationId xmlns:a16="http://schemas.microsoft.com/office/drawing/2014/main" id="{A28138CC-1F83-4C84-949B-D0656221F3AF}"/>
                </a:ext>
              </a:extLst>
            </p:cNvPr>
            <p:cNvSpPr>
              <a:spLocks noChangeShapeType="1"/>
            </p:cNvSpPr>
            <p:nvPr/>
          </p:nvSpPr>
          <p:spPr bwMode="auto">
            <a:xfrm flipH="1">
              <a:off x="384" y="2640"/>
              <a:ext cx="24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18802" name="Line 26">
              <a:extLst>
                <a:ext uri="{FF2B5EF4-FFF2-40B4-BE49-F238E27FC236}">
                  <a16:creationId xmlns:a16="http://schemas.microsoft.com/office/drawing/2014/main" id="{FB503516-FD7F-4314-B862-807F0F0CB650}"/>
                </a:ext>
              </a:extLst>
            </p:cNvPr>
            <p:cNvSpPr>
              <a:spLocks noChangeShapeType="1"/>
            </p:cNvSpPr>
            <p:nvPr/>
          </p:nvSpPr>
          <p:spPr bwMode="auto">
            <a:xfrm>
              <a:off x="1104" y="2640"/>
              <a:ext cx="192"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IN"/>
            </a:p>
          </p:txBody>
        </p:sp>
        <p:sp>
          <p:nvSpPr>
            <p:cNvPr id="118803" name="Text Box 27">
              <a:extLst>
                <a:ext uri="{FF2B5EF4-FFF2-40B4-BE49-F238E27FC236}">
                  <a16:creationId xmlns:a16="http://schemas.microsoft.com/office/drawing/2014/main" id="{723DA51C-B537-4F18-8178-E807E221AEB3}"/>
                </a:ext>
              </a:extLst>
            </p:cNvPr>
            <p:cNvSpPr txBox="1">
              <a:spLocks noChangeArrowheads="1"/>
            </p:cNvSpPr>
            <p:nvPr/>
          </p:nvSpPr>
          <p:spPr bwMode="auto">
            <a:xfrm>
              <a:off x="374" y="2330"/>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l:h</a:t>
              </a:r>
            </a:p>
          </p:txBody>
        </p:sp>
        <p:sp>
          <p:nvSpPr>
            <p:cNvPr id="118804" name="Text Box 28">
              <a:extLst>
                <a:ext uri="{FF2B5EF4-FFF2-40B4-BE49-F238E27FC236}">
                  <a16:creationId xmlns:a16="http://schemas.microsoft.com/office/drawing/2014/main" id="{C2DAB3DA-52AE-445E-93AF-2050311631C3}"/>
                </a:ext>
              </a:extLst>
            </p:cNvPr>
            <p:cNvSpPr txBox="1">
              <a:spLocks noChangeArrowheads="1"/>
            </p:cNvSpPr>
            <p:nvPr/>
          </p:nvSpPr>
          <p:spPr bwMode="auto">
            <a:xfrm>
              <a:off x="1190" y="2282"/>
              <a:ext cx="46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l’:h’</a:t>
              </a:r>
            </a:p>
          </p:txBody>
        </p:sp>
      </p:grpSp>
      <p:sp>
        <p:nvSpPr>
          <p:cNvPr id="118791" name="Line 29">
            <a:extLst>
              <a:ext uri="{FF2B5EF4-FFF2-40B4-BE49-F238E27FC236}">
                <a16:creationId xmlns:a16="http://schemas.microsoft.com/office/drawing/2014/main" id="{618D7346-69D8-4E3E-969A-9EFB34B30F19}"/>
              </a:ext>
            </a:extLst>
          </p:cNvPr>
          <p:cNvSpPr>
            <a:spLocks noChangeShapeType="1"/>
          </p:cNvSpPr>
          <p:nvPr/>
        </p:nvSpPr>
        <p:spPr bwMode="auto">
          <a:xfrm flipV="1">
            <a:off x="4648200" y="1676400"/>
            <a:ext cx="0" cy="45720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IN"/>
          </a:p>
        </p:txBody>
      </p:sp>
      <p:grpSp>
        <p:nvGrpSpPr>
          <p:cNvPr id="118792" name="Group 30">
            <a:extLst>
              <a:ext uri="{FF2B5EF4-FFF2-40B4-BE49-F238E27FC236}">
                <a16:creationId xmlns:a16="http://schemas.microsoft.com/office/drawing/2014/main" id="{66775E69-C1E6-4B9E-824D-D61493CC62D5}"/>
              </a:ext>
            </a:extLst>
          </p:cNvPr>
          <p:cNvGrpSpPr>
            <a:grpSpLocks/>
          </p:cNvGrpSpPr>
          <p:nvPr/>
        </p:nvGrpSpPr>
        <p:grpSpPr bwMode="auto">
          <a:xfrm>
            <a:off x="5638800" y="2098675"/>
            <a:ext cx="2151063" cy="568325"/>
            <a:chOff x="3552" y="1322"/>
            <a:chExt cx="1355" cy="358"/>
          </a:xfrm>
        </p:grpSpPr>
        <p:sp>
          <p:nvSpPr>
            <p:cNvPr id="118797" name="AutoShape 31">
              <a:extLst>
                <a:ext uri="{FF2B5EF4-FFF2-40B4-BE49-F238E27FC236}">
                  <a16:creationId xmlns:a16="http://schemas.microsoft.com/office/drawing/2014/main" id="{C6E09CCE-0797-4237-9933-40DA7B99F0A9}"/>
                </a:ext>
              </a:extLst>
            </p:cNvPr>
            <p:cNvSpPr>
              <a:spLocks noChangeArrowheads="1"/>
            </p:cNvSpPr>
            <p:nvPr/>
          </p:nvSpPr>
          <p:spPr bwMode="auto">
            <a:xfrm flipV="1">
              <a:off x="3552" y="1344"/>
              <a:ext cx="384" cy="336"/>
            </a:xfrm>
            <a:prstGeom prst="triangle">
              <a:avLst>
                <a:gd name="adj" fmla="val 50000"/>
              </a:avLst>
            </a:prstGeom>
            <a:solidFill>
              <a:schemeClr val="accent1"/>
            </a:solidFill>
            <a:ln w="38100">
              <a:solidFill>
                <a:schemeClr val="tx1"/>
              </a:solidFill>
              <a:miter lim="800000"/>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8798" name="Text Box 32">
              <a:extLst>
                <a:ext uri="{FF2B5EF4-FFF2-40B4-BE49-F238E27FC236}">
                  <a16:creationId xmlns:a16="http://schemas.microsoft.com/office/drawing/2014/main" id="{E4BF617A-34FF-491B-98B9-BBBDDD717E6F}"/>
                </a:ext>
              </a:extLst>
            </p:cNvPr>
            <p:cNvSpPr txBox="1">
              <a:spLocks noChangeArrowheads="1"/>
            </p:cNvSpPr>
            <p:nvPr/>
          </p:nvSpPr>
          <p:spPr bwMode="auto">
            <a:xfrm>
              <a:off x="4406" y="1322"/>
              <a:ext cx="5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IS-A</a:t>
              </a:r>
            </a:p>
          </p:txBody>
        </p:sp>
      </p:grpSp>
      <p:grpSp>
        <p:nvGrpSpPr>
          <p:cNvPr id="118793" name="Group 33">
            <a:extLst>
              <a:ext uri="{FF2B5EF4-FFF2-40B4-BE49-F238E27FC236}">
                <a16:creationId xmlns:a16="http://schemas.microsoft.com/office/drawing/2014/main" id="{B6AB0EDD-F145-44E8-9501-F3BAFE494892}"/>
              </a:ext>
            </a:extLst>
          </p:cNvPr>
          <p:cNvGrpSpPr>
            <a:grpSpLocks/>
          </p:cNvGrpSpPr>
          <p:nvPr/>
        </p:nvGrpSpPr>
        <p:grpSpPr bwMode="auto">
          <a:xfrm>
            <a:off x="5715000" y="3200400"/>
            <a:ext cx="3017838" cy="1004888"/>
            <a:chOff x="3600" y="2016"/>
            <a:chExt cx="1901" cy="633"/>
          </a:xfrm>
        </p:grpSpPr>
        <p:sp>
          <p:nvSpPr>
            <p:cNvPr id="118794" name="AutoShape 34">
              <a:extLst>
                <a:ext uri="{FF2B5EF4-FFF2-40B4-BE49-F238E27FC236}">
                  <a16:creationId xmlns:a16="http://schemas.microsoft.com/office/drawing/2014/main" id="{45BC6708-6484-4759-A2E0-7C972273DC07}"/>
                </a:ext>
              </a:extLst>
            </p:cNvPr>
            <p:cNvSpPr>
              <a:spLocks noChangeArrowheads="1"/>
            </p:cNvSpPr>
            <p:nvPr/>
          </p:nvSpPr>
          <p:spPr bwMode="auto">
            <a:xfrm flipV="1">
              <a:off x="3600" y="2256"/>
              <a:ext cx="384" cy="336"/>
            </a:xfrm>
            <a:prstGeom prst="triangle">
              <a:avLst>
                <a:gd name="adj" fmla="val 50000"/>
              </a:avLst>
            </a:prstGeom>
            <a:solidFill>
              <a:schemeClr val="accent1"/>
            </a:solidFill>
            <a:ln w="38100">
              <a:solidFill>
                <a:schemeClr val="tx1"/>
              </a:solidFill>
              <a:miter lim="800000"/>
              <a:headEnd/>
              <a:tailEnd/>
            </a:ln>
          </p:spPr>
          <p:txBody>
            <a:bodyPr wrap="none" anchor="ctr">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eaLnBrk="1" hangingPunct="1">
                <a:spcBef>
                  <a:spcPct val="0"/>
                </a:spcBef>
                <a:buClrTx/>
                <a:buSzTx/>
                <a:buFontTx/>
                <a:buNone/>
              </a:pPr>
              <a:endParaRPr lang="en-IN" altLang="en-US" sz="2400">
                <a:latin typeface="Tahoma" panose="020B0604030504040204" pitchFamily="34" charset="0"/>
              </a:endParaRPr>
            </a:p>
          </p:txBody>
        </p:sp>
        <p:sp>
          <p:nvSpPr>
            <p:cNvPr id="118795" name="Text Box 35">
              <a:extLst>
                <a:ext uri="{FF2B5EF4-FFF2-40B4-BE49-F238E27FC236}">
                  <a16:creationId xmlns:a16="http://schemas.microsoft.com/office/drawing/2014/main" id="{6D743A08-EF5E-419A-B33E-32BBC15F9C43}"/>
                </a:ext>
              </a:extLst>
            </p:cNvPr>
            <p:cNvSpPr txBox="1">
              <a:spLocks noChangeArrowheads="1"/>
            </p:cNvSpPr>
            <p:nvPr/>
          </p:nvSpPr>
          <p:spPr bwMode="auto">
            <a:xfrm>
              <a:off x="4224" y="2016"/>
              <a:ext cx="1277" cy="6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spAutoFit/>
            </a:bodyPr>
            <a:lstStyle>
              <a:lvl1pPr>
                <a:spcBef>
                  <a:spcPts val="600"/>
                </a:spcBef>
                <a:buClr>
                  <a:schemeClr val="accent1"/>
                </a:buClr>
                <a:buSzPct val="76000"/>
                <a:buFont typeface="Wingdings 3" panose="05040102010807070707" pitchFamily="18" charset="2"/>
                <a:buChar char=""/>
                <a:defRPr sz="2600">
                  <a:solidFill>
                    <a:schemeClr val="tx1"/>
                  </a:solidFill>
                  <a:latin typeface="Gill Sans MT" panose="020B0502020104020203" pitchFamily="34" charset="0"/>
                </a:defRPr>
              </a:lvl1pPr>
              <a:lvl2pPr marL="742950" indent="-285750">
                <a:spcBef>
                  <a:spcPts val="500"/>
                </a:spcBef>
                <a:buClr>
                  <a:schemeClr val="accent2"/>
                </a:buClr>
                <a:buSzPct val="76000"/>
                <a:buFont typeface="Wingdings 3" panose="05040102010807070707" pitchFamily="18" charset="2"/>
                <a:buChar char=""/>
                <a:defRPr sz="2300">
                  <a:solidFill>
                    <a:schemeClr val="tx2"/>
                  </a:solidFill>
                  <a:latin typeface="Gill Sans MT" panose="020B0502020104020203" pitchFamily="34" charset="0"/>
                </a:defRPr>
              </a:lvl2pPr>
              <a:lvl3pPr marL="1143000" indent="-228600">
                <a:spcBef>
                  <a:spcPts val="500"/>
                </a:spcBef>
                <a:buClr>
                  <a:srgbClr val="BCBCBC"/>
                </a:buClr>
                <a:buSzPct val="76000"/>
                <a:buFont typeface="Wingdings 3" panose="05040102010807070707" pitchFamily="18" charset="2"/>
                <a:buChar char=""/>
                <a:defRPr sz="2000">
                  <a:solidFill>
                    <a:schemeClr val="tx1"/>
                  </a:solidFill>
                  <a:latin typeface="Gill Sans MT" panose="020B0502020104020203" pitchFamily="34" charset="0"/>
                </a:defRPr>
              </a:lvl3pPr>
              <a:lvl4pPr marL="1600200" indent="-228600">
                <a:spcBef>
                  <a:spcPts val="400"/>
                </a:spcBef>
                <a:buClr>
                  <a:srgbClr val="D6903D"/>
                </a:buClr>
                <a:buSzPct val="70000"/>
                <a:buFont typeface="Wingdings" panose="05000000000000000000" pitchFamily="2" charset="2"/>
                <a:buChar char=""/>
                <a:defRPr sz="2000">
                  <a:solidFill>
                    <a:schemeClr val="tx1"/>
                  </a:solidFill>
                  <a:latin typeface="Gill Sans MT" panose="020B0502020104020203" pitchFamily="34" charset="0"/>
                </a:defRPr>
              </a:lvl4pPr>
              <a:lvl5pPr marL="2057400" indent="-228600">
                <a:spcBef>
                  <a:spcPts val="300"/>
                </a:spcBef>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5pPr>
              <a:lvl6pPr marL="25146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6pPr>
              <a:lvl7pPr marL="29718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7pPr>
              <a:lvl8pPr marL="34290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8pPr>
              <a:lvl9pPr marL="3886200" indent="-228600" eaLnBrk="0" fontAlgn="base" hangingPunct="0">
                <a:spcBef>
                  <a:spcPts val="300"/>
                </a:spcBef>
                <a:spcAft>
                  <a:spcPct val="0"/>
                </a:spcAft>
                <a:buClr>
                  <a:schemeClr val="accent2"/>
                </a:buClr>
                <a:buSzPct val="70000"/>
                <a:buFont typeface="Wingdings" panose="05000000000000000000" pitchFamily="2" charset="2"/>
                <a:buChar char=""/>
                <a:defRPr sz="1600">
                  <a:solidFill>
                    <a:schemeClr val="tx1"/>
                  </a:solidFill>
                  <a:latin typeface="Gill Sans MT" panose="020B0502020104020203" pitchFamily="34" charset="0"/>
                </a:defRPr>
              </a:lvl9pPr>
            </a:lstStyle>
            <a:p>
              <a:pPr>
                <a:spcBef>
                  <a:spcPct val="50000"/>
                </a:spcBef>
                <a:buClrTx/>
                <a:buSzTx/>
                <a:buFontTx/>
                <a:buNone/>
              </a:pPr>
              <a:r>
                <a:rPr lang="en-US" altLang="en-US" sz="2400" b="1">
                  <a:latin typeface="Times New Roman" panose="02020603050405020304" pitchFamily="18" charset="0"/>
                </a:rPr>
                <a:t>total</a:t>
              </a:r>
            </a:p>
            <a:p>
              <a:pPr>
                <a:spcBef>
                  <a:spcPct val="50000"/>
                </a:spcBef>
                <a:buClrTx/>
                <a:buSzTx/>
                <a:buFontTx/>
                <a:buNone/>
              </a:pPr>
              <a:r>
                <a:rPr lang="en-US" altLang="en-US" sz="2400" b="1">
                  <a:latin typeface="Times New Roman" panose="02020603050405020304" pitchFamily="18" charset="0"/>
                </a:rPr>
                <a:t>generalization</a:t>
              </a:r>
            </a:p>
          </p:txBody>
        </p:sp>
        <p:sp>
          <p:nvSpPr>
            <p:cNvPr id="118796" name="Line 36">
              <a:extLst>
                <a:ext uri="{FF2B5EF4-FFF2-40B4-BE49-F238E27FC236}">
                  <a16:creationId xmlns:a16="http://schemas.microsoft.com/office/drawing/2014/main" id="{C207C6AD-6B9E-4633-8B54-1FD966E2739E}"/>
                </a:ext>
              </a:extLst>
            </p:cNvPr>
            <p:cNvSpPr>
              <a:spLocks noChangeShapeType="1"/>
            </p:cNvSpPr>
            <p:nvPr/>
          </p:nvSpPr>
          <p:spPr bwMode="auto">
            <a:xfrm flipV="1">
              <a:off x="3792" y="2016"/>
              <a:ext cx="0" cy="240"/>
            </a:xfrm>
            <a:prstGeom prst="line">
              <a:avLst/>
            </a:prstGeom>
            <a:noFill/>
            <a:ln w="76200" cmpd="dbl">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IN"/>
            </a:p>
          </p:txBody>
        </p:sp>
      </p:gr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themeOverride>
</file>

<file path=ppt/theme/themeOverride2.xml><?xml version="1.0" encoding="utf-8"?>
<a:themeOverride xmlns:a="http://schemas.openxmlformats.org/drawingml/2006/main">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themeOverride>
</file>

<file path=docProps/app.xml><?xml version="1.0" encoding="utf-8"?>
<Properties xmlns="http://schemas.openxmlformats.org/officeDocument/2006/extended-properties" xmlns:vt="http://schemas.openxmlformats.org/officeDocument/2006/docPropsVTypes">
  <Template>Origin</Template>
  <TotalTime>1844</TotalTime>
  <Words>2448</Words>
  <Application>Microsoft Office PowerPoint</Application>
  <PresentationFormat>On-screen Show (4:3)</PresentationFormat>
  <Paragraphs>702</Paragraphs>
  <Slides>65</Slides>
  <Notes>41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65</vt:i4>
      </vt:variant>
    </vt:vector>
  </HeadingPairs>
  <TitlesOfParts>
    <vt:vector size="78" baseType="lpstr">
      <vt:lpstr>Tahoma</vt:lpstr>
      <vt:lpstr>Arial</vt:lpstr>
      <vt:lpstr>Bookman Old Style</vt:lpstr>
      <vt:lpstr>Gill Sans MT</vt:lpstr>
      <vt:lpstr>Wingdings 3</vt:lpstr>
      <vt:lpstr>Wingdings</vt:lpstr>
      <vt:lpstr>Times New Roman</vt:lpstr>
      <vt:lpstr>新細明體</vt:lpstr>
      <vt:lpstr>Helvetica</vt:lpstr>
      <vt:lpstr>Monotype Sorts</vt:lpstr>
      <vt:lpstr>Wingdings 2</vt:lpstr>
      <vt:lpstr>標楷體</vt:lpstr>
      <vt:lpstr>Origin</vt:lpstr>
      <vt:lpstr>E-R Modelling</vt:lpstr>
      <vt:lpstr>Building Blocks of ERD</vt:lpstr>
      <vt:lpstr>ERD –Two Popular Notation</vt:lpstr>
      <vt:lpstr>Chen Notation - Symbol</vt:lpstr>
      <vt:lpstr>Entity (Chen Notation)</vt:lpstr>
      <vt:lpstr>   Entity Could be a…</vt:lpstr>
      <vt:lpstr>Entity - Example</vt:lpstr>
      <vt:lpstr>Relationship</vt:lpstr>
      <vt:lpstr>Relationship - Example</vt:lpstr>
      <vt:lpstr>Cardinality</vt:lpstr>
      <vt:lpstr>Cardinality - Symbols</vt:lpstr>
      <vt:lpstr>Cardinality Symbols - Example</vt:lpstr>
      <vt:lpstr>Cardinality Symbols – Example (Cont’d)</vt:lpstr>
      <vt:lpstr>Attribute</vt:lpstr>
      <vt:lpstr>PowerPoint Presentation</vt:lpstr>
      <vt:lpstr>Composite Attributes</vt:lpstr>
      <vt:lpstr>E-R Diagram With Composite, Multivalued, and Derived Attributes</vt:lpstr>
      <vt:lpstr>More examples …</vt:lpstr>
      <vt:lpstr>PowerPoint Presentation</vt:lpstr>
      <vt:lpstr>PowerPoint Presentation</vt:lpstr>
      <vt:lpstr>PowerPoint Presentation</vt:lpstr>
      <vt:lpstr>PowerPoint Presentation</vt:lpstr>
      <vt:lpstr>Mapping Constraints: Cardinalities</vt:lpstr>
      <vt:lpstr>Mapping Cardinalities</vt:lpstr>
      <vt:lpstr>Mapping Cardinalities </vt:lpstr>
      <vt:lpstr>E-R Diagrams</vt:lpstr>
      <vt:lpstr>Strong Vs Weak</vt:lpstr>
      <vt:lpstr>More details</vt:lpstr>
      <vt:lpstr>More details</vt:lpstr>
      <vt:lpstr>More details - attributes</vt:lpstr>
      <vt:lpstr>Extended ER features: Specialization</vt:lpstr>
      <vt:lpstr>Specialization</vt:lpstr>
      <vt:lpstr>Another specialization example</vt:lpstr>
      <vt:lpstr>Generalization</vt:lpstr>
      <vt:lpstr>Specialization and generalization (Cont.)</vt:lpstr>
      <vt:lpstr>Design Constraints on Specialization/Generalization</vt:lpstr>
      <vt:lpstr>Design Constraints on a Specialization/Generalization</vt:lpstr>
      <vt:lpstr>Aggregation</vt:lpstr>
      <vt:lpstr>E-R Diagram for a Banking Enterprise</vt:lpstr>
      <vt:lpstr>Reduction of E-R Diagrams to Tables </vt:lpstr>
      <vt:lpstr>Relational Model</vt:lpstr>
      <vt:lpstr>Example</vt:lpstr>
      <vt:lpstr>From ER Model to Relational Model</vt:lpstr>
      <vt:lpstr>Example – Strong Entity Set</vt:lpstr>
      <vt:lpstr>Representation of Weak Entity Set</vt:lpstr>
      <vt:lpstr>Example – Weak Entity Set</vt:lpstr>
      <vt:lpstr>Representation of Relationship Set</vt:lpstr>
      <vt:lpstr>Example – One-to-One Relationship Set</vt:lpstr>
      <vt:lpstr>Representing Relationship Set</vt:lpstr>
      <vt:lpstr>PowerPoint Presentation</vt:lpstr>
      <vt:lpstr>Example – Many-to-One Relationship Set</vt:lpstr>
      <vt:lpstr>Representing Relationship Set</vt:lpstr>
      <vt:lpstr>Example – Many-to –Many Relation Ship set</vt:lpstr>
      <vt:lpstr>Representing Composite Attribute</vt:lpstr>
      <vt:lpstr>Representing Multivalued Attribute</vt:lpstr>
      <vt:lpstr>Example – Multivalued attribute</vt:lpstr>
      <vt:lpstr>Representing Class Hierarchy</vt:lpstr>
      <vt:lpstr>Example</vt:lpstr>
      <vt:lpstr>Representing Class Hierarchy</vt:lpstr>
      <vt:lpstr>Example</vt:lpstr>
      <vt:lpstr>Representing Aggregation</vt:lpstr>
      <vt:lpstr>Representing aggregation</vt:lpstr>
      <vt:lpstr>PowerPoint Presentation</vt:lpstr>
      <vt:lpstr>Summary - cont’d</vt:lpstr>
      <vt:lpstr>Summary - cont’d</vt:lpstr>
    </vt:vector>
  </TitlesOfParts>
  <Company>Temple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Temple University – CIS Dept. CIS661 – Principles of Data Management</dc:title>
  <dc:creator>vasilis</dc:creator>
  <cp:lastModifiedBy>sunu abraham</cp:lastModifiedBy>
  <cp:revision>119</cp:revision>
  <dcterms:created xsi:type="dcterms:W3CDTF">2001-04-03T19:47:22Z</dcterms:created>
  <dcterms:modified xsi:type="dcterms:W3CDTF">2026-08-10T04:13:54Z</dcterms:modified>
</cp:coreProperties>
</file>