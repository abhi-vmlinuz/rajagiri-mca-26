
<file path=[Content_Types].xml><?xml version="1.0" encoding="utf-8"?>
<Types xmlns="http://schemas.openxmlformats.org/package/2006/content-types">
  <Default Extension="png" ContentType="image/png"/>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700" r:id="rId1"/>
  </p:sldMasterIdLst>
  <p:notesMasterIdLst>
    <p:notesMasterId r:id="rId27"/>
  </p:notesMasterIdLst>
  <p:sldIdLst>
    <p:sldId id="256" r:id="rId2"/>
    <p:sldId id="257" r:id="rId3"/>
    <p:sldId id="288" r:id="rId4"/>
    <p:sldId id="278" r:id="rId5"/>
    <p:sldId id="279" r:id="rId6"/>
    <p:sldId id="280" r:id="rId7"/>
    <p:sldId id="258" r:id="rId8"/>
    <p:sldId id="259" r:id="rId9"/>
    <p:sldId id="260" r:id="rId10"/>
    <p:sldId id="261" r:id="rId11"/>
    <p:sldId id="262" r:id="rId12"/>
    <p:sldId id="290" r:id="rId13"/>
    <p:sldId id="263" r:id="rId14"/>
    <p:sldId id="264" r:id="rId15"/>
    <p:sldId id="266" r:id="rId16"/>
    <p:sldId id="269" r:id="rId17"/>
    <p:sldId id="271" r:id="rId18"/>
    <p:sldId id="273" r:id="rId19"/>
    <p:sldId id="281" r:id="rId20"/>
    <p:sldId id="282" r:id="rId21"/>
    <p:sldId id="291" r:id="rId22"/>
    <p:sldId id="283" r:id="rId23"/>
    <p:sldId id="289" r:id="rId24"/>
    <p:sldId id="285" r:id="rId25"/>
    <p:sldId id="276" r:id="rId26"/>
  </p:sldIdLst>
  <p:sldSz cx="9144000" cy="6858000" type="screen4x3"/>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2545" autoAdjust="0"/>
  </p:normalViewPr>
  <p:slideViewPr>
    <p:cSldViewPr>
      <p:cViewPr varScale="1">
        <p:scale>
          <a:sx n="58" d="100"/>
          <a:sy n="58" d="100"/>
        </p:scale>
        <p:origin x="1448" y="56"/>
      </p:cViewPr>
      <p:guideLst>
        <p:guide orient="horz" pos="2160"/>
        <p:guide pos="2880"/>
      </p:guideLst>
    </p:cSldViewPr>
  </p:slideViewPr>
  <p:notesTextViewPr>
    <p:cViewPr>
      <p:scale>
        <a:sx n="100" d="100"/>
        <a:sy n="100" d="100"/>
      </p:scale>
      <p:origin x="0" y="0"/>
    </p:cViewPr>
  </p:notesTextViewPr>
  <p:sorterViewPr>
    <p:cViewPr>
      <p:scale>
        <a:sx n="66" d="100"/>
        <a:sy n="66" d="100"/>
      </p:scale>
      <p:origin x="0" y="-1950"/>
    </p:cViewPr>
  </p:sorter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 Type="http://schemas.openxmlformats.org/officeDocument/2006/relationships/slide" Target="slides/slide2.xml"/><Relationship Id="rId21" Type="http://schemas.openxmlformats.org/officeDocument/2006/relationships/slide" Target="slides/slide20.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viewProps" Target="view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presProps" Target="presProps.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tableStyles" Target="tableStyle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notesMaster" Target="notesMasters/notesMaster1.xml"/><Relationship Id="rId30" Type="http://schemas.openxmlformats.org/officeDocument/2006/relationships/theme" Target="theme/theme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898CA734-E40C-49C9-856B-07034D534541}" type="datetimeFigureOut">
              <a:rPr lang="en-US" smtClean="0"/>
              <a:pPr/>
              <a:t>2/24/2025</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DB4DCED4-1F6B-47B5-BB8F-9D615D50CFF3}" type="slidenum">
              <a:rPr lang="en-US" smtClean="0"/>
              <a:pPr/>
              <a:t>‹#›</a:t>
            </a:fld>
            <a:endParaRPr lang="en-US"/>
          </a:p>
        </p:txBody>
      </p:sp>
    </p:spTree>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N" dirty="0"/>
          </a:p>
        </p:txBody>
      </p:sp>
      <p:sp>
        <p:nvSpPr>
          <p:cNvPr id="4" name="Slide Number Placeholder 3"/>
          <p:cNvSpPr>
            <a:spLocks noGrp="1"/>
          </p:cNvSpPr>
          <p:nvPr>
            <p:ph type="sldNum" sz="quarter" idx="10"/>
          </p:nvPr>
        </p:nvSpPr>
        <p:spPr/>
        <p:txBody>
          <a:bodyPr/>
          <a:lstStyle/>
          <a:p>
            <a:fld id="{DB4DCED4-1F6B-47B5-BB8F-9D615D50CFF3}" type="slidenum">
              <a:rPr lang="en-US" smtClean="0"/>
              <a:pPr/>
              <a:t>3</a:t>
            </a:fld>
            <a:endParaRPr lang="en-US"/>
          </a:p>
        </p:txBody>
      </p:sp>
    </p:spTree>
    <p:extLst>
      <p:ext uri="{BB962C8B-B14F-4D97-AF65-F5344CB8AC3E}">
        <p14:creationId xmlns:p14="http://schemas.microsoft.com/office/powerpoint/2010/main" val="3651792939"/>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242" name="Rectangle 2"/>
          <p:cNvSpPr>
            <a:spLocks noGrp="1" noChangeArrowheads="1"/>
          </p:cNvSpPr>
          <p:nvPr>
            <p:ph type="body" idx="1"/>
          </p:nvPr>
        </p:nvSpPr>
        <p:spPr>
          <a:xfrm>
            <a:off x="403976" y="4767603"/>
            <a:ext cx="5995759" cy="3802314"/>
          </a:xfrm>
          <a:noFill/>
          <a:ln/>
        </p:spPr>
        <p:txBody>
          <a:bodyPr lIns="0" tIns="0" rIns="0" bIns="0"/>
          <a:lstStyle/>
          <a:p>
            <a:pPr marL="109910" defTabSz="471498">
              <a:tabLst>
                <a:tab pos="446011" algn="l"/>
              </a:tabLst>
            </a:pPr>
            <a:r>
              <a:rPr lang="en-US" dirty="0"/>
              <a:t>What Is a </a:t>
            </a:r>
            <a:r>
              <a:rPr lang="en-US" dirty="0" err="1"/>
              <a:t>Subquery</a:t>
            </a:r>
            <a:r>
              <a:rPr lang="en-US" dirty="0"/>
              <a:t>?</a:t>
            </a:r>
          </a:p>
          <a:p>
            <a:pPr marL="224599" lvl="1" defTabSz="471498">
              <a:tabLst>
                <a:tab pos="446011" algn="l"/>
              </a:tabLst>
            </a:pPr>
            <a:r>
              <a:rPr lang="en-US" dirty="0"/>
              <a:t>A </a:t>
            </a:r>
            <a:r>
              <a:rPr lang="en-US" i="1" dirty="0" err="1"/>
              <a:t>subquer</a:t>
            </a:r>
            <a:r>
              <a:rPr lang="en-US" dirty="0" err="1"/>
              <a:t>y</a:t>
            </a:r>
            <a:r>
              <a:rPr lang="en-US" b="1" i="1" dirty="0"/>
              <a:t> </a:t>
            </a:r>
            <a:r>
              <a:rPr lang="en-US" dirty="0"/>
              <a:t>is a SELECT statement that is embedded in the clause of another SQL statement.</a:t>
            </a:r>
          </a:p>
          <a:p>
            <a:pPr marL="224599" lvl="1" defTabSz="471498">
              <a:tabLst>
                <a:tab pos="446011" algn="l"/>
              </a:tabLst>
            </a:pPr>
            <a:r>
              <a:rPr lang="en-US" dirty="0"/>
              <a:t>The </a:t>
            </a:r>
            <a:r>
              <a:rPr lang="en-US" dirty="0" err="1"/>
              <a:t>subquery</a:t>
            </a:r>
            <a:r>
              <a:rPr lang="en-US" dirty="0"/>
              <a:t> (inner query) returns a value that is used by the main query (outer query). Using a </a:t>
            </a:r>
            <a:r>
              <a:rPr lang="en-US" dirty="0" err="1"/>
              <a:t>subquery</a:t>
            </a:r>
            <a:r>
              <a:rPr lang="en-US" dirty="0"/>
              <a:t> is equivalent to performing two sequential queries, and using the result of the first query as the search value in the second query.</a:t>
            </a:r>
          </a:p>
          <a:p>
            <a:pPr marL="224599" lvl="1" defTabSz="471498">
              <a:tabLst>
                <a:tab pos="446011" algn="l"/>
              </a:tabLst>
            </a:pPr>
            <a:r>
              <a:rPr lang="en-US" dirty="0" err="1"/>
              <a:t>Subqueries</a:t>
            </a:r>
            <a:r>
              <a:rPr lang="en-US" dirty="0"/>
              <a:t> can be used for the following purposes: </a:t>
            </a:r>
          </a:p>
          <a:p>
            <a:pPr marL="552736" lvl="2" indent="-213448" defTabSz="471498">
              <a:tabLst>
                <a:tab pos="446011" algn="l"/>
              </a:tabLst>
            </a:pPr>
            <a:r>
              <a:rPr lang="en-US" dirty="0"/>
              <a:t>To provide values for conditions in WHERE, HAVING, and START WITH clauses of SELECT, UPDATE, and DELETE statements</a:t>
            </a:r>
          </a:p>
          <a:p>
            <a:pPr marL="552736" lvl="2" indent="-213448" defTabSz="471498">
              <a:tabLst>
                <a:tab pos="446011" algn="l"/>
              </a:tabLst>
            </a:pPr>
            <a:r>
              <a:rPr lang="en-US" dirty="0"/>
              <a:t>To define the set of rows to be inserted into the target table of an INSERT or CREATE TABLE statement</a:t>
            </a:r>
          </a:p>
          <a:p>
            <a:pPr marL="552736" lvl="2" indent="-213448" defTabSz="471498">
              <a:tabLst>
                <a:tab pos="446011" algn="l"/>
              </a:tabLst>
            </a:pPr>
            <a:r>
              <a:rPr lang="en-US" dirty="0"/>
              <a:t>To define the set of rows to be included in a view or snapshot in a CREATE VIEW or CREATE SNAPSHOT statement</a:t>
            </a:r>
          </a:p>
          <a:p>
            <a:pPr marL="552736" lvl="2" indent="-213448" defTabSz="471498">
              <a:tabLst>
                <a:tab pos="446011" algn="l"/>
              </a:tabLst>
            </a:pPr>
            <a:r>
              <a:rPr lang="en-US" dirty="0"/>
              <a:t>To define one or more values to be assigned to existing rows in an UPDATE statement</a:t>
            </a:r>
          </a:p>
          <a:p>
            <a:pPr marL="552736" lvl="2" indent="-213448" defTabSz="471498">
              <a:tabLst>
                <a:tab pos="446011" algn="l"/>
              </a:tabLst>
            </a:pPr>
            <a:r>
              <a:rPr lang="en-US" dirty="0"/>
              <a:t>To define a table to be operated on by a containing query. You do this by placing the </a:t>
            </a:r>
            <a:r>
              <a:rPr lang="en-US" dirty="0" err="1"/>
              <a:t>subquery</a:t>
            </a:r>
            <a:r>
              <a:rPr lang="en-US" dirty="0"/>
              <a:t> in the FROM clause. This can be done in INSERT, UPDATE, and DELETE statements as well.</a:t>
            </a:r>
          </a:p>
          <a:p>
            <a:pPr marL="224599" lvl="1" defTabSz="471498">
              <a:tabLst>
                <a:tab pos="446011" algn="l"/>
              </a:tabLst>
            </a:pPr>
            <a:r>
              <a:rPr lang="en-US" b="1" dirty="0"/>
              <a:t>Note:</a:t>
            </a:r>
            <a:r>
              <a:rPr lang="en-US" dirty="0"/>
              <a:t> A </a:t>
            </a:r>
            <a:r>
              <a:rPr lang="en-US" dirty="0" err="1"/>
              <a:t>subquery</a:t>
            </a:r>
            <a:r>
              <a:rPr lang="en-US" dirty="0"/>
              <a:t> is evaluated once for the entire parent statement.</a:t>
            </a:r>
          </a:p>
          <a:p>
            <a:pPr marL="109910" defTabSz="471498">
              <a:tabLst>
                <a:tab pos="446011" algn="l"/>
              </a:tabLst>
            </a:pPr>
            <a:endParaRPr lang="en-US" b="0" dirty="0">
              <a:latin typeface="Times New Roman" pitchFamily="18" charset="0"/>
            </a:endParaRPr>
          </a:p>
        </p:txBody>
      </p:sp>
      <p:sp>
        <p:nvSpPr>
          <p:cNvPr id="10243" name="Rectangle 3"/>
          <p:cNvSpPr>
            <a:spLocks noGrp="1" noRot="1" noChangeAspect="1" noChangeArrowheads="1" noTextEdit="1"/>
          </p:cNvSpPr>
          <p:nvPr>
            <p:ph type="sldImg"/>
          </p:nvPr>
        </p:nvSpPr>
        <p:spPr>
          <a:xfrm>
            <a:off x="454025" y="168275"/>
            <a:ext cx="5938838" cy="4452938"/>
          </a:xfrm>
          <a:ln cap="flat"/>
        </p:spPr>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290" name="Rectangle 2"/>
          <p:cNvSpPr>
            <a:spLocks noGrp="1" noChangeArrowheads="1"/>
          </p:cNvSpPr>
          <p:nvPr>
            <p:ph type="body" idx="1"/>
          </p:nvPr>
        </p:nvSpPr>
        <p:spPr>
          <a:noFill/>
          <a:ln/>
        </p:spPr>
        <p:txBody>
          <a:bodyPr/>
          <a:lstStyle/>
          <a:p>
            <a:r>
              <a:rPr lang="en-US"/>
              <a:t>Subqueries</a:t>
            </a:r>
          </a:p>
          <a:p>
            <a:pPr lvl="1"/>
            <a:r>
              <a:rPr lang="en-US">
                <a:latin typeface="Times" charset="0"/>
              </a:rPr>
              <a:t>You can build powerful statements out of simple ones by using subqueries. They can be very useful when you need to select rows from a table with a condition that depends on the data in the table itself.</a:t>
            </a:r>
          </a:p>
          <a:p>
            <a:pPr lvl="1"/>
            <a:r>
              <a:rPr lang="en-US"/>
              <a:t>In the syntax:</a:t>
            </a:r>
          </a:p>
          <a:p>
            <a:pPr algn="just">
              <a:lnSpc>
                <a:spcPct val="112000"/>
              </a:lnSpc>
              <a:spcBef>
                <a:spcPct val="0"/>
              </a:spcBef>
            </a:pPr>
            <a:r>
              <a:rPr lang="en-US" b="0" i="1">
                <a:latin typeface="Times" charset="0"/>
              </a:rPr>
              <a:t>	operator</a:t>
            </a:r>
            <a:r>
              <a:rPr lang="en-US" b="0">
                <a:latin typeface="Times" charset="0"/>
              </a:rPr>
              <a:t>	includes a comparison operator such as &gt;, =, or IN.</a:t>
            </a:r>
          </a:p>
          <a:p>
            <a:pPr lvl="1"/>
            <a:r>
              <a:rPr lang="en-US" b="1"/>
              <a:t>Note:</a:t>
            </a:r>
            <a:r>
              <a:rPr lang="en-US"/>
              <a:t> Comparison operators fall into two classes: single-row operators (&gt;, =, &gt;=, &lt;, &lt;&gt;, &lt;=) and multiple-row operators (IN, ANY, ALL).</a:t>
            </a:r>
          </a:p>
          <a:p>
            <a:pPr lvl="1"/>
            <a:r>
              <a:rPr lang="en-US"/>
              <a:t>The subquery is often referred to as a nested SELECT, sub-SELECT, or inner SELECT statement.</a:t>
            </a:r>
          </a:p>
        </p:txBody>
      </p:sp>
      <p:sp>
        <p:nvSpPr>
          <p:cNvPr id="12291" name="Rectangle 3"/>
          <p:cNvSpPr>
            <a:spLocks noGrp="1" noRot="1" noChangeAspect="1" noChangeArrowheads="1" noTextEdit="1"/>
          </p:cNvSpPr>
          <p:nvPr>
            <p:ph type="sldImg"/>
          </p:nvPr>
        </p:nvSpPr>
        <p:spPr>
          <a:xfrm>
            <a:off x="449263" y="214313"/>
            <a:ext cx="5883275" cy="4413250"/>
          </a:xfrm>
          <a:ln cap="flat"/>
        </p:spPr>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338" name="Rectangle 2"/>
          <p:cNvSpPr>
            <a:spLocks noGrp="1" noRot="1" noChangeAspect="1" noChangeArrowheads="1" noTextEdit="1"/>
          </p:cNvSpPr>
          <p:nvPr>
            <p:ph type="sldImg"/>
          </p:nvPr>
        </p:nvSpPr>
        <p:spPr>
          <a:xfrm>
            <a:off x="455613" y="168275"/>
            <a:ext cx="5938837" cy="4452938"/>
          </a:xfrm>
          <a:ln cap="flat"/>
        </p:spPr>
      </p:sp>
      <p:sp>
        <p:nvSpPr>
          <p:cNvPr id="14339" name="Rectangle 3"/>
          <p:cNvSpPr>
            <a:spLocks noGrp="1" noChangeArrowheads="1"/>
          </p:cNvSpPr>
          <p:nvPr>
            <p:ph type="body" idx="1"/>
          </p:nvPr>
        </p:nvSpPr>
        <p:spPr>
          <a:xfrm>
            <a:off x="403976" y="4767603"/>
            <a:ext cx="6018114" cy="3802314"/>
          </a:xfrm>
          <a:noFill/>
          <a:ln/>
        </p:spPr>
        <p:txBody>
          <a:bodyPr>
            <a:normAutofit lnSpcReduction="10000"/>
          </a:bodyPr>
          <a:lstStyle/>
          <a:p>
            <a:pPr defTabSz="398224">
              <a:spcBef>
                <a:spcPct val="0"/>
              </a:spcBef>
              <a:tabLst>
                <a:tab pos="457162" algn="l"/>
              </a:tabLst>
            </a:pPr>
            <a:r>
              <a:rPr lang="en-US" dirty="0"/>
              <a:t>Using a </a:t>
            </a:r>
            <a:r>
              <a:rPr lang="en-US" dirty="0" err="1"/>
              <a:t>Subquery</a:t>
            </a:r>
            <a:endParaRPr lang="en-US" dirty="0"/>
          </a:p>
          <a:p>
            <a:pPr lvl="1" defTabSz="398224">
              <a:spcBef>
                <a:spcPct val="0"/>
              </a:spcBef>
              <a:tabLst>
                <a:tab pos="457162" algn="l"/>
              </a:tabLst>
            </a:pPr>
            <a:r>
              <a:rPr lang="en-US" dirty="0"/>
              <a:t>In the slide, the inner query returns the salary of employee 7566. The outer query takes the result of the inner query and uses this result to display the names of all the employees who earn more than this amount.</a:t>
            </a:r>
          </a:p>
          <a:p>
            <a:pPr lvl="1" defTabSz="398224">
              <a:spcBef>
                <a:spcPct val="0"/>
              </a:spcBef>
              <a:tabLst>
                <a:tab pos="457162" algn="l"/>
              </a:tabLst>
            </a:pPr>
            <a:r>
              <a:rPr lang="en-US" dirty="0" err="1"/>
              <a:t>Subqueries</a:t>
            </a:r>
            <a:r>
              <a:rPr lang="en-US" dirty="0"/>
              <a:t> are very useful for writing SQL statements that need values based on an unknown conditional value.</a:t>
            </a:r>
          </a:p>
          <a:p>
            <a:pPr lvl="1" defTabSz="398224">
              <a:spcBef>
                <a:spcPct val="0"/>
              </a:spcBef>
              <a:tabLst>
                <a:tab pos="457162" algn="l"/>
              </a:tabLst>
            </a:pPr>
            <a:r>
              <a:rPr lang="en-US" b="1" dirty="0"/>
              <a:t>Examples</a:t>
            </a:r>
          </a:p>
          <a:p>
            <a:pPr lvl="1" defTabSz="398224">
              <a:spcBef>
                <a:spcPct val="0"/>
              </a:spcBef>
              <a:tabLst>
                <a:tab pos="457162" algn="l"/>
              </a:tabLst>
            </a:pPr>
            <a:r>
              <a:rPr lang="en-US" dirty="0"/>
              <a:t>Create a duplicate of the DEPT table.</a:t>
            </a:r>
          </a:p>
          <a:p>
            <a:pPr lvl="1" defTabSz="398224">
              <a:tabLst>
                <a:tab pos="457162" algn="l"/>
              </a:tabLst>
            </a:pPr>
            <a:endParaRPr lang="en-US" dirty="0"/>
          </a:p>
          <a:p>
            <a:pPr lvl="1" defTabSz="398224">
              <a:tabLst>
                <a:tab pos="457162" algn="l"/>
              </a:tabLst>
            </a:pPr>
            <a:endParaRPr lang="en-US" dirty="0"/>
          </a:p>
          <a:p>
            <a:pPr lvl="1" defTabSz="398224">
              <a:tabLst>
                <a:tab pos="457162" algn="l"/>
              </a:tabLst>
            </a:pPr>
            <a:endParaRPr lang="en-US" dirty="0"/>
          </a:p>
          <a:p>
            <a:pPr lvl="1" defTabSz="398224">
              <a:tabLst>
                <a:tab pos="457162" algn="l"/>
              </a:tabLst>
            </a:pPr>
            <a:r>
              <a:rPr lang="en-US" dirty="0"/>
              <a:t>Display all employees who make less than the average salary in the company.</a:t>
            </a:r>
          </a:p>
          <a:p>
            <a:pPr lvl="1" defTabSz="398224">
              <a:tabLst>
                <a:tab pos="457162" algn="l"/>
              </a:tabLst>
            </a:pPr>
            <a:endParaRPr lang="en-US" dirty="0"/>
          </a:p>
          <a:p>
            <a:pPr lvl="1" defTabSz="398224">
              <a:tabLst>
                <a:tab pos="457162" algn="l"/>
              </a:tabLst>
            </a:pPr>
            <a:endParaRPr lang="en-US" dirty="0"/>
          </a:p>
          <a:p>
            <a:pPr lvl="1" defTabSz="398224">
              <a:tabLst>
                <a:tab pos="457162" algn="l"/>
              </a:tabLst>
            </a:pPr>
            <a:endParaRPr lang="en-US" dirty="0"/>
          </a:p>
          <a:p>
            <a:pPr defTabSz="398224">
              <a:spcBef>
                <a:spcPct val="0"/>
              </a:spcBef>
              <a:tabLst>
                <a:tab pos="457162" algn="l"/>
              </a:tabLst>
            </a:pPr>
            <a:endParaRPr lang="en-US" dirty="0">
              <a:solidFill>
                <a:schemeClr val="accent2"/>
              </a:solidFill>
            </a:endParaRPr>
          </a:p>
          <a:p>
            <a:pPr defTabSz="398224">
              <a:spcBef>
                <a:spcPct val="0"/>
              </a:spcBef>
              <a:tabLst>
                <a:tab pos="457162" algn="l"/>
              </a:tabLst>
            </a:pPr>
            <a:r>
              <a:rPr lang="en-US" dirty="0">
                <a:solidFill>
                  <a:schemeClr val="accent2"/>
                </a:solidFill>
              </a:rPr>
              <a:t>Class Management Note</a:t>
            </a:r>
          </a:p>
          <a:p>
            <a:pPr lvl="1" defTabSz="398224">
              <a:spcBef>
                <a:spcPct val="0"/>
              </a:spcBef>
              <a:tabLst>
                <a:tab pos="457162" algn="l"/>
              </a:tabLst>
            </a:pPr>
            <a:r>
              <a:rPr lang="en-US" dirty="0">
                <a:solidFill>
                  <a:schemeClr val="accent2"/>
                </a:solidFill>
              </a:rPr>
              <a:t>Execute the </a:t>
            </a:r>
            <a:r>
              <a:rPr lang="en-US" dirty="0" err="1">
                <a:solidFill>
                  <a:schemeClr val="accent2"/>
                </a:solidFill>
              </a:rPr>
              <a:t>subquery</a:t>
            </a:r>
            <a:r>
              <a:rPr lang="en-US" dirty="0">
                <a:solidFill>
                  <a:schemeClr val="accent2"/>
                </a:solidFill>
              </a:rPr>
              <a:t> (inner query) on its own first to show the value that the </a:t>
            </a:r>
            <a:r>
              <a:rPr lang="en-US" dirty="0" err="1">
                <a:solidFill>
                  <a:schemeClr val="accent2"/>
                </a:solidFill>
              </a:rPr>
              <a:t>subquery</a:t>
            </a:r>
            <a:r>
              <a:rPr lang="en-US" dirty="0">
                <a:solidFill>
                  <a:schemeClr val="accent2"/>
                </a:solidFill>
              </a:rPr>
              <a:t> returns. Then execute the outer query using the result returned by the inner query. Finally, execute the entire query (containing the </a:t>
            </a:r>
            <a:r>
              <a:rPr lang="en-US" dirty="0" err="1">
                <a:solidFill>
                  <a:schemeClr val="accent2"/>
                </a:solidFill>
              </a:rPr>
              <a:t>subquery</a:t>
            </a:r>
            <a:r>
              <a:rPr lang="en-US" dirty="0">
                <a:solidFill>
                  <a:schemeClr val="accent2"/>
                </a:solidFill>
              </a:rPr>
              <a:t>) and show that the result is the same.</a:t>
            </a:r>
            <a:r>
              <a:rPr lang="en-US" dirty="0">
                <a:solidFill>
                  <a:schemeClr val="accent1"/>
                </a:solidFill>
              </a:rPr>
              <a:t> </a:t>
            </a:r>
          </a:p>
        </p:txBody>
      </p:sp>
      <p:sp>
        <p:nvSpPr>
          <p:cNvPr id="14340" name="Rectangle 4"/>
          <p:cNvSpPr>
            <a:spLocks noChangeArrowheads="1"/>
          </p:cNvSpPr>
          <p:nvPr/>
        </p:nvSpPr>
        <p:spPr bwMode="auto">
          <a:xfrm>
            <a:off x="603568" y="6216330"/>
            <a:ext cx="5649267" cy="539098"/>
          </a:xfrm>
          <a:prstGeom prst="rect">
            <a:avLst/>
          </a:prstGeom>
          <a:noFill/>
          <a:ln w="12700">
            <a:solidFill>
              <a:schemeClr val="tx1"/>
            </a:solidFill>
            <a:miter lim="800000"/>
            <a:headEnd/>
            <a:tailEnd/>
          </a:ln>
          <a:effectLst/>
        </p:spPr>
        <p:txBody>
          <a:bodyPr wrap="none" lIns="90796" tIns="44601" rIns="90796" bIns="44601" anchor="ctr"/>
          <a:lstStyle/>
          <a:p>
            <a:pPr defTabSz="872908">
              <a:spcBef>
                <a:spcPct val="0"/>
              </a:spcBef>
            </a:pPr>
            <a:r>
              <a:rPr lang="en-US" sz="1100" dirty="0">
                <a:solidFill>
                  <a:schemeClr val="tx2"/>
                </a:solidFill>
                <a:latin typeface="Courier New" pitchFamily="49" charset="0"/>
              </a:rPr>
              <a:t>SQL&gt; CREATE TABLE </a:t>
            </a:r>
            <a:r>
              <a:rPr lang="en-US" sz="1100" dirty="0" err="1">
                <a:solidFill>
                  <a:schemeClr val="tx2"/>
                </a:solidFill>
                <a:latin typeface="Courier New" pitchFamily="49" charset="0"/>
              </a:rPr>
              <a:t>dept_copy</a:t>
            </a:r>
            <a:r>
              <a:rPr lang="en-US" sz="1100" dirty="0">
                <a:solidFill>
                  <a:schemeClr val="tx2"/>
                </a:solidFill>
                <a:latin typeface="Courier New" pitchFamily="49" charset="0"/>
              </a:rPr>
              <a:t>(</a:t>
            </a:r>
            <a:r>
              <a:rPr lang="en-US" sz="1100" dirty="0" err="1">
                <a:solidFill>
                  <a:schemeClr val="tx2"/>
                </a:solidFill>
                <a:latin typeface="Courier New" pitchFamily="49" charset="0"/>
              </a:rPr>
              <a:t>deptno</a:t>
            </a:r>
            <a:r>
              <a:rPr lang="en-US" sz="1100" dirty="0">
                <a:solidFill>
                  <a:schemeClr val="tx2"/>
                </a:solidFill>
                <a:latin typeface="Courier New" pitchFamily="49" charset="0"/>
              </a:rPr>
              <a:t>, </a:t>
            </a:r>
            <a:r>
              <a:rPr lang="en-US" sz="1100" dirty="0" err="1">
                <a:solidFill>
                  <a:schemeClr val="tx2"/>
                </a:solidFill>
                <a:latin typeface="Courier New" pitchFamily="49" charset="0"/>
              </a:rPr>
              <a:t>dname</a:t>
            </a:r>
            <a:r>
              <a:rPr lang="en-US" sz="1100" dirty="0">
                <a:solidFill>
                  <a:schemeClr val="tx2"/>
                </a:solidFill>
                <a:latin typeface="Courier New" pitchFamily="49" charset="0"/>
              </a:rPr>
              <a:t>, loc)</a:t>
            </a:r>
          </a:p>
          <a:p>
            <a:pPr defTabSz="872908">
              <a:lnSpc>
                <a:spcPct val="90000"/>
              </a:lnSpc>
              <a:spcBef>
                <a:spcPct val="0"/>
              </a:spcBef>
            </a:pPr>
            <a:r>
              <a:rPr lang="en-US" sz="1100" dirty="0">
                <a:solidFill>
                  <a:schemeClr val="tx2"/>
                </a:solidFill>
                <a:latin typeface="Courier New" pitchFamily="49" charset="0"/>
              </a:rPr>
              <a:t>  2  AS SELECT </a:t>
            </a:r>
            <a:r>
              <a:rPr lang="en-US" sz="1100" dirty="0" err="1">
                <a:solidFill>
                  <a:schemeClr val="tx2"/>
                </a:solidFill>
                <a:latin typeface="Courier New" pitchFamily="49" charset="0"/>
              </a:rPr>
              <a:t>deptno</a:t>
            </a:r>
            <a:r>
              <a:rPr lang="en-US" sz="1100" dirty="0">
                <a:solidFill>
                  <a:schemeClr val="tx2"/>
                </a:solidFill>
                <a:latin typeface="Courier New" pitchFamily="49" charset="0"/>
              </a:rPr>
              <a:t>, </a:t>
            </a:r>
            <a:r>
              <a:rPr lang="en-US" sz="1100" dirty="0" err="1">
                <a:solidFill>
                  <a:schemeClr val="tx2"/>
                </a:solidFill>
                <a:latin typeface="Courier New" pitchFamily="49" charset="0"/>
              </a:rPr>
              <a:t>dname</a:t>
            </a:r>
            <a:r>
              <a:rPr lang="en-US" sz="1100" dirty="0">
                <a:solidFill>
                  <a:schemeClr val="tx2"/>
                </a:solidFill>
                <a:latin typeface="Courier New" pitchFamily="49" charset="0"/>
              </a:rPr>
              <a:t>, loc </a:t>
            </a:r>
          </a:p>
          <a:p>
            <a:pPr defTabSz="872908">
              <a:spcBef>
                <a:spcPct val="0"/>
              </a:spcBef>
            </a:pPr>
            <a:r>
              <a:rPr lang="en-US" sz="1100" dirty="0">
                <a:solidFill>
                  <a:schemeClr val="tx2"/>
                </a:solidFill>
                <a:latin typeface="Courier New" pitchFamily="49" charset="0"/>
              </a:rPr>
              <a:t>  3  FROM dept;</a:t>
            </a:r>
          </a:p>
        </p:txBody>
      </p:sp>
      <p:sp>
        <p:nvSpPr>
          <p:cNvPr id="14341" name="Rectangle 5"/>
          <p:cNvSpPr>
            <a:spLocks noChangeArrowheads="1"/>
          </p:cNvSpPr>
          <p:nvPr/>
        </p:nvSpPr>
        <p:spPr bwMode="auto">
          <a:xfrm>
            <a:off x="603569" y="7068711"/>
            <a:ext cx="5650864" cy="663138"/>
          </a:xfrm>
          <a:prstGeom prst="rect">
            <a:avLst/>
          </a:prstGeom>
          <a:noFill/>
          <a:ln w="12700">
            <a:solidFill>
              <a:schemeClr val="tx1"/>
            </a:solidFill>
            <a:miter lim="800000"/>
            <a:headEnd/>
            <a:tailEnd/>
          </a:ln>
          <a:effectLst/>
        </p:spPr>
        <p:txBody>
          <a:bodyPr wrap="none" lIns="90796" tIns="44601" rIns="90796" bIns="44601" anchor="ctr"/>
          <a:lstStyle/>
          <a:p>
            <a:pPr defTabSz="872908">
              <a:lnSpc>
                <a:spcPct val="90000"/>
              </a:lnSpc>
              <a:spcBef>
                <a:spcPct val="0"/>
              </a:spcBef>
            </a:pPr>
            <a:r>
              <a:rPr lang="en-US" sz="1100" dirty="0">
                <a:solidFill>
                  <a:schemeClr val="tx2"/>
                </a:solidFill>
                <a:latin typeface="Courier New" pitchFamily="49" charset="0"/>
              </a:rPr>
              <a:t>SQL&gt; SELECT </a:t>
            </a:r>
            <a:r>
              <a:rPr lang="en-US" sz="1100" dirty="0" err="1">
                <a:solidFill>
                  <a:schemeClr val="tx2"/>
                </a:solidFill>
                <a:latin typeface="Courier New" pitchFamily="49" charset="0"/>
              </a:rPr>
              <a:t>ename</a:t>
            </a:r>
            <a:r>
              <a:rPr lang="en-US" sz="1100" dirty="0">
                <a:solidFill>
                  <a:schemeClr val="tx2"/>
                </a:solidFill>
                <a:latin typeface="Courier New" pitchFamily="49" charset="0"/>
              </a:rPr>
              <a:t>, job, </a:t>
            </a:r>
            <a:r>
              <a:rPr lang="en-US" sz="1100" dirty="0" err="1">
                <a:solidFill>
                  <a:schemeClr val="tx2"/>
                </a:solidFill>
                <a:latin typeface="Courier New" pitchFamily="49" charset="0"/>
              </a:rPr>
              <a:t>sal</a:t>
            </a:r>
            <a:endParaRPr lang="en-US" sz="1100" dirty="0">
              <a:solidFill>
                <a:schemeClr val="tx2"/>
              </a:solidFill>
              <a:latin typeface="Courier New" pitchFamily="49" charset="0"/>
            </a:endParaRPr>
          </a:p>
          <a:p>
            <a:pPr defTabSz="872908">
              <a:lnSpc>
                <a:spcPct val="90000"/>
              </a:lnSpc>
              <a:spcBef>
                <a:spcPct val="0"/>
              </a:spcBef>
            </a:pPr>
            <a:r>
              <a:rPr lang="en-US" sz="1100" dirty="0">
                <a:solidFill>
                  <a:schemeClr val="tx2"/>
                </a:solidFill>
                <a:latin typeface="Courier New" pitchFamily="49" charset="0"/>
              </a:rPr>
              <a:t>  2  FROM   </a:t>
            </a:r>
            <a:r>
              <a:rPr lang="en-US" sz="1100" dirty="0" err="1">
                <a:solidFill>
                  <a:schemeClr val="tx2"/>
                </a:solidFill>
                <a:latin typeface="Courier New" pitchFamily="49" charset="0"/>
              </a:rPr>
              <a:t>emp</a:t>
            </a:r>
            <a:endParaRPr lang="en-US" sz="1100" dirty="0">
              <a:solidFill>
                <a:schemeClr val="tx2"/>
              </a:solidFill>
              <a:latin typeface="Courier New" pitchFamily="49" charset="0"/>
            </a:endParaRPr>
          </a:p>
          <a:p>
            <a:pPr defTabSz="872908">
              <a:lnSpc>
                <a:spcPct val="90000"/>
              </a:lnSpc>
              <a:spcBef>
                <a:spcPct val="0"/>
              </a:spcBef>
            </a:pPr>
            <a:r>
              <a:rPr lang="en-US" sz="1100" dirty="0">
                <a:solidFill>
                  <a:schemeClr val="tx2"/>
                </a:solidFill>
                <a:latin typeface="Courier New" pitchFamily="49" charset="0"/>
              </a:rPr>
              <a:t>  3  WHERE  </a:t>
            </a:r>
            <a:r>
              <a:rPr lang="en-US" sz="1100" dirty="0" err="1">
                <a:solidFill>
                  <a:schemeClr val="tx2"/>
                </a:solidFill>
                <a:latin typeface="Courier New" pitchFamily="49" charset="0"/>
              </a:rPr>
              <a:t>sal</a:t>
            </a:r>
            <a:r>
              <a:rPr lang="en-US" sz="1100" dirty="0">
                <a:solidFill>
                  <a:schemeClr val="tx2"/>
                </a:solidFill>
                <a:latin typeface="Courier New" pitchFamily="49" charset="0"/>
              </a:rPr>
              <a:t> &lt; (SELECT AVG(</a:t>
            </a:r>
            <a:r>
              <a:rPr lang="en-US" sz="1100" dirty="0" err="1">
                <a:solidFill>
                  <a:schemeClr val="tx2"/>
                </a:solidFill>
                <a:latin typeface="Courier New" pitchFamily="49" charset="0"/>
              </a:rPr>
              <a:t>sal</a:t>
            </a:r>
            <a:r>
              <a:rPr lang="en-US" sz="1100" dirty="0">
                <a:solidFill>
                  <a:schemeClr val="tx2"/>
                </a:solidFill>
                <a:latin typeface="Courier New" pitchFamily="49" charset="0"/>
              </a:rPr>
              <a:t>)</a:t>
            </a:r>
          </a:p>
          <a:p>
            <a:pPr defTabSz="872908">
              <a:lnSpc>
                <a:spcPct val="90000"/>
              </a:lnSpc>
              <a:spcBef>
                <a:spcPct val="0"/>
              </a:spcBef>
            </a:pPr>
            <a:r>
              <a:rPr lang="en-US" sz="1100" dirty="0">
                <a:solidFill>
                  <a:schemeClr val="tx2"/>
                </a:solidFill>
                <a:latin typeface="Courier New" pitchFamily="49" charset="0"/>
              </a:rPr>
              <a:t>  4                FROM   </a:t>
            </a:r>
            <a:r>
              <a:rPr lang="en-US" sz="1100" dirty="0" err="1">
                <a:solidFill>
                  <a:schemeClr val="tx2"/>
                </a:solidFill>
                <a:latin typeface="Courier New" pitchFamily="49" charset="0"/>
              </a:rPr>
              <a:t>emp</a:t>
            </a:r>
            <a:r>
              <a:rPr lang="en-US" sz="1100" dirty="0">
                <a:solidFill>
                  <a:schemeClr val="tx2"/>
                </a:solidFill>
                <a:latin typeface="Courier New" pitchFamily="49" charset="0"/>
              </a:rPr>
              <a:t>);</a:t>
            </a:r>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N" dirty="0"/>
          </a:p>
        </p:txBody>
      </p:sp>
      <p:sp>
        <p:nvSpPr>
          <p:cNvPr id="4" name="Slide Number Placeholder 3"/>
          <p:cNvSpPr>
            <a:spLocks noGrp="1"/>
          </p:cNvSpPr>
          <p:nvPr>
            <p:ph type="sldNum" sz="quarter" idx="10"/>
          </p:nvPr>
        </p:nvSpPr>
        <p:spPr/>
        <p:txBody>
          <a:bodyPr/>
          <a:lstStyle/>
          <a:p>
            <a:fld id="{DB4DCED4-1F6B-47B5-BB8F-9D615D50CFF3}" type="slidenum">
              <a:rPr lang="en-US" smtClean="0"/>
              <a:pPr/>
              <a:t>17</a:t>
            </a:fld>
            <a:endParaRPr lang="en-US"/>
          </a:p>
        </p:txBody>
      </p:sp>
    </p:spTree>
    <p:extLst>
      <p:ext uri="{BB962C8B-B14F-4D97-AF65-F5344CB8AC3E}">
        <p14:creationId xmlns:p14="http://schemas.microsoft.com/office/powerpoint/2010/main" val="1751153726"/>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386" name="Rectangle 2"/>
          <p:cNvSpPr>
            <a:spLocks noGrp="1" noRot="1" noChangeAspect="1" noChangeArrowheads="1" noTextEdit="1"/>
          </p:cNvSpPr>
          <p:nvPr>
            <p:ph type="sldImg"/>
          </p:nvPr>
        </p:nvSpPr>
        <p:spPr>
          <a:xfrm>
            <a:off x="439738" y="193675"/>
            <a:ext cx="5940425" cy="4454525"/>
          </a:xfrm>
          <a:ln cap="flat"/>
        </p:spPr>
      </p:sp>
      <p:grpSp>
        <p:nvGrpSpPr>
          <p:cNvPr id="2" name="Group 14"/>
          <p:cNvGrpSpPr>
            <a:grpSpLocks/>
          </p:cNvGrpSpPr>
          <p:nvPr/>
        </p:nvGrpSpPr>
        <p:grpSpPr bwMode="auto">
          <a:xfrm>
            <a:off x="231528" y="7485359"/>
            <a:ext cx="285816" cy="302150"/>
            <a:chOff x="145" y="4707"/>
            <a:chExt cx="179" cy="190"/>
          </a:xfrm>
        </p:grpSpPr>
        <p:sp>
          <p:nvSpPr>
            <p:cNvPr id="16387" name="Freeform 3"/>
            <p:cNvSpPr>
              <a:spLocks/>
            </p:cNvSpPr>
            <p:nvPr/>
          </p:nvSpPr>
          <p:spPr bwMode="auto">
            <a:xfrm>
              <a:off x="145" y="4707"/>
              <a:ext cx="179" cy="182"/>
            </a:xfrm>
            <a:custGeom>
              <a:avLst/>
              <a:gdLst/>
              <a:ahLst/>
              <a:cxnLst>
                <a:cxn ang="0">
                  <a:pos x="178" y="181"/>
                </a:cxn>
                <a:cxn ang="0">
                  <a:pos x="178" y="0"/>
                </a:cxn>
                <a:cxn ang="0">
                  <a:pos x="0" y="0"/>
                </a:cxn>
                <a:cxn ang="0">
                  <a:pos x="0" y="181"/>
                </a:cxn>
                <a:cxn ang="0">
                  <a:pos x="178" y="181"/>
                </a:cxn>
              </a:cxnLst>
              <a:rect l="0" t="0" r="r" b="b"/>
              <a:pathLst>
                <a:path w="179" h="182">
                  <a:moveTo>
                    <a:pt x="178" y="181"/>
                  </a:moveTo>
                  <a:lnTo>
                    <a:pt x="178" y="0"/>
                  </a:lnTo>
                  <a:lnTo>
                    <a:pt x="0" y="0"/>
                  </a:lnTo>
                  <a:lnTo>
                    <a:pt x="0" y="181"/>
                  </a:lnTo>
                  <a:lnTo>
                    <a:pt x="178" y="181"/>
                  </a:lnTo>
                </a:path>
              </a:pathLst>
            </a:custGeom>
            <a:solidFill>
              <a:srgbClr val="000000"/>
            </a:solidFill>
            <a:ln w="9525" cap="rnd">
              <a:noFill/>
              <a:round/>
              <a:headEnd/>
              <a:tailEnd/>
            </a:ln>
            <a:effectLst/>
          </p:spPr>
          <p:txBody>
            <a:bodyPr/>
            <a:lstStyle/>
            <a:p>
              <a:endParaRPr lang="en-US"/>
            </a:p>
          </p:txBody>
        </p:sp>
        <p:sp>
          <p:nvSpPr>
            <p:cNvPr id="16388" name="Freeform 4"/>
            <p:cNvSpPr>
              <a:spLocks/>
            </p:cNvSpPr>
            <p:nvPr/>
          </p:nvSpPr>
          <p:spPr bwMode="auto">
            <a:xfrm>
              <a:off x="227" y="4880"/>
              <a:ext cx="25" cy="17"/>
            </a:xfrm>
            <a:custGeom>
              <a:avLst/>
              <a:gdLst/>
              <a:ahLst/>
              <a:cxnLst>
                <a:cxn ang="0">
                  <a:pos x="24" y="16"/>
                </a:cxn>
                <a:cxn ang="0">
                  <a:pos x="24" y="0"/>
                </a:cxn>
                <a:cxn ang="0">
                  <a:pos x="0" y="0"/>
                </a:cxn>
                <a:cxn ang="0">
                  <a:pos x="0" y="16"/>
                </a:cxn>
                <a:cxn ang="0">
                  <a:pos x="24" y="16"/>
                </a:cxn>
              </a:cxnLst>
              <a:rect l="0" t="0" r="r" b="b"/>
              <a:pathLst>
                <a:path w="25" h="17">
                  <a:moveTo>
                    <a:pt x="24" y="16"/>
                  </a:moveTo>
                  <a:lnTo>
                    <a:pt x="24" y="0"/>
                  </a:lnTo>
                  <a:lnTo>
                    <a:pt x="0" y="0"/>
                  </a:lnTo>
                  <a:lnTo>
                    <a:pt x="0" y="16"/>
                  </a:lnTo>
                  <a:lnTo>
                    <a:pt x="24" y="16"/>
                  </a:lnTo>
                </a:path>
              </a:pathLst>
            </a:custGeom>
            <a:solidFill>
              <a:srgbClr val="FFFFFF"/>
            </a:solidFill>
            <a:ln w="9525" cap="rnd">
              <a:noFill/>
              <a:round/>
              <a:headEnd/>
              <a:tailEnd/>
            </a:ln>
            <a:effectLst/>
          </p:spPr>
          <p:txBody>
            <a:bodyPr/>
            <a:lstStyle/>
            <a:p>
              <a:endParaRPr lang="en-US"/>
            </a:p>
          </p:txBody>
        </p:sp>
        <p:sp>
          <p:nvSpPr>
            <p:cNvPr id="16389" name="Freeform 5"/>
            <p:cNvSpPr>
              <a:spLocks/>
            </p:cNvSpPr>
            <p:nvPr/>
          </p:nvSpPr>
          <p:spPr bwMode="auto">
            <a:xfrm>
              <a:off x="167" y="4760"/>
              <a:ext cx="31" cy="19"/>
            </a:xfrm>
            <a:custGeom>
              <a:avLst/>
              <a:gdLst/>
              <a:ahLst/>
              <a:cxnLst>
                <a:cxn ang="0">
                  <a:pos x="0" y="0"/>
                </a:cxn>
                <a:cxn ang="0">
                  <a:pos x="24" y="18"/>
                </a:cxn>
                <a:cxn ang="0">
                  <a:pos x="30" y="8"/>
                </a:cxn>
                <a:cxn ang="0">
                  <a:pos x="0" y="0"/>
                </a:cxn>
              </a:cxnLst>
              <a:rect l="0" t="0" r="r" b="b"/>
              <a:pathLst>
                <a:path w="31" h="19">
                  <a:moveTo>
                    <a:pt x="0" y="0"/>
                  </a:moveTo>
                  <a:lnTo>
                    <a:pt x="24" y="18"/>
                  </a:lnTo>
                  <a:lnTo>
                    <a:pt x="30" y="8"/>
                  </a:lnTo>
                  <a:lnTo>
                    <a:pt x="0" y="0"/>
                  </a:lnTo>
                </a:path>
              </a:pathLst>
            </a:custGeom>
            <a:solidFill>
              <a:srgbClr val="FFFFFF"/>
            </a:solidFill>
            <a:ln w="9525" cap="rnd">
              <a:noFill/>
              <a:round/>
              <a:headEnd/>
              <a:tailEnd/>
            </a:ln>
            <a:effectLst/>
          </p:spPr>
          <p:txBody>
            <a:bodyPr/>
            <a:lstStyle/>
            <a:p>
              <a:endParaRPr lang="en-US"/>
            </a:p>
          </p:txBody>
        </p:sp>
        <p:sp>
          <p:nvSpPr>
            <p:cNvPr id="16390" name="Freeform 6"/>
            <p:cNvSpPr>
              <a:spLocks/>
            </p:cNvSpPr>
            <p:nvPr/>
          </p:nvSpPr>
          <p:spPr bwMode="auto">
            <a:xfrm>
              <a:off x="277" y="4760"/>
              <a:ext cx="36" cy="19"/>
            </a:xfrm>
            <a:custGeom>
              <a:avLst/>
              <a:gdLst/>
              <a:ahLst/>
              <a:cxnLst>
                <a:cxn ang="0">
                  <a:pos x="35" y="0"/>
                </a:cxn>
                <a:cxn ang="0">
                  <a:pos x="6" y="18"/>
                </a:cxn>
                <a:cxn ang="0">
                  <a:pos x="0" y="8"/>
                </a:cxn>
                <a:cxn ang="0">
                  <a:pos x="35" y="0"/>
                </a:cxn>
              </a:cxnLst>
              <a:rect l="0" t="0" r="r" b="b"/>
              <a:pathLst>
                <a:path w="36" h="19">
                  <a:moveTo>
                    <a:pt x="35" y="0"/>
                  </a:moveTo>
                  <a:lnTo>
                    <a:pt x="6" y="18"/>
                  </a:lnTo>
                  <a:lnTo>
                    <a:pt x="0" y="8"/>
                  </a:lnTo>
                  <a:lnTo>
                    <a:pt x="35" y="0"/>
                  </a:lnTo>
                </a:path>
              </a:pathLst>
            </a:custGeom>
            <a:solidFill>
              <a:srgbClr val="FFFFFF"/>
            </a:solidFill>
            <a:ln w="9525" cap="rnd">
              <a:noFill/>
              <a:round/>
              <a:headEnd/>
              <a:tailEnd/>
            </a:ln>
            <a:effectLst/>
          </p:spPr>
          <p:txBody>
            <a:bodyPr/>
            <a:lstStyle/>
            <a:p>
              <a:endParaRPr lang="en-US"/>
            </a:p>
          </p:txBody>
        </p:sp>
        <p:sp>
          <p:nvSpPr>
            <p:cNvPr id="16391" name="Freeform 7"/>
            <p:cNvSpPr>
              <a:spLocks/>
            </p:cNvSpPr>
            <p:nvPr/>
          </p:nvSpPr>
          <p:spPr bwMode="auto">
            <a:xfrm>
              <a:off x="163" y="4799"/>
              <a:ext cx="34" cy="19"/>
            </a:xfrm>
            <a:custGeom>
              <a:avLst/>
              <a:gdLst/>
              <a:ahLst/>
              <a:cxnLst>
                <a:cxn ang="0">
                  <a:pos x="0" y="18"/>
                </a:cxn>
                <a:cxn ang="0">
                  <a:pos x="33" y="14"/>
                </a:cxn>
                <a:cxn ang="0">
                  <a:pos x="31" y="0"/>
                </a:cxn>
                <a:cxn ang="0">
                  <a:pos x="0" y="18"/>
                </a:cxn>
              </a:cxnLst>
              <a:rect l="0" t="0" r="r" b="b"/>
              <a:pathLst>
                <a:path w="34" h="19">
                  <a:moveTo>
                    <a:pt x="0" y="18"/>
                  </a:moveTo>
                  <a:lnTo>
                    <a:pt x="33" y="14"/>
                  </a:lnTo>
                  <a:lnTo>
                    <a:pt x="31" y="0"/>
                  </a:lnTo>
                  <a:lnTo>
                    <a:pt x="0" y="18"/>
                  </a:lnTo>
                </a:path>
              </a:pathLst>
            </a:custGeom>
            <a:solidFill>
              <a:srgbClr val="FFFFFF"/>
            </a:solidFill>
            <a:ln w="9525" cap="rnd">
              <a:noFill/>
              <a:round/>
              <a:headEnd/>
              <a:tailEnd/>
            </a:ln>
            <a:effectLst/>
          </p:spPr>
          <p:txBody>
            <a:bodyPr/>
            <a:lstStyle/>
            <a:p>
              <a:endParaRPr lang="en-US"/>
            </a:p>
          </p:txBody>
        </p:sp>
        <p:sp>
          <p:nvSpPr>
            <p:cNvPr id="16392" name="Freeform 8"/>
            <p:cNvSpPr>
              <a:spLocks/>
            </p:cNvSpPr>
            <p:nvPr/>
          </p:nvSpPr>
          <p:spPr bwMode="auto">
            <a:xfrm>
              <a:off x="280" y="4800"/>
              <a:ext cx="35" cy="19"/>
            </a:xfrm>
            <a:custGeom>
              <a:avLst/>
              <a:gdLst/>
              <a:ahLst/>
              <a:cxnLst>
                <a:cxn ang="0">
                  <a:pos x="34" y="18"/>
                </a:cxn>
                <a:cxn ang="0">
                  <a:pos x="0" y="15"/>
                </a:cxn>
                <a:cxn ang="0">
                  <a:pos x="2" y="0"/>
                </a:cxn>
                <a:cxn ang="0">
                  <a:pos x="34" y="18"/>
                </a:cxn>
              </a:cxnLst>
              <a:rect l="0" t="0" r="r" b="b"/>
              <a:pathLst>
                <a:path w="35" h="19">
                  <a:moveTo>
                    <a:pt x="34" y="18"/>
                  </a:moveTo>
                  <a:lnTo>
                    <a:pt x="0" y="15"/>
                  </a:lnTo>
                  <a:lnTo>
                    <a:pt x="2" y="0"/>
                  </a:lnTo>
                  <a:lnTo>
                    <a:pt x="34" y="18"/>
                  </a:lnTo>
                </a:path>
              </a:pathLst>
            </a:custGeom>
            <a:solidFill>
              <a:srgbClr val="FFFFFF"/>
            </a:solidFill>
            <a:ln w="9525" cap="rnd">
              <a:noFill/>
              <a:round/>
              <a:headEnd/>
              <a:tailEnd/>
            </a:ln>
            <a:effectLst/>
          </p:spPr>
          <p:txBody>
            <a:bodyPr/>
            <a:lstStyle/>
            <a:p>
              <a:endParaRPr lang="en-US"/>
            </a:p>
          </p:txBody>
        </p:sp>
        <p:sp>
          <p:nvSpPr>
            <p:cNvPr id="16393" name="Freeform 9"/>
            <p:cNvSpPr>
              <a:spLocks/>
            </p:cNvSpPr>
            <p:nvPr/>
          </p:nvSpPr>
          <p:spPr bwMode="auto">
            <a:xfrm>
              <a:off x="190" y="4721"/>
              <a:ext cx="27" cy="31"/>
            </a:xfrm>
            <a:custGeom>
              <a:avLst/>
              <a:gdLst/>
              <a:ahLst/>
              <a:cxnLst>
                <a:cxn ang="0">
                  <a:pos x="0" y="0"/>
                </a:cxn>
                <a:cxn ang="0">
                  <a:pos x="15" y="30"/>
                </a:cxn>
                <a:cxn ang="0">
                  <a:pos x="26" y="23"/>
                </a:cxn>
                <a:cxn ang="0">
                  <a:pos x="0" y="0"/>
                </a:cxn>
              </a:cxnLst>
              <a:rect l="0" t="0" r="r" b="b"/>
              <a:pathLst>
                <a:path w="27" h="31">
                  <a:moveTo>
                    <a:pt x="0" y="0"/>
                  </a:moveTo>
                  <a:lnTo>
                    <a:pt x="15" y="30"/>
                  </a:lnTo>
                  <a:lnTo>
                    <a:pt x="26" y="23"/>
                  </a:lnTo>
                  <a:lnTo>
                    <a:pt x="0" y="0"/>
                  </a:lnTo>
                </a:path>
              </a:pathLst>
            </a:custGeom>
            <a:solidFill>
              <a:srgbClr val="FFFFFF"/>
            </a:solidFill>
            <a:ln w="9525" cap="rnd">
              <a:noFill/>
              <a:round/>
              <a:headEnd/>
              <a:tailEnd/>
            </a:ln>
            <a:effectLst/>
          </p:spPr>
          <p:txBody>
            <a:bodyPr/>
            <a:lstStyle/>
            <a:p>
              <a:endParaRPr lang="en-US"/>
            </a:p>
          </p:txBody>
        </p:sp>
        <p:sp>
          <p:nvSpPr>
            <p:cNvPr id="16394" name="Freeform 10"/>
            <p:cNvSpPr>
              <a:spLocks/>
            </p:cNvSpPr>
            <p:nvPr/>
          </p:nvSpPr>
          <p:spPr bwMode="auto">
            <a:xfrm>
              <a:off x="255" y="4724"/>
              <a:ext cx="28" cy="31"/>
            </a:xfrm>
            <a:custGeom>
              <a:avLst/>
              <a:gdLst/>
              <a:ahLst/>
              <a:cxnLst>
                <a:cxn ang="0">
                  <a:pos x="27" y="0"/>
                </a:cxn>
                <a:cxn ang="0">
                  <a:pos x="11" y="30"/>
                </a:cxn>
                <a:cxn ang="0">
                  <a:pos x="0" y="22"/>
                </a:cxn>
                <a:cxn ang="0">
                  <a:pos x="27" y="0"/>
                </a:cxn>
              </a:cxnLst>
              <a:rect l="0" t="0" r="r" b="b"/>
              <a:pathLst>
                <a:path w="28" h="31">
                  <a:moveTo>
                    <a:pt x="27" y="0"/>
                  </a:moveTo>
                  <a:lnTo>
                    <a:pt x="11" y="30"/>
                  </a:lnTo>
                  <a:lnTo>
                    <a:pt x="0" y="22"/>
                  </a:lnTo>
                  <a:lnTo>
                    <a:pt x="27" y="0"/>
                  </a:lnTo>
                </a:path>
              </a:pathLst>
            </a:custGeom>
            <a:solidFill>
              <a:srgbClr val="FFFFFF"/>
            </a:solidFill>
            <a:ln w="9525" cap="rnd">
              <a:noFill/>
              <a:round/>
              <a:headEnd/>
              <a:tailEnd/>
            </a:ln>
            <a:effectLst/>
          </p:spPr>
          <p:txBody>
            <a:bodyPr/>
            <a:lstStyle/>
            <a:p>
              <a:endParaRPr lang="en-US"/>
            </a:p>
          </p:txBody>
        </p:sp>
        <p:sp>
          <p:nvSpPr>
            <p:cNvPr id="16395" name="Freeform 11"/>
            <p:cNvSpPr>
              <a:spLocks/>
            </p:cNvSpPr>
            <p:nvPr/>
          </p:nvSpPr>
          <p:spPr bwMode="auto">
            <a:xfrm>
              <a:off x="231" y="4712"/>
              <a:ext cx="17" cy="32"/>
            </a:xfrm>
            <a:custGeom>
              <a:avLst/>
              <a:gdLst/>
              <a:ahLst/>
              <a:cxnLst>
                <a:cxn ang="0">
                  <a:pos x="7" y="0"/>
                </a:cxn>
                <a:cxn ang="0">
                  <a:pos x="0" y="31"/>
                </a:cxn>
                <a:cxn ang="0">
                  <a:pos x="16" y="29"/>
                </a:cxn>
                <a:cxn ang="0">
                  <a:pos x="7" y="0"/>
                </a:cxn>
              </a:cxnLst>
              <a:rect l="0" t="0" r="r" b="b"/>
              <a:pathLst>
                <a:path w="17" h="32">
                  <a:moveTo>
                    <a:pt x="7" y="0"/>
                  </a:moveTo>
                  <a:lnTo>
                    <a:pt x="0" y="31"/>
                  </a:lnTo>
                  <a:lnTo>
                    <a:pt x="16" y="29"/>
                  </a:lnTo>
                  <a:lnTo>
                    <a:pt x="7" y="0"/>
                  </a:lnTo>
                </a:path>
              </a:pathLst>
            </a:custGeom>
            <a:solidFill>
              <a:srgbClr val="FFFFFF"/>
            </a:solidFill>
            <a:ln w="9525" cap="rnd">
              <a:noFill/>
              <a:round/>
              <a:headEnd/>
              <a:tailEnd/>
            </a:ln>
            <a:effectLst/>
          </p:spPr>
          <p:txBody>
            <a:bodyPr/>
            <a:lstStyle/>
            <a:p>
              <a:endParaRPr lang="en-US"/>
            </a:p>
          </p:txBody>
        </p:sp>
        <p:sp>
          <p:nvSpPr>
            <p:cNvPr id="16396" name="Freeform 12"/>
            <p:cNvSpPr>
              <a:spLocks/>
            </p:cNvSpPr>
            <p:nvPr/>
          </p:nvSpPr>
          <p:spPr bwMode="auto">
            <a:xfrm>
              <a:off x="204" y="4759"/>
              <a:ext cx="69" cy="114"/>
            </a:xfrm>
            <a:custGeom>
              <a:avLst/>
              <a:gdLst/>
              <a:ahLst/>
              <a:cxnLst>
                <a:cxn ang="0">
                  <a:pos x="22" y="113"/>
                </a:cxn>
                <a:cxn ang="0">
                  <a:pos x="23" y="93"/>
                </a:cxn>
                <a:cxn ang="0">
                  <a:pos x="21" y="90"/>
                </a:cxn>
                <a:cxn ang="0">
                  <a:pos x="15" y="82"/>
                </a:cxn>
                <a:cxn ang="0">
                  <a:pos x="9" y="71"/>
                </a:cxn>
                <a:cxn ang="0">
                  <a:pos x="4" y="57"/>
                </a:cxn>
                <a:cxn ang="0">
                  <a:pos x="0" y="41"/>
                </a:cxn>
                <a:cxn ang="0">
                  <a:pos x="1" y="26"/>
                </a:cxn>
                <a:cxn ang="0">
                  <a:pos x="8" y="11"/>
                </a:cxn>
                <a:cxn ang="0">
                  <a:pos x="23" y="0"/>
                </a:cxn>
                <a:cxn ang="0">
                  <a:pos x="43" y="0"/>
                </a:cxn>
                <a:cxn ang="0">
                  <a:pos x="46" y="0"/>
                </a:cxn>
                <a:cxn ang="0">
                  <a:pos x="51" y="4"/>
                </a:cxn>
                <a:cxn ang="0">
                  <a:pos x="57" y="10"/>
                </a:cxn>
                <a:cxn ang="0">
                  <a:pos x="63" y="19"/>
                </a:cxn>
                <a:cxn ang="0">
                  <a:pos x="68" y="31"/>
                </a:cxn>
                <a:cxn ang="0">
                  <a:pos x="66" y="47"/>
                </a:cxn>
                <a:cxn ang="0">
                  <a:pos x="59" y="67"/>
                </a:cxn>
                <a:cxn ang="0">
                  <a:pos x="43" y="90"/>
                </a:cxn>
                <a:cxn ang="0">
                  <a:pos x="43" y="113"/>
                </a:cxn>
                <a:cxn ang="0">
                  <a:pos x="22" y="113"/>
                </a:cxn>
              </a:cxnLst>
              <a:rect l="0" t="0" r="r" b="b"/>
              <a:pathLst>
                <a:path w="69" h="114">
                  <a:moveTo>
                    <a:pt x="22" y="113"/>
                  </a:moveTo>
                  <a:lnTo>
                    <a:pt x="23" y="93"/>
                  </a:lnTo>
                  <a:lnTo>
                    <a:pt x="21" y="90"/>
                  </a:lnTo>
                  <a:lnTo>
                    <a:pt x="15" y="82"/>
                  </a:lnTo>
                  <a:lnTo>
                    <a:pt x="9" y="71"/>
                  </a:lnTo>
                  <a:lnTo>
                    <a:pt x="4" y="57"/>
                  </a:lnTo>
                  <a:lnTo>
                    <a:pt x="0" y="41"/>
                  </a:lnTo>
                  <a:lnTo>
                    <a:pt x="1" y="26"/>
                  </a:lnTo>
                  <a:lnTo>
                    <a:pt x="8" y="11"/>
                  </a:lnTo>
                  <a:lnTo>
                    <a:pt x="23" y="0"/>
                  </a:lnTo>
                  <a:lnTo>
                    <a:pt x="43" y="0"/>
                  </a:lnTo>
                  <a:lnTo>
                    <a:pt x="46" y="0"/>
                  </a:lnTo>
                  <a:lnTo>
                    <a:pt x="51" y="4"/>
                  </a:lnTo>
                  <a:lnTo>
                    <a:pt x="57" y="10"/>
                  </a:lnTo>
                  <a:lnTo>
                    <a:pt x="63" y="19"/>
                  </a:lnTo>
                  <a:lnTo>
                    <a:pt x="68" y="31"/>
                  </a:lnTo>
                  <a:lnTo>
                    <a:pt x="66" y="47"/>
                  </a:lnTo>
                  <a:lnTo>
                    <a:pt x="59" y="67"/>
                  </a:lnTo>
                  <a:lnTo>
                    <a:pt x="43" y="90"/>
                  </a:lnTo>
                  <a:lnTo>
                    <a:pt x="43" y="113"/>
                  </a:lnTo>
                  <a:lnTo>
                    <a:pt x="22" y="113"/>
                  </a:lnTo>
                </a:path>
              </a:pathLst>
            </a:custGeom>
            <a:solidFill>
              <a:srgbClr val="FFFFFF"/>
            </a:solidFill>
            <a:ln w="9525" cap="rnd">
              <a:noFill/>
              <a:round/>
              <a:headEnd/>
              <a:tailEnd/>
            </a:ln>
            <a:effectLst/>
          </p:spPr>
          <p:txBody>
            <a:bodyPr/>
            <a:lstStyle/>
            <a:p>
              <a:endParaRPr lang="en-US"/>
            </a:p>
          </p:txBody>
        </p:sp>
        <p:sp>
          <p:nvSpPr>
            <p:cNvPr id="16397" name="Freeform 13"/>
            <p:cNvSpPr>
              <a:spLocks/>
            </p:cNvSpPr>
            <p:nvPr/>
          </p:nvSpPr>
          <p:spPr bwMode="auto">
            <a:xfrm>
              <a:off x="233" y="4779"/>
              <a:ext cx="17" cy="88"/>
            </a:xfrm>
            <a:custGeom>
              <a:avLst/>
              <a:gdLst/>
              <a:ahLst/>
              <a:cxnLst>
                <a:cxn ang="0">
                  <a:pos x="4" y="0"/>
                </a:cxn>
                <a:cxn ang="0">
                  <a:pos x="6" y="6"/>
                </a:cxn>
                <a:cxn ang="0">
                  <a:pos x="2" y="7"/>
                </a:cxn>
                <a:cxn ang="0">
                  <a:pos x="2" y="78"/>
                </a:cxn>
                <a:cxn ang="0">
                  <a:pos x="0" y="79"/>
                </a:cxn>
                <a:cxn ang="0">
                  <a:pos x="0" y="87"/>
                </a:cxn>
                <a:cxn ang="0">
                  <a:pos x="2" y="87"/>
                </a:cxn>
                <a:cxn ang="0">
                  <a:pos x="4" y="87"/>
                </a:cxn>
                <a:cxn ang="0">
                  <a:pos x="6" y="87"/>
                </a:cxn>
                <a:cxn ang="0">
                  <a:pos x="9" y="85"/>
                </a:cxn>
                <a:cxn ang="0">
                  <a:pos x="13" y="85"/>
                </a:cxn>
                <a:cxn ang="0">
                  <a:pos x="16" y="84"/>
                </a:cxn>
                <a:cxn ang="0">
                  <a:pos x="16" y="82"/>
                </a:cxn>
                <a:cxn ang="0">
                  <a:pos x="16" y="79"/>
                </a:cxn>
                <a:cxn ang="0">
                  <a:pos x="16" y="48"/>
                </a:cxn>
                <a:cxn ang="0">
                  <a:pos x="13" y="47"/>
                </a:cxn>
                <a:cxn ang="0">
                  <a:pos x="13" y="39"/>
                </a:cxn>
                <a:cxn ang="0">
                  <a:pos x="13" y="5"/>
                </a:cxn>
                <a:cxn ang="0">
                  <a:pos x="4" y="0"/>
                </a:cxn>
              </a:cxnLst>
              <a:rect l="0" t="0" r="r" b="b"/>
              <a:pathLst>
                <a:path w="17" h="88">
                  <a:moveTo>
                    <a:pt x="4" y="0"/>
                  </a:moveTo>
                  <a:lnTo>
                    <a:pt x="6" y="6"/>
                  </a:lnTo>
                  <a:lnTo>
                    <a:pt x="2" y="7"/>
                  </a:lnTo>
                  <a:lnTo>
                    <a:pt x="2" y="78"/>
                  </a:lnTo>
                  <a:lnTo>
                    <a:pt x="0" y="79"/>
                  </a:lnTo>
                  <a:lnTo>
                    <a:pt x="0" y="87"/>
                  </a:lnTo>
                  <a:lnTo>
                    <a:pt x="2" y="87"/>
                  </a:lnTo>
                  <a:lnTo>
                    <a:pt x="4" y="87"/>
                  </a:lnTo>
                  <a:lnTo>
                    <a:pt x="6" y="87"/>
                  </a:lnTo>
                  <a:lnTo>
                    <a:pt x="9" y="85"/>
                  </a:lnTo>
                  <a:lnTo>
                    <a:pt x="13" y="85"/>
                  </a:lnTo>
                  <a:lnTo>
                    <a:pt x="16" y="84"/>
                  </a:lnTo>
                  <a:lnTo>
                    <a:pt x="16" y="82"/>
                  </a:lnTo>
                  <a:lnTo>
                    <a:pt x="16" y="79"/>
                  </a:lnTo>
                  <a:lnTo>
                    <a:pt x="16" y="48"/>
                  </a:lnTo>
                  <a:lnTo>
                    <a:pt x="13" y="47"/>
                  </a:lnTo>
                  <a:lnTo>
                    <a:pt x="13" y="39"/>
                  </a:lnTo>
                  <a:lnTo>
                    <a:pt x="13" y="5"/>
                  </a:lnTo>
                  <a:lnTo>
                    <a:pt x="4" y="0"/>
                  </a:lnTo>
                </a:path>
              </a:pathLst>
            </a:custGeom>
            <a:solidFill>
              <a:srgbClr val="000000"/>
            </a:solidFill>
            <a:ln w="9525" cap="rnd">
              <a:noFill/>
              <a:round/>
              <a:headEnd/>
              <a:tailEnd/>
            </a:ln>
            <a:effectLst/>
          </p:spPr>
          <p:txBody>
            <a:bodyPr/>
            <a:lstStyle/>
            <a:p>
              <a:endParaRPr lang="en-US"/>
            </a:p>
          </p:txBody>
        </p:sp>
      </p:grpSp>
      <p:sp>
        <p:nvSpPr>
          <p:cNvPr id="16399" name="Rectangle 15"/>
          <p:cNvSpPr>
            <a:spLocks noGrp="1" noChangeArrowheads="1"/>
          </p:cNvSpPr>
          <p:nvPr>
            <p:ph type="body" idx="1"/>
          </p:nvPr>
        </p:nvSpPr>
        <p:spPr>
          <a:xfrm>
            <a:off x="411959" y="4773963"/>
            <a:ext cx="6030889" cy="3568545"/>
          </a:xfrm>
          <a:noFill/>
          <a:ln/>
        </p:spPr>
        <p:txBody>
          <a:bodyPr/>
          <a:lstStyle/>
          <a:p>
            <a:pPr>
              <a:tabLst>
                <a:tab pos="344066" algn="l"/>
              </a:tabLst>
            </a:pPr>
            <a:r>
              <a:rPr lang="en-US" dirty="0">
                <a:latin typeface="Helvetica" pitchFamily="34" charset="0"/>
              </a:rPr>
              <a:t>Correlated </a:t>
            </a:r>
            <a:r>
              <a:rPr lang="en-US" dirty="0" err="1">
                <a:latin typeface="Helvetica" pitchFamily="34" charset="0"/>
              </a:rPr>
              <a:t>Subqueries</a:t>
            </a:r>
            <a:endParaRPr lang="en-US" b="0" dirty="0">
              <a:latin typeface="Helvetica" pitchFamily="34" charset="0"/>
            </a:endParaRPr>
          </a:p>
          <a:p>
            <a:pPr lvl="1">
              <a:tabLst>
                <a:tab pos="344066" algn="l"/>
              </a:tabLst>
            </a:pPr>
            <a:r>
              <a:rPr lang="en-US" dirty="0"/>
              <a:t>A correlated </a:t>
            </a:r>
            <a:r>
              <a:rPr lang="en-US" dirty="0" err="1"/>
              <a:t>subquery</a:t>
            </a:r>
            <a:r>
              <a:rPr lang="en-US" dirty="0"/>
              <a:t> is a nested </a:t>
            </a:r>
            <a:r>
              <a:rPr lang="en-US" dirty="0" err="1"/>
              <a:t>subquery</a:t>
            </a:r>
            <a:r>
              <a:rPr lang="en-US" dirty="0"/>
              <a:t> that is evaluated once for each row processed by the main query, and that on execution uses a value from a column in the outer query.</a:t>
            </a:r>
          </a:p>
          <a:p>
            <a:pPr lvl="1">
              <a:tabLst>
                <a:tab pos="344066" algn="l"/>
              </a:tabLst>
            </a:pPr>
            <a:r>
              <a:rPr lang="en-US" b="1" dirty="0"/>
              <a:t>Nested </a:t>
            </a:r>
            <a:r>
              <a:rPr lang="en-US" b="1" dirty="0" err="1"/>
              <a:t>Subqueries</a:t>
            </a:r>
            <a:r>
              <a:rPr lang="en-US" b="1" dirty="0"/>
              <a:t> Versus Correlated </a:t>
            </a:r>
            <a:r>
              <a:rPr lang="en-US" b="1" dirty="0" err="1"/>
              <a:t>Subqueries</a:t>
            </a:r>
            <a:endParaRPr lang="en-US" b="1" dirty="0"/>
          </a:p>
          <a:p>
            <a:pPr lvl="1">
              <a:tabLst>
                <a:tab pos="344066" algn="l"/>
              </a:tabLst>
            </a:pPr>
            <a:r>
              <a:rPr lang="en-US" dirty="0"/>
              <a:t>With a normal nested </a:t>
            </a:r>
            <a:r>
              <a:rPr lang="en-US" dirty="0" err="1"/>
              <a:t>subquery</a:t>
            </a:r>
            <a:r>
              <a:rPr lang="en-US" dirty="0"/>
              <a:t>, the inner SELECT runs first and executes once, returning values to be used by the main query. A correlated </a:t>
            </a:r>
            <a:r>
              <a:rPr lang="en-US" dirty="0" err="1"/>
              <a:t>subquery</a:t>
            </a:r>
            <a:r>
              <a:rPr lang="en-US" dirty="0"/>
              <a:t>, on the other hand, executes once for each candidate row considered by the outer query. In other words, the inner query is driven by the outer query.</a:t>
            </a:r>
            <a:endParaRPr lang="en-US" b="1" dirty="0"/>
          </a:p>
          <a:p>
            <a:pPr lvl="1">
              <a:tabLst>
                <a:tab pos="344066" algn="l"/>
              </a:tabLst>
            </a:pPr>
            <a:r>
              <a:rPr lang="en-US" b="1" dirty="0"/>
              <a:t>Correlated </a:t>
            </a:r>
            <a:r>
              <a:rPr lang="en-US" b="1" dirty="0" err="1"/>
              <a:t>Subquery</a:t>
            </a:r>
            <a:r>
              <a:rPr lang="en-US" b="1" dirty="0"/>
              <a:t> Execution</a:t>
            </a:r>
            <a:endParaRPr lang="en-US" dirty="0"/>
          </a:p>
          <a:p>
            <a:pPr lvl="1">
              <a:tabLst>
                <a:tab pos="344066" algn="l"/>
              </a:tabLst>
            </a:pPr>
            <a:r>
              <a:rPr lang="en-US" dirty="0"/>
              <a:t>1. 	Get a candidate row (fetched by the outer query).</a:t>
            </a:r>
          </a:p>
          <a:p>
            <a:pPr lvl="1">
              <a:tabLst>
                <a:tab pos="344066" algn="l"/>
              </a:tabLst>
            </a:pPr>
            <a:r>
              <a:rPr lang="en-US" dirty="0"/>
              <a:t>2. 	Execute the inner query using the value of the candidate row.</a:t>
            </a:r>
            <a:endParaRPr lang="en-US" b="1" dirty="0"/>
          </a:p>
          <a:p>
            <a:pPr lvl="1">
              <a:tabLst>
                <a:tab pos="344066" algn="l"/>
              </a:tabLst>
            </a:pPr>
            <a:r>
              <a:rPr lang="en-US" dirty="0"/>
              <a:t>3. 	Use the value(s) resulting from the inner query to qualify or disqualify the candidate.</a:t>
            </a:r>
            <a:endParaRPr lang="en-US" b="1" dirty="0"/>
          </a:p>
          <a:p>
            <a:pPr lvl="1">
              <a:tabLst>
                <a:tab pos="344066" algn="l"/>
              </a:tabLst>
            </a:pPr>
            <a:r>
              <a:rPr lang="en-US" dirty="0"/>
              <a:t>4. 	Repeat until no candidate row remains.</a:t>
            </a:r>
            <a:endParaRPr lang="en-US" b="1" dirty="0"/>
          </a:p>
          <a:p>
            <a:pPr lvl="1">
              <a:tabLst>
                <a:tab pos="344066" algn="l"/>
              </a:tabLst>
            </a:pPr>
            <a:r>
              <a:rPr lang="en-US" dirty="0"/>
              <a:t>Although this discussion focuses on correlated </a:t>
            </a:r>
            <a:r>
              <a:rPr lang="en-US" dirty="0" err="1"/>
              <a:t>subqueries</a:t>
            </a:r>
            <a:r>
              <a:rPr lang="en-US" dirty="0"/>
              <a:t> in SELECT statements, it also applies to correlated UPDATE and DELETE statements.</a:t>
            </a:r>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482" name="Rectangle 2"/>
          <p:cNvSpPr>
            <a:spLocks noGrp="1" noChangeArrowheads="1"/>
          </p:cNvSpPr>
          <p:nvPr>
            <p:ph type="body" idx="1"/>
          </p:nvPr>
        </p:nvSpPr>
        <p:spPr>
          <a:xfrm>
            <a:off x="400783" y="4770783"/>
            <a:ext cx="6010130" cy="3802314"/>
          </a:xfrm>
          <a:noFill/>
          <a:ln/>
        </p:spPr>
        <p:txBody>
          <a:bodyPr lIns="90796" tIns="44601" rIns="90796" bIns="44601"/>
          <a:lstStyle/>
          <a:p>
            <a:pPr defTabSz="471498">
              <a:tabLst>
                <a:tab pos="446011" algn="l"/>
              </a:tabLst>
            </a:pPr>
            <a:r>
              <a:rPr lang="en-US" dirty="0"/>
              <a:t>Using Correlated </a:t>
            </a:r>
            <a:r>
              <a:rPr lang="en-US" dirty="0" err="1"/>
              <a:t>Subqueries</a:t>
            </a:r>
            <a:endParaRPr lang="en-US" dirty="0"/>
          </a:p>
          <a:p>
            <a:pPr lvl="1" defTabSz="471498">
              <a:tabLst>
                <a:tab pos="446011" algn="l"/>
              </a:tabLst>
            </a:pPr>
            <a:r>
              <a:rPr lang="en-US" dirty="0"/>
              <a:t>In the example, we determine which employees earn more than the average salaries for their departments. In this case, the correlated </a:t>
            </a:r>
            <a:r>
              <a:rPr lang="en-US" dirty="0" err="1"/>
              <a:t>subquery</a:t>
            </a:r>
            <a:r>
              <a:rPr lang="en-US" dirty="0"/>
              <a:t> specifically computes the average salary for each department.</a:t>
            </a:r>
          </a:p>
          <a:p>
            <a:pPr lvl="1" defTabSz="471498">
              <a:tabLst>
                <a:tab pos="446011" algn="l"/>
              </a:tabLst>
            </a:pPr>
            <a:r>
              <a:rPr lang="en-US" dirty="0"/>
              <a:t>Because the outer query and inner query both use the EMP table in the FROM clause, an alias is given to EMP in each separate SELECT statement for clarity. Not only does the alias make the entire SELECT statement more readable, without the alias the query would not work properly because the inner statement would not be able to distinguish the inner table column from the outer table column.</a:t>
            </a:r>
          </a:p>
          <a:p>
            <a:pPr defTabSz="471498">
              <a:tabLst>
                <a:tab pos="446011" algn="l"/>
              </a:tabLst>
            </a:pPr>
            <a:r>
              <a:rPr lang="en-US" dirty="0"/>
              <a:t>    </a:t>
            </a:r>
          </a:p>
          <a:p>
            <a:pPr defTabSz="471498">
              <a:spcBef>
                <a:spcPct val="0"/>
              </a:spcBef>
              <a:tabLst>
                <a:tab pos="446011" algn="l"/>
              </a:tabLst>
            </a:pPr>
            <a:endParaRPr lang="en-US" b="0" dirty="0">
              <a:solidFill>
                <a:schemeClr val="tx2"/>
              </a:solidFill>
              <a:latin typeface="Courier New" pitchFamily="49" charset="0"/>
            </a:endParaRPr>
          </a:p>
          <a:p>
            <a:pPr defTabSz="471498">
              <a:spcBef>
                <a:spcPct val="0"/>
              </a:spcBef>
              <a:tabLst>
                <a:tab pos="446011" algn="l"/>
              </a:tabLst>
            </a:pPr>
            <a:r>
              <a:rPr lang="en-US" b="0" dirty="0">
                <a:solidFill>
                  <a:schemeClr val="tx2"/>
                </a:solidFill>
                <a:latin typeface="Courier New" pitchFamily="49" charset="0"/>
              </a:rPr>
              <a:t>   </a:t>
            </a:r>
            <a:endParaRPr lang="en-US" dirty="0"/>
          </a:p>
          <a:p>
            <a:pPr defTabSz="471498">
              <a:tabLst>
                <a:tab pos="446011" algn="l"/>
              </a:tabLst>
            </a:pPr>
            <a:endParaRPr lang="en-US" dirty="0"/>
          </a:p>
          <a:p>
            <a:pPr defTabSz="471498">
              <a:tabLst>
                <a:tab pos="446011" algn="l"/>
              </a:tabLst>
            </a:pPr>
            <a:endParaRPr lang="en-US" dirty="0"/>
          </a:p>
          <a:p>
            <a:pPr defTabSz="471498">
              <a:tabLst>
                <a:tab pos="446011" algn="l"/>
              </a:tabLst>
            </a:pPr>
            <a:endParaRPr lang="en-US" dirty="0"/>
          </a:p>
        </p:txBody>
      </p:sp>
      <p:sp>
        <p:nvSpPr>
          <p:cNvPr id="20483" name="Rectangle 3"/>
          <p:cNvSpPr>
            <a:spLocks noGrp="1" noRot="1" noChangeAspect="1" noChangeArrowheads="1" noTextEdit="1"/>
          </p:cNvSpPr>
          <p:nvPr>
            <p:ph type="sldImg"/>
          </p:nvPr>
        </p:nvSpPr>
        <p:spPr>
          <a:xfrm>
            <a:off x="454025" y="168275"/>
            <a:ext cx="5938838" cy="4452938"/>
          </a:xfrm>
          <a:ln cap="flat"/>
        </p:spPr>
      </p:sp>
      <p:grpSp>
        <p:nvGrpSpPr>
          <p:cNvPr id="2" name="Group 15"/>
          <p:cNvGrpSpPr>
            <a:grpSpLocks/>
          </p:cNvGrpSpPr>
          <p:nvPr/>
        </p:nvGrpSpPr>
        <p:grpSpPr bwMode="auto">
          <a:xfrm>
            <a:off x="188415" y="5624753"/>
            <a:ext cx="287413" cy="303739"/>
            <a:chOff x="118" y="3537"/>
            <a:chExt cx="180" cy="191"/>
          </a:xfrm>
        </p:grpSpPr>
        <p:sp>
          <p:nvSpPr>
            <p:cNvPr id="20484" name="Freeform 4"/>
            <p:cNvSpPr>
              <a:spLocks/>
            </p:cNvSpPr>
            <p:nvPr/>
          </p:nvSpPr>
          <p:spPr bwMode="auto">
            <a:xfrm>
              <a:off x="118" y="3537"/>
              <a:ext cx="180" cy="183"/>
            </a:xfrm>
            <a:custGeom>
              <a:avLst/>
              <a:gdLst/>
              <a:ahLst/>
              <a:cxnLst>
                <a:cxn ang="0">
                  <a:pos x="179" y="182"/>
                </a:cxn>
                <a:cxn ang="0">
                  <a:pos x="179" y="0"/>
                </a:cxn>
                <a:cxn ang="0">
                  <a:pos x="0" y="0"/>
                </a:cxn>
                <a:cxn ang="0">
                  <a:pos x="0" y="182"/>
                </a:cxn>
                <a:cxn ang="0">
                  <a:pos x="179" y="182"/>
                </a:cxn>
              </a:cxnLst>
              <a:rect l="0" t="0" r="r" b="b"/>
              <a:pathLst>
                <a:path w="180" h="183">
                  <a:moveTo>
                    <a:pt x="179" y="182"/>
                  </a:moveTo>
                  <a:lnTo>
                    <a:pt x="179" y="0"/>
                  </a:lnTo>
                  <a:lnTo>
                    <a:pt x="0" y="0"/>
                  </a:lnTo>
                  <a:lnTo>
                    <a:pt x="0" y="182"/>
                  </a:lnTo>
                  <a:lnTo>
                    <a:pt x="179" y="182"/>
                  </a:lnTo>
                </a:path>
              </a:pathLst>
            </a:custGeom>
            <a:solidFill>
              <a:srgbClr val="000000"/>
            </a:solidFill>
            <a:ln w="9525" cap="rnd">
              <a:noFill/>
              <a:round/>
              <a:headEnd/>
              <a:tailEnd/>
            </a:ln>
            <a:effectLst/>
          </p:spPr>
          <p:txBody>
            <a:bodyPr/>
            <a:lstStyle/>
            <a:p>
              <a:endParaRPr lang="en-US"/>
            </a:p>
          </p:txBody>
        </p:sp>
        <p:sp>
          <p:nvSpPr>
            <p:cNvPr id="20485" name="Freeform 5"/>
            <p:cNvSpPr>
              <a:spLocks/>
            </p:cNvSpPr>
            <p:nvPr/>
          </p:nvSpPr>
          <p:spPr bwMode="auto">
            <a:xfrm>
              <a:off x="199" y="3710"/>
              <a:ext cx="27" cy="18"/>
            </a:xfrm>
            <a:custGeom>
              <a:avLst/>
              <a:gdLst/>
              <a:ahLst/>
              <a:cxnLst>
                <a:cxn ang="0">
                  <a:pos x="26" y="17"/>
                </a:cxn>
                <a:cxn ang="0">
                  <a:pos x="26" y="0"/>
                </a:cxn>
                <a:cxn ang="0">
                  <a:pos x="0" y="0"/>
                </a:cxn>
                <a:cxn ang="0">
                  <a:pos x="0" y="17"/>
                </a:cxn>
                <a:cxn ang="0">
                  <a:pos x="26" y="17"/>
                </a:cxn>
              </a:cxnLst>
              <a:rect l="0" t="0" r="r" b="b"/>
              <a:pathLst>
                <a:path w="27" h="18">
                  <a:moveTo>
                    <a:pt x="26" y="17"/>
                  </a:moveTo>
                  <a:lnTo>
                    <a:pt x="26" y="0"/>
                  </a:lnTo>
                  <a:lnTo>
                    <a:pt x="0" y="0"/>
                  </a:lnTo>
                  <a:lnTo>
                    <a:pt x="0" y="17"/>
                  </a:lnTo>
                  <a:lnTo>
                    <a:pt x="26" y="17"/>
                  </a:lnTo>
                </a:path>
              </a:pathLst>
            </a:custGeom>
            <a:solidFill>
              <a:srgbClr val="FFFFFF"/>
            </a:solidFill>
            <a:ln w="9525" cap="rnd">
              <a:noFill/>
              <a:round/>
              <a:headEnd/>
              <a:tailEnd/>
            </a:ln>
            <a:effectLst/>
          </p:spPr>
          <p:txBody>
            <a:bodyPr/>
            <a:lstStyle/>
            <a:p>
              <a:endParaRPr lang="en-US"/>
            </a:p>
          </p:txBody>
        </p:sp>
        <p:sp>
          <p:nvSpPr>
            <p:cNvPr id="20486" name="Freeform 6"/>
            <p:cNvSpPr>
              <a:spLocks/>
            </p:cNvSpPr>
            <p:nvPr/>
          </p:nvSpPr>
          <p:spPr bwMode="auto">
            <a:xfrm>
              <a:off x="141" y="3590"/>
              <a:ext cx="32" cy="20"/>
            </a:xfrm>
            <a:custGeom>
              <a:avLst/>
              <a:gdLst/>
              <a:ahLst/>
              <a:cxnLst>
                <a:cxn ang="0">
                  <a:pos x="0" y="0"/>
                </a:cxn>
                <a:cxn ang="0">
                  <a:pos x="25" y="19"/>
                </a:cxn>
                <a:cxn ang="0">
                  <a:pos x="31" y="8"/>
                </a:cxn>
                <a:cxn ang="0">
                  <a:pos x="0" y="0"/>
                </a:cxn>
              </a:cxnLst>
              <a:rect l="0" t="0" r="r" b="b"/>
              <a:pathLst>
                <a:path w="32" h="20">
                  <a:moveTo>
                    <a:pt x="0" y="0"/>
                  </a:moveTo>
                  <a:lnTo>
                    <a:pt x="25" y="19"/>
                  </a:lnTo>
                  <a:lnTo>
                    <a:pt x="31" y="8"/>
                  </a:lnTo>
                  <a:lnTo>
                    <a:pt x="0" y="0"/>
                  </a:lnTo>
                </a:path>
              </a:pathLst>
            </a:custGeom>
            <a:solidFill>
              <a:srgbClr val="FFFFFF"/>
            </a:solidFill>
            <a:ln w="9525" cap="rnd">
              <a:noFill/>
              <a:round/>
              <a:headEnd/>
              <a:tailEnd/>
            </a:ln>
            <a:effectLst/>
          </p:spPr>
          <p:txBody>
            <a:bodyPr/>
            <a:lstStyle/>
            <a:p>
              <a:endParaRPr lang="en-US"/>
            </a:p>
          </p:txBody>
        </p:sp>
        <p:sp>
          <p:nvSpPr>
            <p:cNvPr id="20487" name="Freeform 7"/>
            <p:cNvSpPr>
              <a:spLocks/>
            </p:cNvSpPr>
            <p:nvPr/>
          </p:nvSpPr>
          <p:spPr bwMode="auto">
            <a:xfrm>
              <a:off x="251" y="3590"/>
              <a:ext cx="34" cy="20"/>
            </a:xfrm>
            <a:custGeom>
              <a:avLst/>
              <a:gdLst/>
              <a:ahLst/>
              <a:cxnLst>
                <a:cxn ang="0">
                  <a:pos x="33" y="0"/>
                </a:cxn>
                <a:cxn ang="0">
                  <a:pos x="6" y="19"/>
                </a:cxn>
                <a:cxn ang="0">
                  <a:pos x="0" y="9"/>
                </a:cxn>
                <a:cxn ang="0">
                  <a:pos x="33" y="0"/>
                </a:cxn>
              </a:cxnLst>
              <a:rect l="0" t="0" r="r" b="b"/>
              <a:pathLst>
                <a:path w="34" h="20">
                  <a:moveTo>
                    <a:pt x="33" y="0"/>
                  </a:moveTo>
                  <a:lnTo>
                    <a:pt x="6" y="19"/>
                  </a:lnTo>
                  <a:lnTo>
                    <a:pt x="0" y="9"/>
                  </a:lnTo>
                  <a:lnTo>
                    <a:pt x="33" y="0"/>
                  </a:lnTo>
                </a:path>
              </a:pathLst>
            </a:custGeom>
            <a:solidFill>
              <a:srgbClr val="FFFFFF"/>
            </a:solidFill>
            <a:ln w="9525" cap="rnd">
              <a:noFill/>
              <a:round/>
              <a:headEnd/>
              <a:tailEnd/>
            </a:ln>
            <a:effectLst/>
          </p:spPr>
          <p:txBody>
            <a:bodyPr/>
            <a:lstStyle/>
            <a:p>
              <a:endParaRPr lang="en-US"/>
            </a:p>
          </p:txBody>
        </p:sp>
        <p:sp>
          <p:nvSpPr>
            <p:cNvPr id="20488" name="Freeform 8"/>
            <p:cNvSpPr>
              <a:spLocks/>
            </p:cNvSpPr>
            <p:nvPr/>
          </p:nvSpPr>
          <p:spPr bwMode="auto">
            <a:xfrm>
              <a:off x="137" y="3628"/>
              <a:ext cx="33" cy="19"/>
            </a:xfrm>
            <a:custGeom>
              <a:avLst/>
              <a:gdLst/>
              <a:ahLst/>
              <a:cxnLst>
                <a:cxn ang="0">
                  <a:pos x="0" y="18"/>
                </a:cxn>
                <a:cxn ang="0">
                  <a:pos x="32" y="14"/>
                </a:cxn>
                <a:cxn ang="0">
                  <a:pos x="30" y="0"/>
                </a:cxn>
                <a:cxn ang="0">
                  <a:pos x="0" y="18"/>
                </a:cxn>
              </a:cxnLst>
              <a:rect l="0" t="0" r="r" b="b"/>
              <a:pathLst>
                <a:path w="33" h="19">
                  <a:moveTo>
                    <a:pt x="0" y="18"/>
                  </a:moveTo>
                  <a:lnTo>
                    <a:pt x="32" y="14"/>
                  </a:lnTo>
                  <a:lnTo>
                    <a:pt x="30" y="0"/>
                  </a:lnTo>
                  <a:lnTo>
                    <a:pt x="0" y="18"/>
                  </a:lnTo>
                </a:path>
              </a:pathLst>
            </a:custGeom>
            <a:solidFill>
              <a:srgbClr val="FFFFFF"/>
            </a:solidFill>
            <a:ln w="9525" cap="rnd">
              <a:noFill/>
              <a:round/>
              <a:headEnd/>
              <a:tailEnd/>
            </a:ln>
            <a:effectLst/>
          </p:spPr>
          <p:txBody>
            <a:bodyPr/>
            <a:lstStyle/>
            <a:p>
              <a:endParaRPr lang="en-US"/>
            </a:p>
          </p:txBody>
        </p:sp>
        <p:sp>
          <p:nvSpPr>
            <p:cNvPr id="20489" name="Freeform 9"/>
            <p:cNvSpPr>
              <a:spLocks/>
            </p:cNvSpPr>
            <p:nvPr/>
          </p:nvSpPr>
          <p:spPr bwMode="auto">
            <a:xfrm>
              <a:off x="254" y="3629"/>
              <a:ext cx="34" cy="19"/>
            </a:xfrm>
            <a:custGeom>
              <a:avLst/>
              <a:gdLst/>
              <a:ahLst/>
              <a:cxnLst>
                <a:cxn ang="0">
                  <a:pos x="33" y="18"/>
                </a:cxn>
                <a:cxn ang="0">
                  <a:pos x="0" y="15"/>
                </a:cxn>
                <a:cxn ang="0">
                  <a:pos x="2" y="0"/>
                </a:cxn>
                <a:cxn ang="0">
                  <a:pos x="33" y="18"/>
                </a:cxn>
              </a:cxnLst>
              <a:rect l="0" t="0" r="r" b="b"/>
              <a:pathLst>
                <a:path w="34" h="19">
                  <a:moveTo>
                    <a:pt x="33" y="18"/>
                  </a:moveTo>
                  <a:lnTo>
                    <a:pt x="0" y="15"/>
                  </a:lnTo>
                  <a:lnTo>
                    <a:pt x="2" y="0"/>
                  </a:lnTo>
                  <a:lnTo>
                    <a:pt x="33" y="18"/>
                  </a:lnTo>
                </a:path>
              </a:pathLst>
            </a:custGeom>
            <a:solidFill>
              <a:srgbClr val="FFFFFF"/>
            </a:solidFill>
            <a:ln w="9525" cap="rnd">
              <a:noFill/>
              <a:round/>
              <a:headEnd/>
              <a:tailEnd/>
            </a:ln>
            <a:effectLst/>
          </p:spPr>
          <p:txBody>
            <a:bodyPr/>
            <a:lstStyle/>
            <a:p>
              <a:endParaRPr lang="en-US"/>
            </a:p>
          </p:txBody>
        </p:sp>
        <p:sp>
          <p:nvSpPr>
            <p:cNvPr id="20490" name="Freeform 10"/>
            <p:cNvSpPr>
              <a:spLocks/>
            </p:cNvSpPr>
            <p:nvPr/>
          </p:nvSpPr>
          <p:spPr bwMode="auto">
            <a:xfrm>
              <a:off x="162" y="3553"/>
              <a:ext cx="29" cy="28"/>
            </a:xfrm>
            <a:custGeom>
              <a:avLst/>
              <a:gdLst/>
              <a:ahLst/>
              <a:cxnLst>
                <a:cxn ang="0">
                  <a:pos x="0" y="0"/>
                </a:cxn>
                <a:cxn ang="0">
                  <a:pos x="16" y="27"/>
                </a:cxn>
                <a:cxn ang="0">
                  <a:pos x="28" y="20"/>
                </a:cxn>
                <a:cxn ang="0">
                  <a:pos x="0" y="0"/>
                </a:cxn>
              </a:cxnLst>
              <a:rect l="0" t="0" r="r" b="b"/>
              <a:pathLst>
                <a:path w="29" h="28">
                  <a:moveTo>
                    <a:pt x="0" y="0"/>
                  </a:moveTo>
                  <a:lnTo>
                    <a:pt x="16" y="27"/>
                  </a:lnTo>
                  <a:lnTo>
                    <a:pt x="28" y="20"/>
                  </a:lnTo>
                  <a:lnTo>
                    <a:pt x="0" y="0"/>
                  </a:lnTo>
                </a:path>
              </a:pathLst>
            </a:custGeom>
            <a:solidFill>
              <a:srgbClr val="FFFFFF"/>
            </a:solidFill>
            <a:ln w="9525" cap="rnd">
              <a:noFill/>
              <a:round/>
              <a:headEnd/>
              <a:tailEnd/>
            </a:ln>
            <a:effectLst/>
          </p:spPr>
          <p:txBody>
            <a:bodyPr/>
            <a:lstStyle/>
            <a:p>
              <a:endParaRPr lang="en-US"/>
            </a:p>
          </p:txBody>
        </p:sp>
        <p:sp>
          <p:nvSpPr>
            <p:cNvPr id="20491" name="Freeform 11"/>
            <p:cNvSpPr>
              <a:spLocks/>
            </p:cNvSpPr>
            <p:nvPr/>
          </p:nvSpPr>
          <p:spPr bwMode="auto">
            <a:xfrm>
              <a:off x="229" y="3555"/>
              <a:ext cx="28" cy="30"/>
            </a:xfrm>
            <a:custGeom>
              <a:avLst/>
              <a:gdLst/>
              <a:ahLst/>
              <a:cxnLst>
                <a:cxn ang="0">
                  <a:pos x="27" y="0"/>
                </a:cxn>
                <a:cxn ang="0">
                  <a:pos x="11" y="29"/>
                </a:cxn>
                <a:cxn ang="0">
                  <a:pos x="0" y="21"/>
                </a:cxn>
                <a:cxn ang="0">
                  <a:pos x="27" y="0"/>
                </a:cxn>
              </a:cxnLst>
              <a:rect l="0" t="0" r="r" b="b"/>
              <a:pathLst>
                <a:path w="28" h="30">
                  <a:moveTo>
                    <a:pt x="27" y="0"/>
                  </a:moveTo>
                  <a:lnTo>
                    <a:pt x="11" y="29"/>
                  </a:lnTo>
                  <a:lnTo>
                    <a:pt x="0" y="21"/>
                  </a:lnTo>
                  <a:lnTo>
                    <a:pt x="27" y="0"/>
                  </a:lnTo>
                </a:path>
              </a:pathLst>
            </a:custGeom>
            <a:solidFill>
              <a:srgbClr val="FFFFFF"/>
            </a:solidFill>
            <a:ln w="9525" cap="rnd">
              <a:noFill/>
              <a:round/>
              <a:headEnd/>
              <a:tailEnd/>
            </a:ln>
            <a:effectLst/>
          </p:spPr>
          <p:txBody>
            <a:bodyPr/>
            <a:lstStyle/>
            <a:p>
              <a:endParaRPr lang="en-US"/>
            </a:p>
          </p:txBody>
        </p:sp>
        <p:sp>
          <p:nvSpPr>
            <p:cNvPr id="20492" name="Freeform 12"/>
            <p:cNvSpPr>
              <a:spLocks/>
            </p:cNvSpPr>
            <p:nvPr/>
          </p:nvSpPr>
          <p:spPr bwMode="auto">
            <a:xfrm>
              <a:off x="203" y="3543"/>
              <a:ext cx="18" cy="31"/>
            </a:xfrm>
            <a:custGeom>
              <a:avLst/>
              <a:gdLst/>
              <a:ahLst/>
              <a:cxnLst>
                <a:cxn ang="0">
                  <a:pos x="7" y="0"/>
                </a:cxn>
                <a:cxn ang="0">
                  <a:pos x="0" y="30"/>
                </a:cxn>
                <a:cxn ang="0">
                  <a:pos x="17" y="29"/>
                </a:cxn>
                <a:cxn ang="0">
                  <a:pos x="7" y="0"/>
                </a:cxn>
              </a:cxnLst>
              <a:rect l="0" t="0" r="r" b="b"/>
              <a:pathLst>
                <a:path w="18" h="31">
                  <a:moveTo>
                    <a:pt x="7" y="0"/>
                  </a:moveTo>
                  <a:lnTo>
                    <a:pt x="0" y="30"/>
                  </a:lnTo>
                  <a:lnTo>
                    <a:pt x="17" y="29"/>
                  </a:lnTo>
                  <a:lnTo>
                    <a:pt x="7" y="0"/>
                  </a:lnTo>
                </a:path>
              </a:pathLst>
            </a:custGeom>
            <a:solidFill>
              <a:srgbClr val="FFFFFF"/>
            </a:solidFill>
            <a:ln w="9525" cap="rnd">
              <a:noFill/>
              <a:round/>
              <a:headEnd/>
              <a:tailEnd/>
            </a:ln>
            <a:effectLst/>
          </p:spPr>
          <p:txBody>
            <a:bodyPr/>
            <a:lstStyle/>
            <a:p>
              <a:endParaRPr lang="en-US"/>
            </a:p>
          </p:txBody>
        </p:sp>
        <p:sp>
          <p:nvSpPr>
            <p:cNvPr id="20493" name="Freeform 13"/>
            <p:cNvSpPr>
              <a:spLocks/>
            </p:cNvSpPr>
            <p:nvPr/>
          </p:nvSpPr>
          <p:spPr bwMode="auto">
            <a:xfrm>
              <a:off x="178" y="3589"/>
              <a:ext cx="67" cy="114"/>
            </a:xfrm>
            <a:custGeom>
              <a:avLst/>
              <a:gdLst/>
              <a:ahLst/>
              <a:cxnLst>
                <a:cxn ang="0">
                  <a:pos x="21" y="113"/>
                </a:cxn>
                <a:cxn ang="0">
                  <a:pos x="22" y="93"/>
                </a:cxn>
                <a:cxn ang="0">
                  <a:pos x="20" y="90"/>
                </a:cxn>
                <a:cxn ang="0">
                  <a:pos x="14" y="82"/>
                </a:cxn>
                <a:cxn ang="0">
                  <a:pos x="8" y="71"/>
                </a:cxn>
                <a:cxn ang="0">
                  <a:pos x="3" y="57"/>
                </a:cxn>
                <a:cxn ang="0">
                  <a:pos x="0" y="41"/>
                </a:cxn>
                <a:cxn ang="0">
                  <a:pos x="0" y="26"/>
                </a:cxn>
                <a:cxn ang="0">
                  <a:pos x="7" y="11"/>
                </a:cxn>
                <a:cxn ang="0">
                  <a:pos x="22" y="0"/>
                </a:cxn>
                <a:cxn ang="0">
                  <a:pos x="42" y="0"/>
                </a:cxn>
                <a:cxn ang="0">
                  <a:pos x="45" y="0"/>
                </a:cxn>
                <a:cxn ang="0">
                  <a:pos x="50" y="4"/>
                </a:cxn>
                <a:cxn ang="0">
                  <a:pos x="56" y="10"/>
                </a:cxn>
                <a:cxn ang="0">
                  <a:pos x="62" y="19"/>
                </a:cxn>
                <a:cxn ang="0">
                  <a:pos x="66" y="31"/>
                </a:cxn>
                <a:cxn ang="0">
                  <a:pos x="65" y="47"/>
                </a:cxn>
                <a:cxn ang="0">
                  <a:pos x="58" y="67"/>
                </a:cxn>
                <a:cxn ang="0">
                  <a:pos x="42" y="90"/>
                </a:cxn>
                <a:cxn ang="0">
                  <a:pos x="42" y="113"/>
                </a:cxn>
                <a:cxn ang="0">
                  <a:pos x="21" y="113"/>
                </a:cxn>
              </a:cxnLst>
              <a:rect l="0" t="0" r="r" b="b"/>
              <a:pathLst>
                <a:path w="67" h="114">
                  <a:moveTo>
                    <a:pt x="21" y="113"/>
                  </a:moveTo>
                  <a:lnTo>
                    <a:pt x="22" y="93"/>
                  </a:lnTo>
                  <a:lnTo>
                    <a:pt x="20" y="90"/>
                  </a:lnTo>
                  <a:lnTo>
                    <a:pt x="14" y="82"/>
                  </a:lnTo>
                  <a:lnTo>
                    <a:pt x="8" y="71"/>
                  </a:lnTo>
                  <a:lnTo>
                    <a:pt x="3" y="57"/>
                  </a:lnTo>
                  <a:lnTo>
                    <a:pt x="0" y="41"/>
                  </a:lnTo>
                  <a:lnTo>
                    <a:pt x="0" y="26"/>
                  </a:lnTo>
                  <a:lnTo>
                    <a:pt x="7" y="11"/>
                  </a:lnTo>
                  <a:lnTo>
                    <a:pt x="22" y="0"/>
                  </a:lnTo>
                  <a:lnTo>
                    <a:pt x="42" y="0"/>
                  </a:lnTo>
                  <a:lnTo>
                    <a:pt x="45" y="0"/>
                  </a:lnTo>
                  <a:lnTo>
                    <a:pt x="50" y="4"/>
                  </a:lnTo>
                  <a:lnTo>
                    <a:pt x="56" y="10"/>
                  </a:lnTo>
                  <a:lnTo>
                    <a:pt x="62" y="19"/>
                  </a:lnTo>
                  <a:lnTo>
                    <a:pt x="66" y="31"/>
                  </a:lnTo>
                  <a:lnTo>
                    <a:pt x="65" y="47"/>
                  </a:lnTo>
                  <a:lnTo>
                    <a:pt x="58" y="67"/>
                  </a:lnTo>
                  <a:lnTo>
                    <a:pt x="42" y="90"/>
                  </a:lnTo>
                  <a:lnTo>
                    <a:pt x="42" y="113"/>
                  </a:lnTo>
                  <a:lnTo>
                    <a:pt x="21" y="113"/>
                  </a:lnTo>
                </a:path>
              </a:pathLst>
            </a:custGeom>
            <a:solidFill>
              <a:srgbClr val="FFFFFF"/>
            </a:solidFill>
            <a:ln w="9525" cap="rnd">
              <a:noFill/>
              <a:round/>
              <a:headEnd/>
              <a:tailEnd/>
            </a:ln>
            <a:effectLst/>
          </p:spPr>
          <p:txBody>
            <a:bodyPr/>
            <a:lstStyle/>
            <a:p>
              <a:endParaRPr lang="en-US"/>
            </a:p>
          </p:txBody>
        </p:sp>
        <p:sp>
          <p:nvSpPr>
            <p:cNvPr id="20494" name="Freeform 14"/>
            <p:cNvSpPr>
              <a:spLocks/>
            </p:cNvSpPr>
            <p:nvPr/>
          </p:nvSpPr>
          <p:spPr bwMode="auto">
            <a:xfrm>
              <a:off x="205" y="3610"/>
              <a:ext cx="17" cy="86"/>
            </a:xfrm>
            <a:custGeom>
              <a:avLst/>
              <a:gdLst/>
              <a:ahLst/>
              <a:cxnLst>
                <a:cxn ang="0">
                  <a:pos x="4" y="0"/>
                </a:cxn>
                <a:cxn ang="0">
                  <a:pos x="6" y="5"/>
                </a:cxn>
                <a:cxn ang="0">
                  <a:pos x="2" y="6"/>
                </a:cxn>
                <a:cxn ang="0">
                  <a:pos x="2" y="77"/>
                </a:cxn>
                <a:cxn ang="0">
                  <a:pos x="0" y="78"/>
                </a:cxn>
                <a:cxn ang="0">
                  <a:pos x="0" y="85"/>
                </a:cxn>
                <a:cxn ang="0">
                  <a:pos x="2" y="85"/>
                </a:cxn>
                <a:cxn ang="0">
                  <a:pos x="4" y="85"/>
                </a:cxn>
                <a:cxn ang="0">
                  <a:pos x="6" y="85"/>
                </a:cxn>
                <a:cxn ang="0">
                  <a:pos x="9" y="84"/>
                </a:cxn>
                <a:cxn ang="0">
                  <a:pos x="13" y="84"/>
                </a:cxn>
                <a:cxn ang="0">
                  <a:pos x="16" y="83"/>
                </a:cxn>
                <a:cxn ang="0">
                  <a:pos x="16" y="81"/>
                </a:cxn>
                <a:cxn ang="0">
                  <a:pos x="16" y="78"/>
                </a:cxn>
                <a:cxn ang="0">
                  <a:pos x="16" y="47"/>
                </a:cxn>
                <a:cxn ang="0">
                  <a:pos x="13" y="46"/>
                </a:cxn>
                <a:cxn ang="0">
                  <a:pos x="13" y="38"/>
                </a:cxn>
                <a:cxn ang="0">
                  <a:pos x="13" y="4"/>
                </a:cxn>
                <a:cxn ang="0">
                  <a:pos x="4" y="0"/>
                </a:cxn>
              </a:cxnLst>
              <a:rect l="0" t="0" r="r" b="b"/>
              <a:pathLst>
                <a:path w="17" h="86">
                  <a:moveTo>
                    <a:pt x="4" y="0"/>
                  </a:moveTo>
                  <a:lnTo>
                    <a:pt x="6" y="5"/>
                  </a:lnTo>
                  <a:lnTo>
                    <a:pt x="2" y="6"/>
                  </a:lnTo>
                  <a:lnTo>
                    <a:pt x="2" y="77"/>
                  </a:lnTo>
                  <a:lnTo>
                    <a:pt x="0" y="78"/>
                  </a:lnTo>
                  <a:lnTo>
                    <a:pt x="0" y="85"/>
                  </a:lnTo>
                  <a:lnTo>
                    <a:pt x="2" y="85"/>
                  </a:lnTo>
                  <a:lnTo>
                    <a:pt x="4" y="85"/>
                  </a:lnTo>
                  <a:lnTo>
                    <a:pt x="6" y="85"/>
                  </a:lnTo>
                  <a:lnTo>
                    <a:pt x="9" y="84"/>
                  </a:lnTo>
                  <a:lnTo>
                    <a:pt x="13" y="84"/>
                  </a:lnTo>
                  <a:lnTo>
                    <a:pt x="16" y="83"/>
                  </a:lnTo>
                  <a:lnTo>
                    <a:pt x="16" y="81"/>
                  </a:lnTo>
                  <a:lnTo>
                    <a:pt x="16" y="78"/>
                  </a:lnTo>
                  <a:lnTo>
                    <a:pt x="16" y="47"/>
                  </a:lnTo>
                  <a:lnTo>
                    <a:pt x="13" y="46"/>
                  </a:lnTo>
                  <a:lnTo>
                    <a:pt x="13" y="38"/>
                  </a:lnTo>
                  <a:lnTo>
                    <a:pt x="13" y="4"/>
                  </a:lnTo>
                  <a:lnTo>
                    <a:pt x="4" y="0"/>
                  </a:lnTo>
                </a:path>
              </a:pathLst>
            </a:custGeom>
            <a:solidFill>
              <a:srgbClr val="000000"/>
            </a:solidFill>
            <a:ln w="9525" cap="rnd">
              <a:noFill/>
              <a:round/>
              <a:headEnd/>
              <a:tailEnd/>
            </a:ln>
            <a:effectLst/>
          </p:spPr>
          <p:txBody>
            <a:bodyPr/>
            <a:lstStyle/>
            <a:p>
              <a:endParaRPr lang="en-US"/>
            </a:p>
          </p:txBody>
        </p:sp>
      </p:gr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2530" name="Rectangle 2"/>
          <p:cNvSpPr>
            <a:spLocks noGrp="1" noChangeArrowheads="1"/>
          </p:cNvSpPr>
          <p:nvPr>
            <p:ph type="body" idx="1"/>
          </p:nvPr>
        </p:nvSpPr>
        <p:spPr>
          <a:xfrm>
            <a:off x="391202" y="4767603"/>
            <a:ext cx="5933487" cy="3802314"/>
          </a:xfrm>
          <a:noFill/>
          <a:ln/>
        </p:spPr>
        <p:txBody>
          <a:bodyPr lIns="90796" tIns="44601" rIns="90796" bIns="44601"/>
          <a:lstStyle/>
          <a:p>
            <a:pPr defTabSz="471498">
              <a:tabLst>
                <a:tab pos="446011" algn="l"/>
              </a:tabLst>
            </a:pPr>
            <a:r>
              <a:rPr lang="en-US" dirty="0"/>
              <a:t>EXISTS Operator</a:t>
            </a:r>
          </a:p>
          <a:p>
            <a:pPr lvl="1" defTabSz="471498">
              <a:spcAft>
                <a:spcPct val="657000"/>
              </a:spcAft>
              <a:tabLst>
                <a:tab pos="446011" algn="l"/>
              </a:tabLst>
            </a:pPr>
            <a:r>
              <a:rPr lang="en-US" dirty="0"/>
              <a:t>With nesting SELECT statements, all logical operators are valid. In addition, you can use the EXISTS operator. This operator is frequently used with correlated </a:t>
            </a:r>
            <a:r>
              <a:rPr lang="en-US" dirty="0" err="1"/>
              <a:t>subqueries</a:t>
            </a:r>
            <a:r>
              <a:rPr lang="en-US" dirty="0"/>
              <a:t>. It tests whether a value is there. If the value exists, it returns TRUE; if the value does not exist, it returns FALSE. Similarly, NOT EXISTS ensures that a value is not there. </a:t>
            </a:r>
          </a:p>
        </p:txBody>
      </p:sp>
      <p:sp>
        <p:nvSpPr>
          <p:cNvPr id="22531" name="Rectangle 3"/>
          <p:cNvSpPr>
            <a:spLocks noGrp="1" noRot="1" noChangeAspect="1" noChangeArrowheads="1" noTextEdit="1"/>
          </p:cNvSpPr>
          <p:nvPr>
            <p:ph type="sldImg"/>
          </p:nvPr>
        </p:nvSpPr>
        <p:spPr>
          <a:xfrm>
            <a:off x="388938" y="168275"/>
            <a:ext cx="5937250" cy="4452938"/>
          </a:xfrm>
          <a:ln cap="flat"/>
        </p:spPr>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6626" name="Rectangle 2"/>
          <p:cNvSpPr>
            <a:spLocks noGrp="1" noRot="1" noChangeAspect="1" noChangeArrowheads="1" noTextEdit="1"/>
          </p:cNvSpPr>
          <p:nvPr>
            <p:ph type="sldImg"/>
          </p:nvPr>
        </p:nvSpPr>
        <p:spPr>
          <a:xfrm>
            <a:off x="485775" y="155575"/>
            <a:ext cx="5883275" cy="4411663"/>
          </a:xfrm>
          <a:ln cap="flat"/>
        </p:spPr>
      </p:sp>
      <p:sp>
        <p:nvSpPr>
          <p:cNvPr id="26627" name="Rectangle 3"/>
          <p:cNvSpPr>
            <a:spLocks noGrp="1" noChangeArrowheads="1"/>
          </p:cNvSpPr>
          <p:nvPr>
            <p:ph type="body" idx="1"/>
          </p:nvPr>
        </p:nvSpPr>
        <p:spPr>
          <a:noFill/>
          <a:ln/>
        </p:spPr>
        <p:txBody>
          <a:bodyPr/>
          <a:lstStyle/>
          <a:p>
            <a:r>
              <a:rPr lang="en-US" dirty="0"/>
              <a:t>Using the EXISTS Operator (continued)</a:t>
            </a:r>
          </a:p>
          <a:p>
            <a:pPr lvl="1"/>
            <a:r>
              <a:rPr lang="en-US" dirty="0"/>
              <a:t>Note that the inner SELECT does not need to return a specific value, so a literal can be selected. From a performance standpoint, it is faster to select a constant than a column.</a:t>
            </a:r>
          </a:p>
          <a:p>
            <a:pPr lvl="1"/>
            <a:r>
              <a:rPr lang="en-US" b="1" dirty="0"/>
              <a:t>Alternative</a:t>
            </a:r>
            <a:r>
              <a:rPr lang="en-US" dirty="0"/>
              <a:t> </a:t>
            </a:r>
            <a:r>
              <a:rPr lang="en-US" b="1" dirty="0"/>
              <a:t>Solution</a:t>
            </a:r>
            <a:endParaRPr lang="en-US" dirty="0"/>
          </a:p>
          <a:p>
            <a:pPr lvl="1"/>
            <a:endParaRPr lang="en-US" dirty="0"/>
          </a:p>
          <a:p>
            <a:pPr lvl="1"/>
            <a:endParaRPr lang="en-US" dirty="0"/>
          </a:p>
          <a:p>
            <a:pPr lvl="1"/>
            <a:endParaRPr lang="en-US" dirty="0"/>
          </a:p>
          <a:p>
            <a:pPr lvl="1"/>
            <a:endParaRPr lang="en-US" dirty="0"/>
          </a:p>
          <a:p>
            <a:pPr lvl="1"/>
            <a:r>
              <a:rPr lang="en-US" dirty="0"/>
              <a:t>As shown in the previous example, a NOT IN construct can be used as an alternative for a NOT EXISTS. However, caution should be used. NOT IN evaluates to FALSE if any member of the set is NULL. In that case your query will not return any rows.</a:t>
            </a:r>
          </a:p>
          <a:p>
            <a:pPr lvl="1"/>
            <a:endParaRPr lang="en-US" dirty="0"/>
          </a:p>
          <a:p>
            <a:pPr lvl="1"/>
            <a:endParaRPr lang="en-US" dirty="0"/>
          </a:p>
          <a:p>
            <a:pPr lvl="1"/>
            <a:endParaRPr lang="en-US" dirty="0"/>
          </a:p>
          <a:p>
            <a:pPr lvl="1"/>
            <a:endParaRPr lang="en-US" dirty="0"/>
          </a:p>
          <a:p>
            <a:pPr lvl="1"/>
            <a:endParaRPr lang="en-US" dirty="0"/>
          </a:p>
          <a:p>
            <a:pPr lvl="1"/>
            <a:endParaRPr lang="en-US" dirty="0"/>
          </a:p>
          <a:p>
            <a:pPr lvl="1"/>
            <a:endParaRPr lang="en-US" dirty="0"/>
          </a:p>
          <a:p>
            <a:pPr lvl="1"/>
            <a:endParaRPr lang="en-US" dirty="0"/>
          </a:p>
          <a:p>
            <a:pPr lvl="1"/>
            <a:endParaRPr lang="en-US" dirty="0"/>
          </a:p>
          <a:p>
            <a:pPr lvl="1"/>
            <a:endParaRPr lang="en-US" dirty="0"/>
          </a:p>
          <a:p>
            <a:endParaRPr lang="en-US" b="0" dirty="0">
              <a:latin typeface="Times New Roman" pitchFamily="18" charset="0"/>
            </a:endParaRPr>
          </a:p>
        </p:txBody>
      </p:sp>
      <p:grpSp>
        <p:nvGrpSpPr>
          <p:cNvPr id="2" name="Group 15"/>
          <p:cNvGrpSpPr>
            <a:grpSpLocks/>
          </p:cNvGrpSpPr>
          <p:nvPr/>
        </p:nvGrpSpPr>
        <p:grpSpPr bwMode="auto">
          <a:xfrm>
            <a:off x="170852" y="5066571"/>
            <a:ext cx="285816" cy="305330"/>
            <a:chOff x="107" y="3186"/>
            <a:chExt cx="179" cy="192"/>
          </a:xfrm>
        </p:grpSpPr>
        <p:sp>
          <p:nvSpPr>
            <p:cNvPr id="26628" name="Freeform 4"/>
            <p:cNvSpPr>
              <a:spLocks/>
            </p:cNvSpPr>
            <p:nvPr/>
          </p:nvSpPr>
          <p:spPr bwMode="auto">
            <a:xfrm>
              <a:off x="107" y="3186"/>
              <a:ext cx="179" cy="183"/>
            </a:xfrm>
            <a:custGeom>
              <a:avLst/>
              <a:gdLst/>
              <a:ahLst/>
              <a:cxnLst>
                <a:cxn ang="0">
                  <a:pos x="178" y="182"/>
                </a:cxn>
                <a:cxn ang="0">
                  <a:pos x="178" y="0"/>
                </a:cxn>
                <a:cxn ang="0">
                  <a:pos x="0" y="0"/>
                </a:cxn>
                <a:cxn ang="0">
                  <a:pos x="0" y="182"/>
                </a:cxn>
                <a:cxn ang="0">
                  <a:pos x="178" y="182"/>
                </a:cxn>
              </a:cxnLst>
              <a:rect l="0" t="0" r="r" b="b"/>
              <a:pathLst>
                <a:path w="179" h="183">
                  <a:moveTo>
                    <a:pt x="178" y="182"/>
                  </a:moveTo>
                  <a:lnTo>
                    <a:pt x="178" y="0"/>
                  </a:lnTo>
                  <a:lnTo>
                    <a:pt x="0" y="0"/>
                  </a:lnTo>
                  <a:lnTo>
                    <a:pt x="0" y="182"/>
                  </a:lnTo>
                  <a:lnTo>
                    <a:pt x="178" y="182"/>
                  </a:lnTo>
                </a:path>
              </a:pathLst>
            </a:custGeom>
            <a:solidFill>
              <a:srgbClr val="000000"/>
            </a:solidFill>
            <a:ln w="9525" cap="rnd">
              <a:noFill/>
              <a:round/>
              <a:headEnd/>
              <a:tailEnd/>
            </a:ln>
            <a:effectLst/>
          </p:spPr>
          <p:txBody>
            <a:bodyPr/>
            <a:lstStyle/>
            <a:p>
              <a:endParaRPr lang="en-US"/>
            </a:p>
          </p:txBody>
        </p:sp>
        <p:sp>
          <p:nvSpPr>
            <p:cNvPr id="26629" name="Freeform 5"/>
            <p:cNvSpPr>
              <a:spLocks/>
            </p:cNvSpPr>
            <p:nvPr/>
          </p:nvSpPr>
          <p:spPr bwMode="auto">
            <a:xfrm>
              <a:off x="189" y="3359"/>
              <a:ext cx="25" cy="19"/>
            </a:xfrm>
            <a:custGeom>
              <a:avLst/>
              <a:gdLst/>
              <a:ahLst/>
              <a:cxnLst>
                <a:cxn ang="0">
                  <a:pos x="24" y="18"/>
                </a:cxn>
                <a:cxn ang="0">
                  <a:pos x="24" y="0"/>
                </a:cxn>
                <a:cxn ang="0">
                  <a:pos x="0" y="0"/>
                </a:cxn>
                <a:cxn ang="0">
                  <a:pos x="0" y="18"/>
                </a:cxn>
                <a:cxn ang="0">
                  <a:pos x="24" y="18"/>
                </a:cxn>
              </a:cxnLst>
              <a:rect l="0" t="0" r="r" b="b"/>
              <a:pathLst>
                <a:path w="25" h="19">
                  <a:moveTo>
                    <a:pt x="24" y="18"/>
                  </a:moveTo>
                  <a:lnTo>
                    <a:pt x="24" y="0"/>
                  </a:lnTo>
                  <a:lnTo>
                    <a:pt x="0" y="0"/>
                  </a:lnTo>
                  <a:lnTo>
                    <a:pt x="0" y="18"/>
                  </a:lnTo>
                  <a:lnTo>
                    <a:pt x="24" y="18"/>
                  </a:lnTo>
                </a:path>
              </a:pathLst>
            </a:custGeom>
            <a:solidFill>
              <a:srgbClr val="FFFFFF"/>
            </a:solidFill>
            <a:ln w="9525" cap="rnd">
              <a:noFill/>
              <a:round/>
              <a:headEnd/>
              <a:tailEnd/>
            </a:ln>
            <a:effectLst/>
          </p:spPr>
          <p:txBody>
            <a:bodyPr/>
            <a:lstStyle/>
            <a:p>
              <a:endParaRPr lang="en-US"/>
            </a:p>
          </p:txBody>
        </p:sp>
        <p:sp>
          <p:nvSpPr>
            <p:cNvPr id="26630" name="Freeform 6"/>
            <p:cNvSpPr>
              <a:spLocks/>
            </p:cNvSpPr>
            <p:nvPr/>
          </p:nvSpPr>
          <p:spPr bwMode="auto">
            <a:xfrm>
              <a:off x="129" y="3239"/>
              <a:ext cx="31" cy="20"/>
            </a:xfrm>
            <a:custGeom>
              <a:avLst/>
              <a:gdLst/>
              <a:ahLst/>
              <a:cxnLst>
                <a:cxn ang="0">
                  <a:pos x="0" y="0"/>
                </a:cxn>
                <a:cxn ang="0">
                  <a:pos x="24" y="19"/>
                </a:cxn>
                <a:cxn ang="0">
                  <a:pos x="30" y="8"/>
                </a:cxn>
                <a:cxn ang="0">
                  <a:pos x="0" y="0"/>
                </a:cxn>
              </a:cxnLst>
              <a:rect l="0" t="0" r="r" b="b"/>
              <a:pathLst>
                <a:path w="31" h="20">
                  <a:moveTo>
                    <a:pt x="0" y="0"/>
                  </a:moveTo>
                  <a:lnTo>
                    <a:pt x="24" y="19"/>
                  </a:lnTo>
                  <a:lnTo>
                    <a:pt x="30" y="8"/>
                  </a:lnTo>
                  <a:lnTo>
                    <a:pt x="0" y="0"/>
                  </a:lnTo>
                </a:path>
              </a:pathLst>
            </a:custGeom>
            <a:solidFill>
              <a:srgbClr val="FFFFFF"/>
            </a:solidFill>
            <a:ln w="9525" cap="rnd">
              <a:noFill/>
              <a:round/>
              <a:headEnd/>
              <a:tailEnd/>
            </a:ln>
            <a:effectLst/>
          </p:spPr>
          <p:txBody>
            <a:bodyPr/>
            <a:lstStyle/>
            <a:p>
              <a:endParaRPr lang="en-US"/>
            </a:p>
          </p:txBody>
        </p:sp>
        <p:sp>
          <p:nvSpPr>
            <p:cNvPr id="26631" name="Freeform 7"/>
            <p:cNvSpPr>
              <a:spLocks/>
            </p:cNvSpPr>
            <p:nvPr/>
          </p:nvSpPr>
          <p:spPr bwMode="auto">
            <a:xfrm>
              <a:off x="239" y="3239"/>
              <a:ext cx="34" cy="20"/>
            </a:xfrm>
            <a:custGeom>
              <a:avLst/>
              <a:gdLst/>
              <a:ahLst/>
              <a:cxnLst>
                <a:cxn ang="0">
                  <a:pos x="33" y="0"/>
                </a:cxn>
                <a:cxn ang="0">
                  <a:pos x="6" y="19"/>
                </a:cxn>
                <a:cxn ang="0">
                  <a:pos x="0" y="9"/>
                </a:cxn>
                <a:cxn ang="0">
                  <a:pos x="33" y="0"/>
                </a:cxn>
              </a:cxnLst>
              <a:rect l="0" t="0" r="r" b="b"/>
              <a:pathLst>
                <a:path w="34" h="20">
                  <a:moveTo>
                    <a:pt x="33" y="0"/>
                  </a:moveTo>
                  <a:lnTo>
                    <a:pt x="6" y="19"/>
                  </a:lnTo>
                  <a:lnTo>
                    <a:pt x="0" y="9"/>
                  </a:lnTo>
                  <a:lnTo>
                    <a:pt x="33" y="0"/>
                  </a:lnTo>
                </a:path>
              </a:pathLst>
            </a:custGeom>
            <a:solidFill>
              <a:srgbClr val="FFFFFF"/>
            </a:solidFill>
            <a:ln w="9525" cap="rnd">
              <a:noFill/>
              <a:round/>
              <a:headEnd/>
              <a:tailEnd/>
            </a:ln>
            <a:effectLst/>
          </p:spPr>
          <p:txBody>
            <a:bodyPr/>
            <a:lstStyle/>
            <a:p>
              <a:endParaRPr lang="en-US"/>
            </a:p>
          </p:txBody>
        </p:sp>
        <p:sp>
          <p:nvSpPr>
            <p:cNvPr id="26632" name="Freeform 8"/>
            <p:cNvSpPr>
              <a:spLocks/>
            </p:cNvSpPr>
            <p:nvPr/>
          </p:nvSpPr>
          <p:spPr bwMode="auto">
            <a:xfrm>
              <a:off x="124" y="3277"/>
              <a:ext cx="34" cy="19"/>
            </a:xfrm>
            <a:custGeom>
              <a:avLst/>
              <a:gdLst/>
              <a:ahLst/>
              <a:cxnLst>
                <a:cxn ang="0">
                  <a:pos x="0" y="18"/>
                </a:cxn>
                <a:cxn ang="0">
                  <a:pos x="33" y="14"/>
                </a:cxn>
                <a:cxn ang="0">
                  <a:pos x="31" y="0"/>
                </a:cxn>
                <a:cxn ang="0">
                  <a:pos x="0" y="18"/>
                </a:cxn>
              </a:cxnLst>
              <a:rect l="0" t="0" r="r" b="b"/>
              <a:pathLst>
                <a:path w="34" h="19">
                  <a:moveTo>
                    <a:pt x="0" y="18"/>
                  </a:moveTo>
                  <a:lnTo>
                    <a:pt x="33" y="14"/>
                  </a:lnTo>
                  <a:lnTo>
                    <a:pt x="31" y="0"/>
                  </a:lnTo>
                  <a:lnTo>
                    <a:pt x="0" y="18"/>
                  </a:lnTo>
                </a:path>
              </a:pathLst>
            </a:custGeom>
            <a:solidFill>
              <a:srgbClr val="FFFFFF"/>
            </a:solidFill>
            <a:ln w="9525" cap="rnd">
              <a:noFill/>
              <a:round/>
              <a:headEnd/>
              <a:tailEnd/>
            </a:ln>
            <a:effectLst/>
          </p:spPr>
          <p:txBody>
            <a:bodyPr/>
            <a:lstStyle/>
            <a:p>
              <a:endParaRPr lang="en-US"/>
            </a:p>
          </p:txBody>
        </p:sp>
        <p:sp>
          <p:nvSpPr>
            <p:cNvPr id="26633" name="Freeform 9"/>
            <p:cNvSpPr>
              <a:spLocks/>
            </p:cNvSpPr>
            <p:nvPr/>
          </p:nvSpPr>
          <p:spPr bwMode="auto">
            <a:xfrm>
              <a:off x="242" y="3278"/>
              <a:ext cx="34" cy="19"/>
            </a:xfrm>
            <a:custGeom>
              <a:avLst/>
              <a:gdLst/>
              <a:ahLst/>
              <a:cxnLst>
                <a:cxn ang="0">
                  <a:pos x="33" y="18"/>
                </a:cxn>
                <a:cxn ang="0">
                  <a:pos x="0" y="15"/>
                </a:cxn>
                <a:cxn ang="0">
                  <a:pos x="2" y="0"/>
                </a:cxn>
                <a:cxn ang="0">
                  <a:pos x="33" y="18"/>
                </a:cxn>
              </a:cxnLst>
              <a:rect l="0" t="0" r="r" b="b"/>
              <a:pathLst>
                <a:path w="34" h="19">
                  <a:moveTo>
                    <a:pt x="33" y="18"/>
                  </a:moveTo>
                  <a:lnTo>
                    <a:pt x="0" y="15"/>
                  </a:lnTo>
                  <a:lnTo>
                    <a:pt x="2" y="0"/>
                  </a:lnTo>
                  <a:lnTo>
                    <a:pt x="33" y="18"/>
                  </a:lnTo>
                </a:path>
              </a:pathLst>
            </a:custGeom>
            <a:solidFill>
              <a:srgbClr val="FFFFFF"/>
            </a:solidFill>
            <a:ln w="9525" cap="rnd">
              <a:noFill/>
              <a:round/>
              <a:headEnd/>
              <a:tailEnd/>
            </a:ln>
            <a:effectLst/>
          </p:spPr>
          <p:txBody>
            <a:bodyPr/>
            <a:lstStyle/>
            <a:p>
              <a:endParaRPr lang="en-US"/>
            </a:p>
          </p:txBody>
        </p:sp>
        <p:sp>
          <p:nvSpPr>
            <p:cNvPr id="26634" name="Freeform 10"/>
            <p:cNvSpPr>
              <a:spLocks/>
            </p:cNvSpPr>
            <p:nvPr/>
          </p:nvSpPr>
          <p:spPr bwMode="auto">
            <a:xfrm>
              <a:off x="151" y="3201"/>
              <a:ext cx="27" cy="30"/>
            </a:xfrm>
            <a:custGeom>
              <a:avLst/>
              <a:gdLst/>
              <a:ahLst/>
              <a:cxnLst>
                <a:cxn ang="0">
                  <a:pos x="0" y="0"/>
                </a:cxn>
                <a:cxn ang="0">
                  <a:pos x="15" y="29"/>
                </a:cxn>
                <a:cxn ang="0">
                  <a:pos x="26" y="22"/>
                </a:cxn>
                <a:cxn ang="0">
                  <a:pos x="0" y="0"/>
                </a:cxn>
              </a:cxnLst>
              <a:rect l="0" t="0" r="r" b="b"/>
              <a:pathLst>
                <a:path w="27" h="30">
                  <a:moveTo>
                    <a:pt x="0" y="0"/>
                  </a:moveTo>
                  <a:lnTo>
                    <a:pt x="15" y="29"/>
                  </a:lnTo>
                  <a:lnTo>
                    <a:pt x="26" y="22"/>
                  </a:lnTo>
                  <a:lnTo>
                    <a:pt x="0" y="0"/>
                  </a:lnTo>
                </a:path>
              </a:pathLst>
            </a:custGeom>
            <a:solidFill>
              <a:srgbClr val="FFFFFF"/>
            </a:solidFill>
            <a:ln w="9525" cap="rnd">
              <a:noFill/>
              <a:round/>
              <a:headEnd/>
              <a:tailEnd/>
            </a:ln>
            <a:effectLst/>
          </p:spPr>
          <p:txBody>
            <a:bodyPr/>
            <a:lstStyle/>
            <a:p>
              <a:endParaRPr lang="en-US"/>
            </a:p>
          </p:txBody>
        </p:sp>
        <p:sp>
          <p:nvSpPr>
            <p:cNvPr id="26635" name="Freeform 11"/>
            <p:cNvSpPr>
              <a:spLocks/>
            </p:cNvSpPr>
            <p:nvPr/>
          </p:nvSpPr>
          <p:spPr bwMode="auto">
            <a:xfrm>
              <a:off x="217" y="3203"/>
              <a:ext cx="28" cy="31"/>
            </a:xfrm>
            <a:custGeom>
              <a:avLst/>
              <a:gdLst/>
              <a:ahLst/>
              <a:cxnLst>
                <a:cxn ang="0">
                  <a:pos x="27" y="0"/>
                </a:cxn>
                <a:cxn ang="0">
                  <a:pos x="11" y="30"/>
                </a:cxn>
                <a:cxn ang="0">
                  <a:pos x="0" y="22"/>
                </a:cxn>
                <a:cxn ang="0">
                  <a:pos x="27" y="0"/>
                </a:cxn>
              </a:cxnLst>
              <a:rect l="0" t="0" r="r" b="b"/>
              <a:pathLst>
                <a:path w="28" h="31">
                  <a:moveTo>
                    <a:pt x="27" y="0"/>
                  </a:moveTo>
                  <a:lnTo>
                    <a:pt x="11" y="30"/>
                  </a:lnTo>
                  <a:lnTo>
                    <a:pt x="0" y="22"/>
                  </a:lnTo>
                  <a:lnTo>
                    <a:pt x="27" y="0"/>
                  </a:lnTo>
                </a:path>
              </a:pathLst>
            </a:custGeom>
            <a:solidFill>
              <a:srgbClr val="FFFFFF"/>
            </a:solidFill>
            <a:ln w="9525" cap="rnd">
              <a:noFill/>
              <a:round/>
              <a:headEnd/>
              <a:tailEnd/>
            </a:ln>
            <a:effectLst/>
          </p:spPr>
          <p:txBody>
            <a:bodyPr/>
            <a:lstStyle/>
            <a:p>
              <a:endParaRPr lang="en-US"/>
            </a:p>
          </p:txBody>
        </p:sp>
        <p:sp>
          <p:nvSpPr>
            <p:cNvPr id="26636" name="Freeform 12"/>
            <p:cNvSpPr>
              <a:spLocks/>
            </p:cNvSpPr>
            <p:nvPr/>
          </p:nvSpPr>
          <p:spPr bwMode="auto">
            <a:xfrm>
              <a:off x="192" y="3193"/>
              <a:ext cx="17" cy="30"/>
            </a:xfrm>
            <a:custGeom>
              <a:avLst/>
              <a:gdLst/>
              <a:ahLst/>
              <a:cxnLst>
                <a:cxn ang="0">
                  <a:pos x="7" y="0"/>
                </a:cxn>
                <a:cxn ang="0">
                  <a:pos x="0" y="29"/>
                </a:cxn>
                <a:cxn ang="0">
                  <a:pos x="16" y="28"/>
                </a:cxn>
                <a:cxn ang="0">
                  <a:pos x="7" y="0"/>
                </a:cxn>
              </a:cxnLst>
              <a:rect l="0" t="0" r="r" b="b"/>
              <a:pathLst>
                <a:path w="17" h="30">
                  <a:moveTo>
                    <a:pt x="7" y="0"/>
                  </a:moveTo>
                  <a:lnTo>
                    <a:pt x="0" y="29"/>
                  </a:lnTo>
                  <a:lnTo>
                    <a:pt x="16" y="28"/>
                  </a:lnTo>
                  <a:lnTo>
                    <a:pt x="7" y="0"/>
                  </a:lnTo>
                </a:path>
              </a:pathLst>
            </a:custGeom>
            <a:solidFill>
              <a:srgbClr val="FFFFFF"/>
            </a:solidFill>
            <a:ln w="9525" cap="rnd">
              <a:noFill/>
              <a:round/>
              <a:headEnd/>
              <a:tailEnd/>
            </a:ln>
            <a:effectLst/>
          </p:spPr>
          <p:txBody>
            <a:bodyPr/>
            <a:lstStyle/>
            <a:p>
              <a:endParaRPr lang="en-US"/>
            </a:p>
          </p:txBody>
        </p:sp>
        <p:sp>
          <p:nvSpPr>
            <p:cNvPr id="26637" name="Freeform 13"/>
            <p:cNvSpPr>
              <a:spLocks/>
            </p:cNvSpPr>
            <p:nvPr/>
          </p:nvSpPr>
          <p:spPr bwMode="auto">
            <a:xfrm>
              <a:off x="165" y="3238"/>
              <a:ext cx="69" cy="115"/>
            </a:xfrm>
            <a:custGeom>
              <a:avLst/>
              <a:gdLst/>
              <a:ahLst/>
              <a:cxnLst>
                <a:cxn ang="0">
                  <a:pos x="22" y="114"/>
                </a:cxn>
                <a:cxn ang="0">
                  <a:pos x="23" y="94"/>
                </a:cxn>
                <a:cxn ang="0">
                  <a:pos x="21" y="91"/>
                </a:cxn>
                <a:cxn ang="0">
                  <a:pos x="15" y="83"/>
                </a:cxn>
                <a:cxn ang="0">
                  <a:pos x="9" y="72"/>
                </a:cxn>
                <a:cxn ang="0">
                  <a:pos x="4" y="58"/>
                </a:cxn>
                <a:cxn ang="0">
                  <a:pos x="0" y="42"/>
                </a:cxn>
                <a:cxn ang="0">
                  <a:pos x="1" y="27"/>
                </a:cxn>
                <a:cxn ang="0">
                  <a:pos x="8" y="12"/>
                </a:cxn>
                <a:cxn ang="0">
                  <a:pos x="23" y="0"/>
                </a:cxn>
                <a:cxn ang="0">
                  <a:pos x="43" y="0"/>
                </a:cxn>
                <a:cxn ang="0">
                  <a:pos x="46" y="1"/>
                </a:cxn>
                <a:cxn ang="0">
                  <a:pos x="51" y="5"/>
                </a:cxn>
                <a:cxn ang="0">
                  <a:pos x="57" y="11"/>
                </a:cxn>
                <a:cxn ang="0">
                  <a:pos x="63" y="20"/>
                </a:cxn>
                <a:cxn ang="0">
                  <a:pos x="68" y="32"/>
                </a:cxn>
                <a:cxn ang="0">
                  <a:pos x="66" y="48"/>
                </a:cxn>
                <a:cxn ang="0">
                  <a:pos x="59" y="68"/>
                </a:cxn>
                <a:cxn ang="0">
                  <a:pos x="43" y="91"/>
                </a:cxn>
                <a:cxn ang="0">
                  <a:pos x="43" y="114"/>
                </a:cxn>
                <a:cxn ang="0">
                  <a:pos x="22" y="114"/>
                </a:cxn>
              </a:cxnLst>
              <a:rect l="0" t="0" r="r" b="b"/>
              <a:pathLst>
                <a:path w="69" h="115">
                  <a:moveTo>
                    <a:pt x="22" y="114"/>
                  </a:moveTo>
                  <a:lnTo>
                    <a:pt x="23" y="94"/>
                  </a:lnTo>
                  <a:lnTo>
                    <a:pt x="21" y="91"/>
                  </a:lnTo>
                  <a:lnTo>
                    <a:pt x="15" y="83"/>
                  </a:lnTo>
                  <a:lnTo>
                    <a:pt x="9" y="72"/>
                  </a:lnTo>
                  <a:lnTo>
                    <a:pt x="4" y="58"/>
                  </a:lnTo>
                  <a:lnTo>
                    <a:pt x="0" y="42"/>
                  </a:lnTo>
                  <a:lnTo>
                    <a:pt x="1" y="27"/>
                  </a:lnTo>
                  <a:lnTo>
                    <a:pt x="8" y="12"/>
                  </a:lnTo>
                  <a:lnTo>
                    <a:pt x="23" y="0"/>
                  </a:lnTo>
                  <a:lnTo>
                    <a:pt x="43" y="0"/>
                  </a:lnTo>
                  <a:lnTo>
                    <a:pt x="46" y="1"/>
                  </a:lnTo>
                  <a:lnTo>
                    <a:pt x="51" y="5"/>
                  </a:lnTo>
                  <a:lnTo>
                    <a:pt x="57" y="11"/>
                  </a:lnTo>
                  <a:lnTo>
                    <a:pt x="63" y="20"/>
                  </a:lnTo>
                  <a:lnTo>
                    <a:pt x="68" y="32"/>
                  </a:lnTo>
                  <a:lnTo>
                    <a:pt x="66" y="48"/>
                  </a:lnTo>
                  <a:lnTo>
                    <a:pt x="59" y="68"/>
                  </a:lnTo>
                  <a:lnTo>
                    <a:pt x="43" y="91"/>
                  </a:lnTo>
                  <a:lnTo>
                    <a:pt x="43" y="114"/>
                  </a:lnTo>
                  <a:lnTo>
                    <a:pt x="22" y="114"/>
                  </a:lnTo>
                </a:path>
              </a:pathLst>
            </a:custGeom>
            <a:solidFill>
              <a:srgbClr val="FFFFFF"/>
            </a:solidFill>
            <a:ln w="9525" cap="rnd">
              <a:noFill/>
              <a:round/>
              <a:headEnd/>
              <a:tailEnd/>
            </a:ln>
            <a:effectLst/>
          </p:spPr>
          <p:txBody>
            <a:bodyPr/>
            <a:lstStyle/>
            <a:p>
              <a:endParaRPr lang="en-US"/>
            </a:p>
          </p:txBody>
        </p:sp>
        <p:sp>
          <p:nvSpPr>
            <p:cNvPr id="26638" name="Freeform 14"/>
            <p:cNvSpPr>
              <a:spLocks/>
            </p:cNvSpPr>
            <p:nvPr/>
          </p:nvSpPr>
          <p:spPr bwMode="auto">
            <a:xfrm>
              <a:off x="194" y="3259"/>
              <a:ext cx="17" cy="87"/>
            </a:xfrm>
            <a:custGeom>
              <a:avLst/>
              <a:gdLst/>
              <a:ahLst/>
              <a:cxnLst>
                <a:cxn ang="0">
                  <a:pos x="4" y="0"/>
                </a:cxn>
                <a:cxn ang="0">
                  <a:pos x="6" y="6"/>
                </a:cxn>
                <a:cxn ang="0">
                  <a:pos x="2" y="7"/>
                </a:cxn>
                <a:cxn ang="0">
                  <a:pos x="2" y="78"/>
                </a:cxn>
                <a:cxn ang="0">
                  <a:pos x="0" y="79"/>
                </a:cxn>
                <a:cxn ang="0">
                  <a:pos x="0" y="86"/>
                </a:cxn>
                <a:cxn ang="0">
                  <a:pos x="2" y="86"/>
                </a:cxn>
                <a:cxn ang="0">
                  <a:pos x="4" y="86"/>
                </a:cxn>
                <a:cxn ang="0">
                  <a:pos x="6" y="86"/>
                </a:cxn>
                <a:cxn ang="0">
                  <a:pos x="9" y="85"/>
                </a:cxn>
                <a:cxn ang="0">
                  <a:pos x="13" y="85"/>
                </a:cxn>
                <a:cxn ang="0">
                  <a:pos x="16" y="84"/>
                </a:cxn>
                <a:cxn ang="0">
                  <a:pos x="16" y="82"/>
                </a:cxn>
                <a:cxn ang="0">
                  <a:pos x="16" y="79"/>
                </a:cxn>
                <a:cxn ang="0">
                  <a:pos x="16" y="48"/>
                </a:cxn>
                <a:cxn ang="0">
                  <a:pos x="13" y="47"/>
                </a:cxn>
                <a:cxn ang="0">
                  <a:pos x="13" y="39"/>
                </a:cxn>
                <a:cxn ang="0">
                  <a:pos x="13" y="5"/>
                </a:cxn>
                <a:cxn ang="0">
                  <a:pos x="4" y="0"/>
                </a:cxn>
              </a:cxnLst>
              <a:rect l="0" t="0" r="r" b="b"/>
              <a:pathLst>
                <a:path w="17" h="87">
                  <a:moveTo>
                    <a:pt x="4" y="0"/>
                  </a:moveTo>
                  <a:lnTo>
                    <a:pt x="6" y="6"/>
                  </a:lnTo>
                  <a:lnTo>
                    <a:pt x="2" y="7"/>
                  </a:lnTo>
                  <a:lnTo>
                    <a:pt x="2" y="78"/>
                  </a:lnTo>
                  <a:lnTo>
                    <a:pt x="0" y="79"/>
                  </a:lnTo>
                  <a:lnTo>
                    <a:pt x="0" y="86"/>
                  </a:lnTo>
                  <a:lnTo>
                    <a:pt x="2" y="86"/>
                  </a:lnTo>
                  <a:lnTo>
                    <a:pt x="4" y="86"/>
                  </a:lnTo>
                  <a:lnTo>
                    <a:pt x="6" y="86"/>
                  </a:lnTo>
                  <a:lnTo>
                    <a:pt x="9" y="85"/>
                  </a:lnTo>
                  <a:lnTo>
                    <a:pt x="13" y="85"/>
                  </a:lnTo>
                  <a:lnTo>
                    <a:pt x="16" y="84"/>
                  </a:lnTo>
                  <a:lnTo>
                    <a:pt x="16" y="82"/>
                  </a:lnTo>
                  <a:lnTo>
                    <a:pt x="16" y="79"/>
                  </a:lnTo>
                  <a:lnTo>
                    <a:pt x="16" y="48"/>
                  </a:lnTo>
                  <a:lnTo>
                    <a:pt x="13" y="47"/>
                  </a:lnTo>
                  <a:lnTo>
                    <a:pt x="13" y="39"/>
                  </a:lnTo>
                  <a:lnTo>
                    <a:pt x="13" y="5"/>
                  </a:lnTo>
                  <a:lnTo>
                    <a:pt x="4" y="0"/>
                  </a:lnTo>
                </a:path>
              </a:pathLst>
            </a:custGeom>
            <a:solidFill>
              <a:srgbClr val="000000"/>
            </a:solidFill>
            <a:ln w="9525" cap="rnd">
              <a:noFill/>
              <a:round/>
              <a:headEnd/>
              <a:tailEnd/>
            </a:ln>
            <a:effectLst/>
          </p:spPr>
          <p:txBody>
            <a:bodyPr/>
            <a:lstStyle/>
            <a:p>
              <a:endParaRPr lang="en-US"/>
            </a:p>
          </p:txBody>
        </p:sp>
      </p:grpSp>
      <p:sp>
        <p:nvSpPr>
          <p:cNvPr id="26640" name="Rectangle 16"/>
          <p:cNvSpPr>
            <a:spLocks noChangeArrowheads="1"/>
          </p:cNvSpPr>
          <p:nvPr/>
        </p:nvSpPr>
        <p:spPr bwMode="auto">
          <a:xfrm>
            <a:off x="603568" y="5697905"/>
            <a:ext cx="5676412" cy="756964"/>
          </a:xfrm>
          <a:prstGeom prst="rect">
            <a:avLst/>
          </a:prstGeom>
          <a:noFill/>
          <a:ln w="12700">
            <a:solidFill>
              <a:schemeClr val="tx1"/>
            </a:solidFill>
            <a:miter lim="800000"/>
            <a:headEnd/>
            <a:tailEnd/>
          </a:ln>
          <a:effectLst/>
        </p:spPr>
        <p:txBody>
          <a:bodyPr wrap="none" lIns="90796" tIns="44601" rIns="90796" bIns="44601" anchor="ctr"/>
          <a:lstStyle/>
          <a:p>
            <a:pPr defTabSz="872908">
              <a:spcBef>
                <a:spcPct val="0"/>
              </a:spcBef>
            </a:pPr>
            <a:r>
              <a:rPr lang="en-US" sz="1100" dirty="0">
                <a:solidFill>
                  <a:schemeClr val="tx2"/>
                </a:solidFill>
                <a:latin typeface="Courier New" pitchFamily="49" charset="0"/>
              </a:rPr>
              <a:t>SQL&gt; SELECT </a:t>
            </a:r>
            <a:r>
              <a:rPr lang="en-US" sz="1100" dirty="0" err="1">
                <a:solidFill>
                  <a:schemeClr val="tx2"/>
                </a:solidFill>
                <a:latin typeface="Courier New" pitchFamily="49" charset="0"/>
              </a:rPr>
              <a:t>deptno</a:t>
            </a:r>
            <a:r>
              <a:rPr lang="en-US" sz="1100" dirty="0">
                <a:solidFill>
                  <a:schemeClr val="tx2"/>
                </a:solidFill>
                <a:latin typeface="Courier New" pitchFamily="49" charset="0"/>
              </a:rPr>
              <a:t>, </a:t>
            </a:r>
            <a:r>
              <a:rPr lang="en-US" sz="1100" dirty="0" err="1">
                <a:solidFill>
                  <a:schemeClr val="tx2"/>
                </a:solidFill>
                <a:latin typeface="Courier New" pitchFamily="49" charset="0"/>
              </a:rPr>
              <a:t>dname</a:t>
            </a:r>
            <a:endParaRPr lang="en-US" sz="1100" dirty="0">
              <a:solidFill>
                <a:schemeClr val="tx2"/>
              </a:solidFill>
              <a:latin typeface="Courier New" pitchFamily="49" charset="0"/>
            </a:endParaRPr>
          </a:p>
          <a:p>
            <a:pPr defTabSz="872908">
              <a:spcBef>
                <a:spcPct val="0"/>
              </a:spcBef>
            </a:pPr>
            <a:r>
              <a:rPr lang="en-US" sz="1100" dirty="0">
                <a:solidFill>
                  <a:schemeClr val="tx2"/>
                </a:solidFill>
                <a:latin typeface="Courier New" pitchFamily="49" charset="0"/>
              </a:rPr>
              <a:t>  2  FROM   dept</a:t>
            </a:r>
          </a:p>
          <a:p>
            <a:pPr defTabSz="872908">
              <a:spcBef>
                <a:spcPct val="0"/>
              </a:spcBef>
            </a:pPr>
            <a:r>
              <a:rPr lang="en-US" sz="1100" dirty="0">
                <a:solidFill>
                  <a:schemeClr val="tx2"/>
                </a:solidFill>
                <a:latin typeface="Courier New" pitchFamily="49" charset="0"/>
              </a:rPr>
              <a:t>  3  WHERE  </a:t>
            </a:r>
            <a:r>
              <a:rPr lang="en-US" sz="1100" dirty="0" err="1">
                <a:solidFill>
                  <a:schemeClr val="tx2"/>
                </a:solidFill>
                <a:latin typeface="Courier New" pitchFamily="49" charset="0"/>
              </a:rPr>
              <a:t>deptno</a:t>
            </a:r>
            <a:r>
              <a:rPr lang="en-US" sz="1100" dirty="0">
                <a:solidFill>
                  <a:schemeClr val="tx2"/>
                </a:solidFill>
                <a:latin typeface="Courier New" pitchFamily="49" charset="0"/>
              </a:rPr>
              <a:t> NOT IN (SELECT </a:t>
            </a:r>
            <a:r>
              <a:rPr lang="en-US" sz="1100" dirty="0" err="1">
                <a:solidFill>
                  <a:schemeClr val="tx2"/>
                </a:solidFill>
                <a:latin typeface="Courier New" pitchFamily="49" charset="0"/>
              </a:rPr>
              <a:t>deptno</a:t>
            </a:r>
            <a:endParaRPr lang="en-US" sz="1100" dirty="0">
              <a:solidFill>
                <a:schemeClr val="tx2"/>
              </a:solidFill>
              <a:latin typeface="Courier New" pitchFamily="49" charset="0"/>
            </a:endParaRPr>
          </a:p>
          <a:p>
            <a:pPr defTabSz="872908">
              <a:spcBef>
                <a:spcPct val="0"/>
              </a:spcBef>
            </a:pPr>
            <a:r>
              <a:rPr lang="en-US" sz="1100" dirty="0">
                <a:solidFill>
                  <a:schemeClr val="tx2"/>
                </a:solidFill>
                <a:latin typeface="Courier New" pitchFamily="49" charset="0"/>
              </a:rPr>
              <a:t>  4                        FROM   </a:t>
            </a:r>
            <a:r>
              <a:rPr lang="en-US" sz="1100" dirty="0" err="1">
                <a:solidFill>
                  <a:schemeClr val="tx2"/>
                </a:solidFill>
                <a:latin typeface="Courier New" pitchFamily="49" charset="0"/>
              </a:rPr>
              <a:t>emp</a:t>
            </a:r>
            <a:r>
              <a:rPr lang="en-US" sz="1100" dirty="0">
                <a:solidFill>
                  <a:schemeClr val="tx2"/>
                </a:solidFill>
                <a:latin typeface="Courier New" pitchFamily="49" charset="0"/>
              </a:rPr>
              <a:t>);</a:t>
            </a: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Title Slide">
    <p:bg>
      <p:bgRef idx="1003">
        <a:schemeClr val="bg1"/>
      </p:bgRef>
    </p:bg>
    <p:spTree>
      <p:nvGrpSpPr>
        <p:cNvPr id="1" name=""/>
        <p:cNvGrpSpPr/>
        <p:nvPr/>
      </p:nvGrpSpPr>
      <p:grpSpPr>
        <a:xfrm>
          <a:off x="0" y="0"/>
          <a:ext cx="0" cy="0"/>
          <a:chOff x="0" y="0"/>
          <a:chExt cx="0" cy="0"/>
        </a:xfrm>
      </p:grpSpPr>
      <p:sp>
        <p:nvSpPr>
          <p:cNvPr id="12" name="Rectangle 11"/>
          <p:cNvSpPr/>
          <p:nvPr/>
        </p:nvSpPr>
        <p:spPr>
          <a:xfrm>
            <a:off x="0" y="0"/>
            <a:ext cx="9144000" cy="6858000"/>
          </a:xfrm>
          <a:prstGeom prst="rect">
            <a:avLst/>
          </a:prstGeom>
          <a:solidFill>
            <a:srgbClr val="FFFFFF"/>
          </a:solidFill>
          <a:ln w="12700" cap="flat" cmpd="sng" algn="ctr">
            <a:noFill/>
            <a:prstDash val="solid"/>
          </a:ln>
        </p:spPr>
        <p:style>
          <a:lnRef idx="2">
            <a:schemeClr val="accent1"/>
          </a:lnRef>
          <a:fillRef idx="1">
            <a:schemeClr val="accent1"/>
          </a:fillRef>
          <a:effectRef idx="0">
            <a:schemeClr val="accent1"/>
          </a:effectRef>
          <a:fontRef idx="minor">
            <a:schemeClr val="lt1"/>
          </a:fontRef>
        </p:style>
        <p:txBody>
          <a:bodyPr rtlCol="0" anchor="ctr"/>
          <a:lstStyle/>
          <a:p>
            <a:pPr algn="ctr" eaLnBrk="1" latinLnBrk="0" hangingPunct="1"/>
            <a:endParaRPr kumimoji="0" lang="en-US"/>
          </a:p>
        </p:txBody>
      </p:sp>
      <p:sp useBgFill="1">
        <p:nvSpPr>
          <p:cNvPr id="13" name="Rounded Rectangle 12"/>
          <p:cNvSpPr/>
          <p:nvPr/>
        </p:nvSpPr>
        <p:spPr>
          <a:xfrm>
            <a:off x="65313" y="69755"/>
            <a:ext cx="9013372" cy="6692201"/>
          </a:xfrm>
          <a:prstGeom prst="roundRect">
            <a:avLst>
              <a:gd name="adj" fmla="val 4929"/>
            </a:avLst>
          </a:prstGeom>
          <a:ln w="6350" cap="sq" cmpd="sng" algn="ctr">
            <a:solidFill>
              <a:schemeClr val="tx1">
                <a:alpha val="100000"/>
              </a:schemeClr>
            </a:solidFill>
            <a:prstDash val="solid"/>
          </a:ln>
          <a:effectLst/>
        </p:spPr>
        <p:style>
          <a:lnRef idx="3">
            <a:schemeClr val="lt1"/>
          </a:lnRef>
          <a:fillRef idx="1001">
            <a:schemeClr val="lt1"/>
          </a:fillRef>
          <a:effectRef idx="1">
            <a:schemeClr val="accent1"/>
          </a:effectRef>
          <a:fontRef idx="minor">
            <a:schemeClr val="lt1"/>
          </a:fontRef>
        </p:style>
        <p:txBody>
          <a:bodyPr anchor="ctr"/>
          <a:lstStyle/>
          <a:p>
            <a:pPr algn="ctr" eaLnBrk="1" latinLnBrk="0" hangingPunct="1"/>
            <a:endParaRPr kumimoji="0" lang="en-US"/>
          </a:p>
        </p:txBody>
      </p:sp>
      <p:sp>
        <p:nvSpPr>
          <p:cNvPr id="9" name="Subtitle 8"/>
          <p:cNvSpPr>
            <a:spLocks noGrp="1"/>
          </p:cNvSpPr>
          <p:nvPr>
            <p:ph type="subTitle" idx="1"/>
          </p:nvPr>
        </p:nvSpPr>
        <p:spPr>
          <a:xfrm>
            <a:off x="1295400" y="3200400"/>
            <a:ext cx="6400800" cy="1600200"/>
          </a:xfrm>
        </p:spPr>
        <p:txBody>
          <a:bodyPr/>
          <a:lstStyle>
            <a:lvl1pPr marL="0" indent="0" algn="ctr">
              <a:buNone/>
              <a:defRPr sz="2600">
                <a:solidFill>
                  <a:schemeClr val="tx2"/>
                </a:solidFill>
              </a:defRPr>
            </a:lvl1pPr>
            <a:lvl2pPr marL="457200" indent="0" algn="ctr">
              <a:buNone/>
            </a:lvl2pPr>
            <a:lvl3pPr marL="914400" indent="0" algn="ctr">
              <a:buNone/>
            </a:lvl3pPr>
            <a:lvl4pPr marL="1371600" indent="0" algn="ctr">
              <a:buNone/>
            </a:lvl4pPr>
            <a:lvl5pPr marL="1828800" indent="0" algn="ctr">
              <a:buNone/>
            </a:lvl5pPr>
            <a:lvl6pPr marL="2286000" indent="0" algn="ctr">
              <a:buNone/>
            </a:lvl6pPr>
            <a:lvl7pPr marL="2743200" indent="0" algn="ctr">
              <a:buNone/>
            </a:lvl7pPr>
            <a:lvl8pPr marL="3200400" indent="0" algn="ctr">
              <a:buNone/>
            </a:lvl8pPr>
            <a:lvl9pPr marL="3657600" indent="0" algn="ctr">
              <a:buNone/>
            </a:lvl9pPr>
          </a:lstStyle>
          <a:p>
            <a:r>
              <a:rPr kumimoji="0" lang="en-US"/>
              <a:t>Click to edit Master subtitle style</a:t>
            </a:r>
          </a:p>
        </p:txBody>
      </p:sp>
      <p:sp>
        <p:nvSpPr>
          <p:cNvPr id="28" name="Date Placeholder 27"/>
          <p:cNvSpPr>
            <a:spLocks noGrp="1"/>
          </p:cNvSpPr>
          <p:nvPr>
            <p:ph type="dt" sz="half" idx="10"/>
          </p:nvPr>
        </p:nvSpPr>
        <p:spPr/>
        <p:txBody>
          <a:bodyPr/>
          <a:lstStyle/>
          <a:p>
            <a:fld id="{478D29C7-E413-4077-84B3-807883710094}" type="datetimeFigureOut">
              <a:rPr lang="en-US" smtClean="0"/>
              <a:pPr/>
              <a:t>2/24/2025</a:t>
            </a:fld>
            <a:endParaRPr lang="en-US"/>
          </a:p>
        </p:txBody>
      </p:sp>
      <p:sp>
        <p:nvSpPr>
          <p:cNvPr id="17" name="Footer Placeholder 16"/>
          <p:cNvSpPr>
            <a:spLocks noGrp="1"/>
          </p:cNvSpPr>
          <p:nvPr>
            <p:ph type="ftr" sz="quarter" idx="11"/>
          </p:nvPr>
        </p:nvSpPr>
        <p:spPr/>
        <p:txBody>
          <a:bodyPr/>
          <a:lstStyle/>
          <a:p>
            <a:endParaRPr lang="en-US"/>
          </a:p>
        </p:txBody>
      </p:sp>
      <p:sp>
        <p:nvSpPr>
          <p:cNvPr id="29" name="Slide Number Placeholder 28"/>
          <p:cNvSpPr>
            <a:spLocks noGrp="1"/>
          </p:cNvSpPr>
          <p:nvPr>
            <p:ph type="sldNum" sz="quarter" idx="12"/>
          </p:nvPr>
        </p:nvSpPr>
        <p:spPr/>
        <p:txBody>
          <a:bodyPr lIns="0" tIns="0" rIns="0" bIns="0">
            <a:noAutofit/>
          </a:bodyPr>
          <a:lstStyle>
            <a:lvl1pPr>
              <a:defRPr sz="1400">
                <a:solidFill>
                  <a:srgbClr val="FFFFFF"/>
                </a:solidFill>
              </a:defRPr>
            </a:lvl1pPr>
          </a:lstStyle>
          <a:p>
            <a:fld id="{31F97445-9E59-4174-BA94-F8128E2E67FB}" type="slidenum">
              <a:rPr lang="en-US" smtClean="0"/>
              <a:pPr/>
              <a:t>‹#›</a:t>
            </a:fld>
            <a:endParaRPr lang="en-US"/>
          </a:p>
        </p:txBody>
      </p:sp>
      <p:sp>
        <p:nvSpPr>
          <p:cNvPr id="7" name="Rectangle 6"/>
          <p:cNvSpPr/>
          <p:nvPr/>
        </p:nvSpPr>
        <p:spPr>
          <a:xfrm>
            <a:off x="62931" y="1449303"/>
            <a:ext cx="9021537" cy="1527349"/>
          </a:xfrm>
          <a:prstGeom prst="rect">
            <a:avLst/>
          </a:prstGeom>
          <a:solidFill>
            <a:schemeClr val="accent1">
              <a:alpha val="100000"/>
            </a:schemeClr>
          </a:solidFill>
          <a:ln w="19050" cap="sq"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p:nvSpPr>
          <p:cNvPr id="10" name="Rectangle 9"/>
          <p:cNvSpPr/>
          <p:nvPr/>
        </p:nvSpPr>
        <p:spPr>
          <a:xfrm>
            <a:off x="62931" y="1396720"/>
            <a:ext cx="9021537" cy="120580"/>
          </a:xfrm>
          <a:prstGeom prst="rect">
            <a:avLst/>
          </a:prstGeom>
          <a:solidFill>
            <a:schemeClr val="accent1">
              <a:tint val="60000"/>
            </a:schemeClr>
          </a:solidFill>
          <a:ln w="19050" cap="sq"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p:nvSpPr>
          <p:cNvPr id="11" name="Rectangle 10"/>
          <p:cNvSpPr/>
          <p:nvPr/>
        </p:nvSpPr>
        <p:spPr>
          <a:xfrm>
            <a:off x="62931" y="2976649"/>
            <a:ext cx="9021537" cy="110532"/>
          </a:xfrm>
          <a:prstGeom prst="rect">
            <a:avLst/>
          </a:prstGeom>
          <a:solidFill>
            <a:schemeClr val="accent5"/>
          </a:solidFill>
          <a:ln w="19050" cap="sq"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p:nvSpPr>
          <p:cNvPr id="8" name="Title 7"/>
          <p:cNvSpPr>
            <a:spLocks noGrp="1"/>
          </p:cNvSpPr>
          <p:nvPr>
            <p:ph type="ctrTitle"/>
          </p:nvPr>
        </p:nvSpPr>
        <p:spPr>
          <a:xfrm>
            <a:off x="457200" y="1505930"/>
            <a:ext cx="8229600" cy="1470025"/>
          </a:xfrm>
        </p:spPr>
        <p:txBody>
          <a:bodyPr anchor="ctr"/>
          <a:lstStyle>
            <a:lvl1pPr algn="ctr">
              <a:defRPr lang="en-US" dirty="0">
                <a:solidFill>
                  <a:srgbClr val="FFFFFF"/>
                </a:solidFill>
              </a:defRPr>
            </a:lvl1pPr>
          </a:lstStyle>
          <a:p>
            <a:r>
              <a:rPr kumimoji="0" lang="en-US"/>
              <a:t>Click to edit Master title style</a:t>
            </a:r>
          </a:p>
        </p:txBody>
      </p:sp>
    </p:spTree>
  </p:cSld>
  <p:clrMapOvr>
    <a:overrideClrMapping bg1="lt1" tx1="dk1" bg2="lt2" tx2="dk2" accent1="accent1" accent2="accent2" accent3="accent3" accent4="accent4" accent5="accent5" accent6="accent6" hlink="hlink" folHlink="folHlink"/>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kumimoji="0" lang="en-US"/>
              <a:t>Click to edit Master title style</a:t>
            </a:r>
          </a:p>
        </p:txBody>
      </p:sp>
      <p:sp>
        <p:nvSpPr>
          <p:cNvPr id="4" name="Date Placeholder 3"/>
          <p:cNvSpPr>
            <a:spLocks noGrp="1"/>
          </p:cNvSpPr>
          <p:nvPr>
            <p:ph type="dt" sz="half" idx="10"/>
          </p:nvPr>
        </p:nvSpPr>
        <p:spPr/>
        <p:txBody>
          <a:bodyPr/>
          <a:lstStyle/>
          <a:p>
            <a:fld id="{478D29C7-E413-4077-84B3-807883710094}" type="datetimeFigureOut">
              <a:rPr lang="en-US" smtClean="0"/>
              <a:pPr/>
              <a:t>2/24/2025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31F97445-9E59-4174-BA94-F8128E2E67FB}" type="slidenum">
              <a:rPr lang="en-US" smtClean="0"/>
              <a:pPr/>
              <a:t>‹#›</a:t>
            </a:fld>
            <a:endParaRPr lang="en-US"/>
          </a:p>
        </p:txBody>
      </p:sp>
      <p:sp>
        <p:nvSpPr>
          <p:cNvPr id="8" name="Content Placeholder 7"/>
          <p:cNvSpPr>
            <a:spLocks noGrp="1"/>
          </p:cNvSpPr>
          <p:nvPr>
            <p:ph sz="quarter" idx="1"/>
          </p:nvPr>
        </p:nvSpPr>
        <p:spPr>
          <a:xfrm>
            <a:off x="914400" y="1447800"/>
            <a:ext cx="7772400" cy="4572000"/>
          </a:xfrm>
        </p:spPr>
        <p:txBody>
          <a:bodyPr vert="horz"/>
          <a:lstStyle/>
          <a:p>
            <a:pPr lvl="0" eaLnBrk="1" latinLnBrk="0" hangingPunct="1"/>
            <a:r>
              <a:rPr lang="en-US"/>
              <a:t>Click to edit Master text styles</a:t>
            </a:r>
          </a:p>
          <a:p>
            <a:pPr lvl="1" eaLnBrk="1" latinLnBrk="0" hangingPunct="1"/>
            <a:r>
              <a:rPr lang="en-US"/>
              <a:t>Second level</a:t>
            </a:r>
          </a:p>
          <a:p>
            <a:pPr lvl="2" eaLnBrk="1" latinLnBrk="0" hangingPunct="1"/>
            <a:r>
              <a:rPr lang="en-US"/>
              <a:t>Third level</a:t>
            </a:r>
          </a:p>
          <a:p>
            <a:pPr lvl="3" eaLnBrk="1" latinLnBrk="0" hangingPunct="1"/>
            <a:r>
              <a:rPr lang="en-US"/>
              <a:t>Fourth level</a:t>
            </a:r>
          </a:p>
          <a:p>
            <a:pPr lvl="4" eaLnBrk="1" latinLnBrk="0" hangingPunct="1"/>
            <a:r>
              <a:rPr lang="en-US"/>
              <a:t>Fifth level</a:t>
            </a:r>
            <a:endParaRPr kumimoji="0"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showMasterSp="0" type="secHead" preserve="1">
  <p:cSld name="Section Header">
    <p:bg>
      <p:bgRef idx="1003">
        <a:schemeClr val="bg1"/>
      </p:bgRef>
    </p:bg>
    <p:spTree>
      <p:nvGrpSpPr>
        <p:cNvPr id="1" name=""/>
        <p:cNvGrpSpPr/>
        <p:nvPr/>
      </p:nvGrpSpPr>
      <p:grpSpPr>
        <a:xfrm>
          <a:off x="0" y="0"/>
          <a:ext cx="0" cy="0"/>
          <a:chOff x="0" y="0"/>
          <a:chExt cx="0" cy="0"/>
        </a:xfrm>
      </p:grpSpPr>
      <p:sp>
        <p:nvSpPr>
          <p:cNvPr id="11" name="Rectangle 10"/>
          <p:cNvSpPr/>
          <p:nvPr/>
        </p:nvSpPr>
        <p:spPr>
          <a:xfrm>
            <a:off x="0" y="0"/>
            <a:ext cx="9144000" cy="6858000"/>
          </a:xfrm>
          <a:prstGeom prst="rect">
            <a:avLst/>
          </a:prstGeom>
          <a:solidFill>
            <a:srgbClr val="FFFFFF"/>
          </a:solidFill>
          <a:ln w="12700" cap="flat" cmpd="sng" algn="ctr">
            <a:noFill/>
            <a:prstDash val="solid"/>
          </a:ln>
        </p:spPr>
        <p:style>
          <a:lnRef idx="2">
            <a:schemeClr val="accent1"/>
          </a:lnRef>
          <a:fillRef idx="1">
            <a:schemeClr val="accent1"/>
          </a:fillRef>
          <a:effectRef idx="0">
            <a:schemeClr val="accent1"/>
          </a:effectRef>
          <a:fontRef idx="minor">
            <a:schemeClr val="lt1"/>
          </a:fontRef>
        </p:style>
        <p:txBody>
          <a:bodyPr rtlCol="0" anchor="ctr"/>
          <a:lstStyle/>
          <a:p>
            <a:pPr algn="ctr" eaLnBrk="1" latinLnBrk="0" hangingPunct="1"/>
            <a:endParaRPr kumimoji="0" lang="en-US"/>
          </a:p>
        </p:txBody>
      </p:sp>
      <p:sp useBgFill="1">
        <p:nvSpPr>
          <p:cNvPr id="10" name="Rounded Rectangle 9"/>
          <p:cNvSpPr/>
          <p:nvPr/>
        </p:nvSpPr>
        <p:spPr>
          <a:xfrm>
            <a:off x="65313" y="69755"/>
            <a:ext cx="9013372" cy="6692201"/>
          </a:xfrm>
          <a:prstGeom prst="roundRect">
            <a:avLst>
              <a:gd name="adj" fmla="val 4929"/>
            </a:avLst>
          </a:prstGeom>
          <a:ln w="6350" cap="sq" cmpd="sng" algn="ctr">
            <a:solidFill>
              <a:schemeClr val="tx1">
                <a:alpha val="100000"/>
              </a:schemeClr>
            </a:solidFill>
            <a:prstDash val="solid"/>
          </a:ln>
          <a:effectLst/>
        </p:spPr>
        <p:style>
          <a:lnRef idx="3">
            <a:schemeClr val="lt1"/>
          </a:lnRef>
          <a:fillRef idx="1003">
            <a:schemeClr val="lt1"/>
          </a:fillRef>
          <a:effectRef idx="1">
            <a:schemeClr val="accent1"/>
          </a:effectRef>
          <a:fontRef idx="minor">
            <a:schemeClr val="lt1"/>
          </a:fontRef>
        </p:style>
        <p:txBody>
          <a:bodyPr anchor="ctr"/>
          <a:lstStyle/>
          <a:p>
            <a:pPr algn="ctr" eaLnBrk="1" latinLnBrk="0" hangingPunct="1"/>
            <a:endParaRPr kumimoji="0" lang="en-US"/>
          </a:p>
        </p:txBody>
      </p:sp>
      <p:sp>
        <p:nvSpPr>
          <p:cNvPr id="2" name="Title 1"/>
          <p:cNvSpPr>
            <a:spLocks noGrp="1"/>
          </p:cNvSpPr>
          <p:nvPr>
            <p:ph type="title"/>
          </p:nvPr>
        </p:nvSpPr>
        <p:spPr>
          <a:xfrm>
            <a:off x="722313" y="952500"/>
            <a:ext cx="7772400" cy="1362075"/>
          </a:xfrm>
        </p:spPr>
        <p:txBody>
          <a:bodyPr anchor="b" anchorCtr="0"/>
          <a:lstStyle>
            <a:lvl1pPr algn="l">
              <a:buNone/>
              <a:defRPr sz="4000" b="0" cap="none"/>
            </a:lvl1pPr>
          </a:lstStyle>
          <a:p>
            <a:r>
              <a:rPr kumimoji="0" lang="en-US"/>
              <a:t>Click to edit Master title style</a:t>
            </a:r>
          </a:p>
        </p:txBody>
      </p:sp>
      <p:sp>
        <p:nvSpPr>
          <p:cNvPr id="3" name="Text Placeholder 2"/>
          <p:cNvSpPr>
            <a:spLocks noGrp="1"/>
          </p:cNvSpPr>
          <p:nvPr>
            <p:ph type="body" idx="1"/>
          </p:nvPr>
        </p:nvSpPr>
        <p:spPr>
          <a:xfrm>
            <a:off x="722313" y="2547938"/>
            <a:ext cx="7772400" cy="1338262"/>
          </a:xfrm>
        </p:spPr>
        <p:txBody>
          <a:bodyPr anchor="t" anchorCtr="0"/>
          <a:lstStyle>
            <a:lvl1pPr marL="0" indent="0">
              <a:buNone/>
              <a:defRPr sz="2400">
                <a:solidFill>
                  <a:schemeClr val="tx1">
                    <a:tint val="75000"/>
                  </a:schemeClr>
                </a:solidFill>
              </a:defRPr>
            </a:lvl1pPr>
            <a:lvl2pPr>
              <a:buNone/>
              <a:defRPr sz="1800">
                <a:solidFill>
                  <a:schemeClr val="tx1">
                    <a:tint val="75000"/>
                  </a:schemeClr>
                </a:solidFill>
              </a:defRPr>
            </a:lvl2pPr>
            <a:lvl3pPr>
              <a:buNone/>
              <a:defRPr sz="1600">
                <a:solidFill>
                  <a:schemeClr val="tx1">
                    <a:tint val="75000"/>
                  </a:schemeClr>
                </a:solidFill>
              </a:defRPr>
            </a:lvl3pPr>
            <a:lvl4pPr>
              <a:buNone/>
              <a:defRPr sz="1400">
                <a:solidFill>
                  <a:schemeClr val="tx1">
                    <a:tint val="75000"/>
                  </a:schemeClr>
                </a:solidFill>
              </a:defRPr>
            </a:lvl4pPr>
            <a:lvl5pPr>
              <a:buNone/>
              <a:defRPr sz="1400">
                <a:solidFill>
                  <a:schemeClr val="tx1">
                    <a:tint val="75000"/>
                  </a:schemeClr>
                </a:solidFill>
              </a:defRPr>
            </a:lvl5pPr>
          </a:lstStyle>
          <a:p>
            <a:pPr lvl="0" eaLnBrk="1" latinLnBrk="0" hangingPunct="1"/>
            <a:r>
              <a:rPr kumimoji="0" lang="en-US"/>
              <a:t>Click to edit Master text styles</a:t>
            </a:r>
          </a:p>
        </p:txBody>
      </p:sp>
      <p:sp>
        <p:nvSpPr>
          <p:cNvPr id="4" name="Date Placeholder 3"/>
          <p:cNvSpPr>
            <a:spLocks noGrp="1"/>
          </p:cNvSpPr>
          <p:nvPr>
            <p:ph type="dt" sz="half" idx="10"/>
          </p:nvPr>
        </p:nvSpPr>
        <p:spPr/>
        <p:txBody>
          <a:bodyPr/>
          <a:lstStyle/>
          <a:p>
            <a:fld id="{478D29C7-E413-4077-84B3-807883710094}" type="datetimeFigureOut">
              <a:rPr lang="en-US" smtClean="0"/>
              <a:pPr/>
              <a:t>2/24/2025</a:t>
            </a:fld>
            <a:endParaRPr lang="en-US"/>
          </a:p>
        </p:txBody>
      </p:sp>
      <p:sp>
        <p:nvSpPr>
          <p:cNvPr id="5" name="Footer Placeholder 4"/>
          <p:cNvSpPr>
            <a:spLocks noGrp="1"/>
          </p:cNvSpPr>
          <p:nvPr>
            <p:ph type="ftr" sz="quarter" idx="11"/>
          </p:nvPr>
        </p:nvSpPr>
        <p:spPr>
          <a:xfrm>
            <a:off x="800100" y="6172200"/>
            <a:ext cx="4000500" cy="457200"/>
          </a:xfrm>
        </p:spPr>
        <p:txBody>
          <a:bodyPr/>
          <a:lstStyle/>
          <a:p>
            <a:endParaRPr lang="en-US"/>
          </a:p>
        </p:txBody>
      </p:sp>
      <p:sp>
        <p:nvSpPr>
          <p:cNvPr id="7" name="Rectangle 6"/>
          <p:cNvSpPr/>
          <p:nvPr/>
        </p:nvSpPr>
        <p:spPr>
          <a:xfrm flipV="1">
            <a:off x="69412" y="2376830"/>
            <a:ext cx="9013515" cy="91440"/>
          </a:xfrm>
          <a:prstGeom prst="rect">
            <a:avLst/>
          </a:prstGeom>
          <a:solidFill>
            <a:schemeClr val="accent1">
              <a:alpha val="100000"/>
            </a:schemeClr>
          </a:solidFill>
          <a:ln w="19050" cap="sq"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p:nvSpPr>
          <p:cNvPr id="8" name="Rectangle 7"/>
          <p:cNvSpPr/>
          <p:nvPr/>
        </p:nvSpPr>
        <p:spPr>
          <a:xfrm>
            <a:off x="69146" y="2341475"/>
            <a:ext cx="9013781" cy="45719"/>
          </a:xfrm>
          <a:prstGeom prst="rect">
            <a:avLst/>
          </a:prstGeom>
          <a:solidFill>
            <a:schemeClr val="accent1">
              <a:tint val="60000"/>
            </a:schemeClr>
          </a:solidFill>
          <a:ln w="19050" cap="sq"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p:nvSpPr>
          <p:cNvPr id="9" name="Rectangle 8"/>
          <p:cNvSpPr/>
          <p:nvPr/>
        </p:nvSpPr>
        <p:spPr>
          <a:xfrm>
            <a:off x="68306" y="2468880"/>
            <a:ext cx="9014621" cy="45720"/>
          </a:xfrm>
          <a:prstGeom prst="rect">
            <a:avLst/>
          </a:prstGeom>
          <a:solidFill>
            <a:schemeClr val="accent5"/>
          </a:solidFill>
          <a:ln w="19050" cap="sq"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p:nvSpPr>
          <p:cNvPr id="6" name="Slide Number Placeholder 5"/>
          <p:cNvSpPr>
            <a:spLocks noGrp="1"/>
          </p:cNvSpPr>
          <p:nvPr>
            <p:ph type="sldNum" sz="quarter" idx="12"/>
          </p:nvPr>
        </p:nvSpPr>
        <p:spPr>
          <a:xfrm>
            <a:off x="146304" y="6208776"/>
            <a:ext cx="457200" cy="457200"/>
          </a:xfrm>
        </p:spPr>
        <p:txBody>
          <a:bodyPr/>
          <a:lstStyle/>
          <a:p>
            <a:fld id="{31F97445-9E59-4174-BA94-F8128E2E67FB}" type="slidenum">
              <a:rPr lang="en-US" smtClean="0"/>
              <a:pPr/>
              <a:t>‹#›</a:t>
            </a:fld>
            <a:endParaRPr lang="en-US"/>
          </a:p>
        </p:txBody>
      </p:sp>
    </p:spTree>
  </p:cSld>
  <p:clrMapOvr>
    <a:overrideClrMapping bg1="lt1" tx1="dk1" bg2="lt2" tx2="dk2" accent1="accent1" accent2="accent2" accent3="accent3" accent4="accent4" accent5="accent5" accent6="accent6" hlink="hlink" folHlink="folHlink"/>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kumimoji="0" lang="en-US"/>
              <a:t>Click to edit Master title style</a:t>
            </a:r>
          </a:p>
        </p:txBody>
      </p:sp>
      <p:sp>
        <p:nvSpPr>
          <p:cNvPr id="5" name="Date Placeholder 4"/>
          <p:cNvSpPr>
            <a:spLocks noGrp="1"/>
          </p:cNvSpPr>
          <p:nvPr>
            <p:ph type="dt" sz="half" idx="10"/>
          </p:nvPr>
        </p:nvSpPr>
        <p:spPr/>
        <p:txBody>
          <a:bodyPr/>
          <a:lstStyle/>
          <a:p>
            <a:fld id="{478D29C7-E413-4077-84B3-807883710094}" type="datetimeFigureOut">
              <a:rPr lang="en-US" smtClean="0"/>
              <a:pPr/>
              <a:t>2/24/2025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31F97445-9E59-4174-BA94-F8128E2E67FB}" type="slidenum">
              <a:rPr lang="en-US" smtClean="0"/>
              <a:pPr/>
              <a:t>‹#›</a:t>
            </a:fld>
            <a:endParaRPr lang="en-US"/>
          </a:p>
        </p:txBody>
      </p:sp>
      <p:sp>
        <p:nvSpPr>
          <p:cNvPr id="9" name="Content Placeholder 8"/>
          <p:cNvSpPr>
            <a:spLocks noGrp="1"/>
          </p:cNvSpPr>
          <p:nvPr>
            <p:ph sz="quarter" idx="1"/>
          </p:nvPr>
        </p:nvSpPr>
        <p:spPr>
          <a:xfrm>
            <a:off x="914400" y="1447800"/>
            <a:ext cx="3749040" cy="4572000"/>
          </a:xfrm>
        </p:spPr>
        <p:txBody>
          <a:bodyPr vert="horz"/>
          <a:lstStyle/>
          <a:p>
            <a:pPr lvl="0" eaLnBrk="1" latinLnBrk="0" hangingPunct="1"/>
            <a:r>
              <a:rPr lang="en-US"/>
              <a:t>Click to edit Master text styles</a:t>
            </a:r>
          </a:p>
          <a:p>
            <a:pPr lvl="1" eaLnBrk="1" latinLnBrk="0" hangingPunct="1"/>
            <a:r>
              <a:rPr lang="en-US"/>
              <a:t>Second level</a:t>
            </a:r>
          </a:p>
          <a:p>
            <a:pPr lvl="2" eaLnBrk="1" latinLnBrk="0" hangingPunct="1"/>
            <a:r>
              <a:rPr lang="en-US"/>
              <a:t>Third level</a:t>
            </a:r>
          </a:p>
          <a:p>
            <a:pPr lvl="3" eaLnBrk="1" latinLnBrk="0" hangingPunct="1"/>
            <a:r>
              <a:rPr lang="en-US"/>
              <a:t>Fourth level</a:t>
            </a:r>
          </a:p>
          <a:p>
            <a:pPr lvl="4" eaLnBrk="1" latinLnBrk="0" hangingPunct="1"/>
            <a:r>
              <a:rPr lang="en-US"/>
              <a:t>Fifth level</a:t>
            </a:r>
            <a:endParaRPr kumimoji="0" lang="en-US"/>
          </a:p>
        </p:txBody>
      </p:sp>
      <p:sp>
        <p:nvSpPr>
          <p:cNvPr id="11" name="Content Placeholder 10"/>
          <p:cNvSpPr>
            <a:spLocks noGrp="1"/>
          </p:cNvSpPr>
          <p:nvPr>
            <p:ph sz="quarter" idx="2"/>
          </p:nvPr>
        </p:nvSpPr>
        <p:spPr>
          <a:xfrm>
            <a:off x="4933950" y="1447800"/>
            <a:ext cx="3749040" cy="4572000"/>
          </a:xfrm>
        </p:spPr>
        <p:txBody>
          <a:bodyPr vert="horz"/>
          <a:lstStyle/>
          <a:p>
            <a:pPr lvl="0" eaLnBrk="1" latinLnBrk="0" hangingPunct="1"/>
            <a:r>
              <a:rPr lang="en-US"/>
              <a:t>Click to edit Master text styles</a:t>
            </a:r>
          </a:p>
          <a:p>
            <a:pPr lvl="1" eaLnBrk="1" latinLnBrk="0" hangingPunct="1"/>
            <a:r>
              <a:rPr lang="en-US"/>
              <a:t>Second level</a:t>
            </a:r>
          </a:p>
          <a:p>
            <a:pPr lvl="2" eaLnBrk="1" latinLnBrk="0" hangingPunct="1"/>
            <a:r>
              <a:rPr lang="en-US"/>
              <a:t>Third level</a:t>
            </a:r>
          </a:p>
          <a:p>
            <a:pPr lvl="3" eaLnBrk="1" latinLnBrk="0" hangingPunct="1"/>
            <a:r>
              <a:rPr lang="en-US"/>
              <a:t>Fourth level</a:t>
            </a:r>
          </a:p>
          <a:p>
            <a:pPr lvl="4" eaLnBrk="1" latinLnBrk="0" hangingPunct="1"/>
            <a:r>
              <a:rPr lang="en-US"/>
              <a:t>Fifth level</a:t>
            </a:r>
            <a:endParaRPr kumimoji="0"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914400" y="273050"/>
            <a:ext cx="7772400" cy="1143000"/>
          </a:xfrm>
        </p:spPr>
        <p:txBody>
          <a:bodyPr anchor="b" anchorCtr="0"/>
          <a:lstStyle>
            <a:lvl1pPr>
              <a:defRPr/>
            </a:lvl1pPr>
          </a:lstStyle>
          <a:p>
            <a:r>
              <a:rPr kumimoji="0" lang="en-US"/>
              <a:t>Click to edit Master title style</a:t>
            </a:r>
          </a:p>
        </p:txBody>
      </p:sp>
      <p:sp>
        <p:nvSpPr>
          <p:cNvPr id="3" name="Text Placeholder 2"/>
          <p:cNvSpPr>
            <a:spLocks noGrp="1"/>
          </p:cNvSpPr>
          <p:nvPr>
            <p:ph type="body" idx="1"/>
          </p:nvPr>
        </p:nvSpPr>
        <p:spPr>
          <a:xfrm>
            <a:off x="914400" y="1447800"/>
            <a:ext cx="3733800" cy="762000"/>
          </a:xfrm>
          <a:noFill/>
          <a:ln w="12700" cap="sq" cmpd="sng" algn="ctr">
            <a:noFill/>
            <a:prstDash val="solid"/>
          </a:ln>
        </p:spPr>
        <p:txBody>
          <a:bodyPr lIns="91440" anchor="b" anchorCtr="0">
            <a:noAutofit/>
          </a:bodyPr>
          <a:lstStyle>
            <a:lvl1pPr marL="0" indent="0">
              <a:buNone/>
              <a:defRPr sz="2400" b="1">
                <a:solidFill>
                  <a:schemeClr val="accent1"/>
                </a:solidFill>
                <a:latin typeface="+mj-lt"/>
                <a:ea typeface="+mj-ea"/>
                <a:cs typeface="+mj-cs"/>
              </a:defRPr>
            </a:lvl1pPr>
            <a:lvl2pPr>
              <a:buNone/>
              <a:defRPr sz="2000" b="1"/>
            </a:lvl2pPr>
            <a:lvl3pPr>
              <a:buNone/>
              <a:defRPr sz="1800" b="1"/>
            </a:lvl3pPr>
            <a:lvl4pPr>
              <a:buNone/>
              <a:defRPr sz="1600" b="1"/>
            </a:lvl4pPr>
            <a:lvl5pPr>
              <a:buNone/>
              <a:defRPr sz="1600" b="1"/>
            </a:lvl5pPr>
          </a:lstStyle>
          <a:p>
            <a:pPr lvl="0" eaLnBrk="1" latinLnBrk="0" hangingPunct="1"/>
            <a:r>
              <a:rPr kumimoji="0" lang="en-US"/>
              <a:t>Click to edit Master text styles</a:t>
            </a:r>
          </a:p>
        </p:txBody>
      </p:sp>
      <p:sp>
        <p:nvSpPr>
          <p:cNvPr id="4" name="Text Placeholder 3"/>
          <p:cNvSpPr>
            <a:spLocks noGrp="1"/>
          </p:cNvSpPr>
          <p:nvPr>
            <p:ph type="body" sz="half" idx="3"/>
          </p:nvPr>
        </p:nvSpPr>
        <p:spPr>
          <a:xfrm>
            <a:off x="4953000" y="1447800"/>
            <a:ext cx="3733800" cy="762000"/>
          </a:xfrm>
          <a:noFill/>
          <a:ln w="12700" cap="sq" cmpd="sng" algn="ctr">
            <a:noFill/>
            <a:prstDash val="solid"/>
          </a:ln>
        </p:spPr>
        <p:txBody>
          <a:bodyPr lIns="91440" anchor="b" anchorCtr="0">
            <a:noAutofit/>
          </a:bodyPr>
          <a:lstStyle>
            <a:lvl1pPr marL="0" indent="0">
              <a:buNone/>
              <a:defRPr sz="2400" b="1">
                <a:solidFill>
                  <a:schemeClr val="accent1"/>
                </a:solidFill>
                <a:latin typeface="+mj-lt"/>
                <a:ea typeface="+mj-ea"/>
                <a:cs typeface="+mj-cs"/>
              </a:defRPr>
            </a:lvl1pPr>
            <a:lvl2pPr>
              <a:buNone/>
              <a:defRPr sz="2000" b="1"/>
            </a:lvl2pPr>
            <a:lvl3pPr>
              <a:buNone/>
              <a:defRPr sz="1800" b="1"/>
            </a:lvl3pPr>
            <a:lvl4pPr>
              <a:buNone/>
              <a:defRPr sz="1600" b="1"/>
            </a:lvl4pPr>
            <a:lvl5pPr>
              <a:buNone/>
              <a:defRPr sz="1600" b="1"/>
            </a:lvl5pPr>
          </a:lstStyle>
          <a:p>
            <a:pPr lvl="0" eaLnBrk="1" latinLnBrk="0" hangingPunct="1"/>
            <a:r>
              <a:rPr kumimoji="0" lang="en-US"/>
              <a:t>Click to edit Master text styles</a:t>
            </a:r>
          </a:p>
        </p:txBody>
      </p:sp>
      <p:sp>
        <p:nvSpPr>
          <p:cNvPr id="7" name="Date Placeholder 6"/>
          <p:cNvSpPr>
            <a:spLocks noGrp="1"/>
          </p:cNvSpPr>
          <p:nvPr>
            <p:ph type="dt" sz="half" idx="10"/>
          </p:nvPr>
        </p:nvSpPr>
        <p:spPr/>
        <p:txBody>
          <a:bodyPr/>
          <a:lstStyle/>
          <a:p>
            <a:fld id="{478D29C7-E413-4077-84B3-807883710094}" type="datetimeFigureOut">
              <a:rPr lang="en-US" smtClean="0"/>
              <a:pPr/>
              <a:t>2/24/2025</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31F97445-9E59-4174-BA94-F8128E2E67FB}" type="slidenum">
              <a:rPr lang="en-US" smtClean="0"/>
              <a:pPr/>
              <a:t>‹#›</a:t>
            </a:fld>
            <a:endParaRPr lang="en-US"/>
          </a:p>
        </p:txBody>
      </p:sp>
      <p:sp>
        <p:nvSpPr>
          <p:cNvPr id="11" name="Content Placeholder 10"/>
          <p:cNvSpPr>
            <a:spLocks noGrp="1"/>
          </p:cNvSpPr>
          <p:nvPr>
            <p:ph sz="half" idx="2"/>
          </p:nvPr>
        </p:nvSpPr>
        <p:spPr>
          <a:xfrm>
            <a:off x="914400" y="2247900"/>
            <a:ext cx="3733800" cy="3886200"/>
          </a:xfrm>
        </p:spPr>
        <p:txBody>
          <a:bodyPr vert="horz"/>
          <a:lstStyle/>
          <a:p>
            <a:pPr lvl="0" eaLnBrk="1" latinLnBrk="0" hangingPunct="1"/>
            <a:r>
              <a:rPr lang="en-US"/>
              <a:t>Click to edit Master text styles</a:t>
            </a:r>
          </a:p>
          <a:p>
            <a:pPr lvl="1" eaLnBrk="1" latinLnBrk="0" hangingPunct="1"/>
            <a:r>
              <a:rPr lang="en-US"/>
              <a:t>Second level</a:t>
            </a:r>
          </a:p>
          <a:p>
            <a:pPr lvl="2" eaLnBrk="1" latinLnBrk="0" hangingPunct="1"/>
            <a:r>
              <a:rPr lang="en-US"/>
              <a:t>Third level</a:t>
            </a:r>
          </a:p>
          <a:p>
            <a:pPr lvl="3" eaLnBrk="1" latinLnBrk="0" hangingPunct="1"/>
            <a:r>
              <a:rPr lang="en-US"/>
              <a:t>Fourth level</a:t>
            </a:r>
          </a:p>
          <a:p>
            <a:pPr lvl="4" eaLnBrk="1" latinLnBrk="0" hangingPunct="1"/>
            <a:r>
              <a:rPr lang="en-US"/>
              <a:t>Fifth level</a:t>
            </a:r>
            <a:endParaRPr kumimoji="0" lang="en-US"/>
          </a:p>
        </p:txBody>
      </p:sp>
      <p:sp>
        <p:nvSpPr>
          <p:cNvPr id="13" name="Content Placeholder 12"/>
          <p:cNvSpPr>
            <a:spLocks noGrp="1"/>
          </p:cNvSpPr>
          <p:nvPr>
            <p:ph sz="half" idx="4"/>
          </p:nvPr>
        </p:nvSpPr>
        <p:spPr>
          <a:xfrm>
            <a:off x="4953000" y="2247900"/>
            <a:ext cx="3733800" cy="3886200"/>
          </a:xfrm>
        </p:spPr>
        <p:txBody>
          <a:bodyPr vert="horz"/>
          <a:lstStyle/>
          <a:p>
            <a:pPr lvl="0" eaLnBrk="1" latinLnBrk="0" hangingPunct="1"/>
            <a:r>
              <a:rPr lang="en-US"/>
              <a:t>Click to edit Master text styles</a:t>
            </a:r>
          </a:p>
          <a:p>
            <a:pPr lvl="1" eaLnBrk="1" latinLnBrk="0" hangingPunct="1"/>
            <a:r>
              <a:rPr lang="en-US"/>
              <a:t>Second level</a:t>
            </a:r>
          </a:p>
          <a:p>
            <a:pPr lvl="2" eaLnBrk="1" latinLnBrk="0" hangingPunct="1"/>
            <a:r>
              <a:rPr lang="en-US"/>
              <a:t>Third level</a:t>
            </a:r>
          </a:p>
          <a:p>
            <a:pPr lvl="3" eaLnBrk="1" latinLnBrk="0" hangingPunct="1"/>
            <a:r>
              <a:rPr lang="en-US"/>
              <a:t>Fourth level</a:t>
            </a:r>
          </a:p>
          <a:p>
            <a:pPr lvl="4" eaLnBrk="1" latinLnBrk="0" hangingPunct="1"/>
            <a:r>
              <a:rPr lang="en-US"/>
              <a:t>Fifth level</a:t>
            </a:r>
            <a:endParaRPr kumimoji="0"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kumimoji="0" lang="en-US"/>
              <a:t>Click to edit Master title style</a:t>
            </a:r>
          </a:p>
        </p:txBody>
      </p:sp>
      <p:sp>
        <p:nvSpPr>
          <p:cNvPr id="3" name="Date Placeholder 2"/>
          <p:cNvSpPr>
            <a:spLocks noGrp="1"/>
          </p:cNvSpPr>
          <p:nvPr>
            <p:ph type="dt" sz="half" idx="10"/>
          </p:nvPr>
        </p:nvSpPr>
        <p:spPr/>
        <p:txBody>
          <a:bodyPr/>
          <a:lstStyle/>
          <a:p>
            <a:fld id="{478D29C7-E413-4077-84B3-807883710094}" type="datetimeFigureOut">
              <a:rPr lang="en-US" smtClean="0"/>
              <a:pPr/>
              <a:t>2/24/2025</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31F97445-9E59-4174-BA94-F8128E2E67FB}" type="slidenum">
              <a:rPr lang="en-US" smtClean="0"/>
              <a:pPr/>
              <a:t>‹#›</a:t>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478D29C7-E413-4077-84B3-807883710094}" type="datetimeFigureOut">
              <a:rPr lang="en-US" smtClean="0"/>
              <a:pPr/>
              <a:t>2/24/2025</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31F97445-9E59-4174-BA94-F8128E2E67FB}" type="slidenum">
              <a:rPr lang="en-US" smtClean="0"/>
              <a:pPr/>
              <a:t>‹#›</a:t>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8" name="Rectangle 7"/>
          <p:cNvSpPr/>
          <p:nvPr/>
        </p:nvSpPr>
        <p:spPr>
          <a:xfrm>
            <a:off x="0" y="0"/>
            <a:ext cx="9144000" cy="6858000"/>
          </a:xfrm>
          <a:prstGeom prst="rect">
            <a:avLst/>
          </a:prstGeom>
          <a:solidFill>
            <a:srgbClr val="FFFFFF"/>
          </a:solidFill>
          <a:ln w="19050" cap="sq"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useBgFill="1">
        <p:nvSpPr>
          <p:cNvPr id="9" name="Rounded Rectangle 8"/>
          <p:cNvSpPr/>
          <p:nvPr/>
        </p:nvSpPr>
        <p:spPr>
          <a:xfrm>
            <a:off x="64008" y="69755"/>
            <a:ext cx="9013372" cy="6693408"/>
          </a:xfrm>
          <a:prstGeom prst="roundRect">
            <a:avLst>
              <a:gd name="adj" fmla="val 4929"/>
            </a:avLst>
          </a:prstGeom>
          <a:ln w="6350" cap="sq" cmpd="sng" algn="ctr">
            <a:solidFill>
              <a:schemeClr val="tx1">
                <a:alpha val="100000"/>
              </a:schemeClr>
            </a:solidFill>
            <a:prstDash val="solid"/>
          </a:ln>
          <a:effectLst/>
        </p:spPr>
        <p:style>
          <a:lnRef idx="3">
            <a:schemeClr val="lt1"/>
          </a:lnRef>
          <a:fillRef idx="1001">
            <a:schemeClr val="lt1"/>
          </a:fillRef>
          <a:effectRef idx="1">
            <a:schemeClr val="accent1"/>
          </a:effectRef>
          <a:fontRef idx="minor">
            <a:schemeClr val="lt1"/>
          </a:fontRef>
        </p:style>
        <p:txBody>
          <a:bodyPr anchor="ctr"/>
          <a:lstStyle/>
          <a:p>
            <a:pPr algn="ctr" eaLnBrk="1" latinLnBrk="0" hangingPunct="1"/>
            <a:endParaRPr kumimoji="0" lang="en-US"/>
          </a:p>
        </p:txBody>
      </p:sp>
      <p:sp>
        <p:nvSpPr>
          <p:cNvPr id="2" name="Title 1"/>
          <p:cNvSpPr>
            <a:spLocks noGrp="1"/>
          </p:cNvSpPr>
          <p:nvPr>
            <p:ph type="title"/>
          </p:nvPr>
        </p:nvSpPr>
        <p:spPr>
          <a:xfrm>
            <a:off x="914400" y="273050"/>
            <a:ext cx="7772400" cy="1143000"/>
          </a:xfrm>
        </p:spPr>
        <p:txBody>
          <a:bodyPr anchor="b" anchorCtr="0"/>
          <a:lstStyle>
            <a:lvl1pPr algn="l">
              <a:buNone/>
              <a:defRPr sz="4000" b="0"/>
            </a:lvl1pPr>
          </a:lstStyle>
          <a:p>
            <a:r>
              <a:rPr kumimoji="0" lang="en-US"/>
              <a:t>Click to edit Master title style</a:t>
            </a:r>
          </a:p>
        </p:txBody>
      </p:sp>
      <p:sp>
        <p:nvSpPr>
          <p:cNvPr id="3" name="Text Placeholder 2"/>
          <p:cNvSpPr>
            <a:spLocks noGrp="1"/>
          </p:cNvSpPr>
          <p:nvPr>
            <p:ph type="body" idx="2"/>
          </p:nvPr>
        </p:nvSpPr>
        <p:spPr>
          <a:xfrm>
            <a:off x="914400" y="1600200"/>
            <a:ext cx="1905000" cy="4495800"/>
          </a:xfrm>
        </p:spPr>
        <p:txBody>
          <a:bodyPr/>
          <a:lstStyle>
            <a:lvl1pPr marL="0" indent="0">
              <a:buNone/>
              <a:defRPr sz="1800"/>
            </a:lvl1pPr>
            <a:lvl2pPr>
              <a:buNone/>
              <a:defRPr sz="1200"/>
            </a:lvl2pPr>
            <a:lvl3pPr>
              <a:buNone/>
              <a:defRPr sz="1000"/>
            </a:lvl3pPr>
            <a:lvl4pPr>
              <a:buNone/>
              <a:defRPr sz="900"/>
            </a:lvl4pPr>
            <a:lvl5pPr>
              <a:buNone/>
              <a:defRPr sz="900"/>
            </a:lvl5pPr>
          </a:lstStyle>
          <a:p>
            <a:pPr lvl="0" eaLnBrk="1" latinLnBrk="0" hangingPunct="1"/>
            <a:r>
              <a:rPr kumimoji="0" lang="en-US"/>
              <a:t>Click to edit Master text styles</a:t>
            </a:r>
          </a:p>
        </p:txBody>
      </p:sp>
      <p:sp>
        <p:nvSpPr>
          <p:cNvPr id="5" name="Date Placeholder 4"/>
          <p:cNvSpPr>
            <a:spLocks noGrp="1"/>
          </p:cNvSpPr>
          <p:nvPr>
            <p:ph type="dt" sz="half" idx="10"/>
          </p:nvPr>
        </p:nvSpPr>
        <p:spPr/>
        <p:txBody>
          <a:bodyPr/>
          <a:lstStyle/>
          <a:p>
            <a:fld id="{478D29C7-E413-4077-84B3-807883710094}" type="datetimeFigureOut">
              <a:rPr lang="en-US" smtClean="0"/>
              <a:pPr/>
              <a:t>2/24/2025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31F97445-9E59-4174-BA94-F8128E2E67FB}" type="slidenum">
              <a:rPr lang="en-US" smtClean="0"/>
              <a:pPr/>
              <a:t>‹#›</a:t>
            </a:fld>
            <a:endParaRPr lang="en-US"/>
          </a:p>
        </p:txBody>
      </p:sp>
      <p:sp>
        <p:nvSpPr>
          <p:cNvPr id="11" name="Content Placeholder 10"/>
          <p:cNvSpPr>
            <a:spLocks noGrp="1"/>
          </p:cNvSpPr>
          <p:nvPr>
            <p:ph sz="quarter" idx="1"/>
          </p:nvPr>
        </p:nvSpPr>
        <p:spPr>
          <a:xfrm>
            <a:off x="2971800" y="1600200"/>
            <a:ext cx="5715000" cy="4495800"/>
          </a:xfrm>
        </p:spPr>
        <p:txBody>
          <a:bodyPr vert="horz"/>
          <a:lstStyle/>
          <a:p>
            <a:pPr lvl="0" eaLnBrk="1" latinLnBrk="0" hangingPunct="1"/>
            <a:r>
              <a:rPr lang="en-US"/>
              <a:t>Click to edit Master text styles</a:t>
            </a:r>
          </a:p>
          <a:p>
            <a:pPr lvl="1" eaLnBrk="1" latinLnBrk="0" hangingPunct="1"/>
            <a:r>
              <a:rPr lang="en-US"/>
              <a:t>Second level</a:t>
            </a:r>
          </a:p>
          <a:p>
            <a:pPr lvl="2" eaLnBrk="1" latinLnBrk="0" hangingPunct="1"/>
            <a:r>
              <a:rPr lang="en-US"/>
              <a:t>Third level</a:t>
            </a:r>
          </a:p>
          <a:p>
            <a:pPr lvl="3" eaLnBrk="1" latinLnBrk="0" hangingPunct="1"/>
            <a:r>
              <a:rPr lang="en-US"/>
              <a:t>Fourth level</a:t>
            </a:r>
          </a:p>
          <a:p>
            <a:pPr lvl="4" eaLnBrk="1" latinLnBrk="0" hangingPunct="1"/>
            <a:r>
              <a:rPr lang="en-US"/>
              <a:t>Fifth level</a:t>
            </a:r>
            <a:endParaRPr kumimoji="0"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914400" y="4900550"/>
            <a:ext cx="7315200" cy="522288"/>
          </a:xfrm>
        </p:spPr>
        <p:txBody>
          <a:bodyPr anchor="ctr">
            <a:noAutofit/>
          </a:bodyPr>
          <a:lstStyle>
            <a:lvl1pPr algn="l">
              <a:buNone/>
              <a:defRPr sz="2800" b="0"/>
            </a:lvl1pPr>
          </a:lstStyle>
          <a:p>
            <a:r>
              <a:rPr kumimoji="0" lang="en-US"/>
              <a:t>Click to edit Master title style</a:t>
            </a:r>
          </a:p>
        </p:txBody>
      </p:sp>
      <p:sp>
        <p:nvSpPr>
          <p:cNvPr id="4" name="Text Placeholder 3"/>
          <p:cNvSpPr>
            <a:spLocks noGrp="1"/>
          </p:cNvSpPr>
          <p:nvPr>
            <p:ph type="body" sz="half" idx="2"/>
          </p:nvPr>
        </p:nvSpPr>
        <p:spPr>
          <a:xfrm>
            <a:off x="914400" y="5445825"/>
            <a:ext cx="7315200" cy="685800"/>
          </a:xfrm>
        </p:spPr>
        <p:txBody>
          <a:bodyPr/>
          <a:lstStyle>
            <a:lvl1pPr marL="0" indent="0">
              <a:buFontTx/>
              <a:buNone/>
              <a:defRPr sz="1600"/>
            </a:lvl1pPr>
            <a:lvl2pPr>
              <a:defRPr sz="1200"/>
            </a:lvl2pPr>
            <a:lvl3pPr>
              <a:defRPr sz="1000"/>
            </a:lvl3pPr>
            <a:lvl4pPr>
              <a:defRPr sz="900"/>
            </a:lvl4pPr>
            <a:lvl5pPr>
              <a:defRPr sz="900"/>
            </a:lvl5pPr>
          </a:lstStyle>
          <a:p>
            <a:pPr lvl="0" eaLnBrk="1" latinLnBrk="0" hangingPunct="1"/>
            <a:r>
              <a:rPr kumimoji="0" lang="en-US"/>
              <a:t>Click to edit Master text styles</a:t>
            </a:r>
          </a:p>
        </p:txBody>
      </p:sp>
      <p:sp>
        <p:nvSpPr>
          <p:cNvPr id="5" name="Date Placeholder 4"/>
          <p:cNvSpPr>
            <a:spLocks noGrp="1"/>
          </p:cNvSpPr>
          <p:nvPr>
            <p:ph type="dt" sz="half" idx="10"/>
          </p:nvPr>
        </p:nvSpPr>
        <p:spPr/>
        <p:txBody>
          <a:bodyPr/>
          <a:lstStyle/>
          <a:p>
            <a:fld id="{478D29C7-E413-4077-84B3-807883710094}" type="datetimeFigureOut">
              <a:rPr lang="en-US" smtClean="0"/>
              <a:pPr/>
              <a:t>2/24/2025</a:t>
            </a:fld>
            <a:endParaRPr lang="en-US"/>
          </a:p>
        </p:txBody>
      </p:sp>
      <p:sp>
        <p:nvSpPr>
          <p:cNvPr id="6" name="Footer Placeholder 5"/>
          <p:cNvSpPr>
            <a:spLocks noGrp="1"/>
          </p:cNvSpPr>
          <p:nvPr>
            <p:ph type="ftr" sz="quarter" idx="11"/>
          </p:nvPr>
        </p:nvSpPr>
        <p:spPr>
          <a:xfrm>
            <a:off x="914400" y="6172200"/>
            <a:ext cx="3886200" cy="457200"/>
          </a:xfrm>
        </p:spPr>
        <p:txBody>
          <a:bodyPr/>
          <a:lstStyle/>
          <a:p>
            <a:endParaRPr lang="en-US"/>
          </a:p>
        </p:txBody>
      </p:sp>
      <p:sp>
        <p:nvSpPr>
          <p:cNvPr id="7" name="Slide Number Placeholder 6"/>
          <p:cNvSpPr>
            <a:spLocks noGrp="1"/>
          </p:cNvSpPr>
          <p:nvPr>
            <p:ph type="sldNum" sz="quarter" idx="12"/>
          </p:nvPr>
        </p:nvSpPr>
        <p:spPr>
          <a:xfrm>
            <a:off x="146304" y="6208776"/>
            <a:ext cx="457200" cy="457200"/>
          </a:xfrm>
        </p:spPr>
        <p:txBody>
          <a:bodyPr/>
          <a:lstStyle/>
          <a:p>
            <a:fld id="{31F97445-9E59-4174-BA94-F8128E2E67FB}" type="slidenum">
              <a:rPr lang="en-US" smtClean="0"/>
              <a:pPr/>
              <a:t>‹#›</a:t>
            </a:fld>
            <a:endParaRPr lang="en-US"/>
          </a:p>
        </p:txBody>
      </p:sp>
      <p:sp>
        <p:nvSpPr>
          <p:cNvPr id="11" name="Rectangle 10"/>
          <p:cNvSpPr/>
          <p:nvPr/>
        </p:nvSpPr>
        <p:spPr>
          <a:xfrm flipV="1">
            <a:off x="68307" y="4683555"/>
            <a:ext cx="9006840" cy="91440"/>
          </a:xfrm>
          <a:prstGeom prst="rect">
            <a:avLst/>
          </a:prstGeom>
          <a:solidFill>
            <a:schemeClr val="accent1">
              <a:alpha val="100000"/>
            </a:schemeClr>
          </a:solidFill>
          <a:ln w="19050" cap="sq"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p:nvSpPr>
          <p:cNvPr id="12" name="Rectangle 11"/>
          <p:cNvSpPr/>
          <p:nvPr/>
        </p:nvSpPr>
        <p:spPr>
          <a:xfrm>
            <a:off x="68508" y="4650474"/>
            <a:ext cx="9006639" cy="45719"/>
          </a:xfrm>
          <a:prstGeom prst="rect">
            <a:avLst/>
          </a:prstGeom>
          <a:solidFill>
            <a:schemeClr val="accent1">
              <a:tint val="60000"/>
            </a:schemeClr>
          </a:solidFill>
          <a:ln w="19050" cap="sq"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p:nvSpPr>
          <p:cNvPr id="13" name="Rectangle 12"/>
          <p:cNvSpPr/>
          <p:nvPr/>
        </p:nvSpPr>
        <p:spPr>
          <a:xfrm>
            <a:off x="68510" y="4773224"/>
            <a:ext cx="9006637" cy="48807"/>
          </a:xfrm>
          <a:prstGeom prst="rect">
            <a:avLst/>
          </a:prstGeom>
          <a:solidFill>
            <a:schemeClr val="accent5"/>
          </a:solidFill>
          <a:ln w="19050" cap="sq"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p:nvSpPr>
          <p:cNvPr id="3" name="Picture Placeholder 2"/>
          <p:cNvSpPr>
            <a:spLocks noGrp="1"/>
          </p:cNvSpPr>
          <p:nvPr>
            <p:ph type="pic" idx="1"/>
          </p:nvPr>
        </p:nvSpPr>
        <p:spPr>
          <a:xfrm>
            <a:off x="68308" y="66675"/>
            <a:ext cx="9001873" cy="4581525"/>
          </a:xfrm>
          <a:prstGeom prst="round2SameRect">
            <a:avLst>
              <a:gd name="adj1" fmla="val 7101"/>
              <a:gd name="adj2" fmla="val 0"/>
            </a:avLst>
          </a:prstGeom>
          <a:solidFill>
            <a:schemeClr val="bg2"/>
          </a:solidFill>
          <a:ln w="6350">
            <a:solidFill>
              <a:schemeClr val="tx1"/>
            </a:solidFill>
          </a:ln>
        </p:spPr>
        <p:txBody>
          <a:bodyPr/>
          <a:lstStyle>
            <a:lvl1pPr marL="0" indent="0">
              <a:buNone/>
              <a:defRPr sz="3200"/>
            </a:lvl1pPr>
          </a:lstStyle>
          <a:p>
            <a:r>
              <a:rPr kumimoji="0" lang="en-US"/>
              <a:t>Click icon to add picture</a:t>
            </a:r>
            <a:endParaRPr kumimoji="0" lang="en-US" dirty="0"/>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kumimoji="0" lang="en-US"/>
              <a:t>Click to edit Master title style</a:t>
            </a:r>
          </a:p>
        </p:txBody>
      </p:sp>
      <p:sp>
        <p:nvSpPr>
          <p:cNvPr id="3" name="Vertical Text Placeholder 2"/>
          <p:cNvSpPr>
            <a:spLocks noGrp="1"/>
          </p:cNvSpPr>
          <p:nvPr>
            <p:ph type="body" orient="vert" idx="1"/>
          </p:nvPr>
        </p:nvSpPr>
        <p:spPr/>
        <p:txBody>
          <a:bodyPr vert="eaVert"/>
          <a:lstStyle/>
          <a:p>
            <a:pPr lvl="0" eaLnBrk="1" latinLnBrk="0" hangingPunct="1"/>
            <a:r>
              <a:rPr lang="en-US"/>
              <a:t>Click to edit Master text styles</a:t>
            </a:r>
          </a:p>
          <a:p>
            <a:pPr lvl="1" eaLnBrk="1" latinLnBrk="0" hangingPunct="1"/>
            <a:r>
              <a:rPr lang="en-US"/>
              <a:t>Second level</a:t>
            </a:r>
          </a:p>
          <a:p>
            <a:pPr lvl="2" eaLnBrk="1" latinLnBrk="0" hangingPunct="1"/>
            <a:r>
              <a:rPr lang="en-US"/>
              <a:t>Third level</a:t>
            </a:r>
          </a:p>
          <a:p>
            <a:pPr lvl="3" eaLnBrk="1" latinLnBrk="0" hangingPunct="1"/>
            <a:r>
              <a:rPr lang="en-US"/>
              <a:t>Fourth level</a:t>
            </a:r>
          </a:p>
          <a:p>
            <a:pPr lvl="4" eaLnBrk="1" latinLnBrk="0" hangingPunct="1"/>
            <a:r>
              <a:rPr lang="en-US"/>
              <a:t>Fifth level</a:t>
            </a:r>
            <a:endParaRPr kumimoji="0" lang="en-US"/>
          </a:p>
        </p:txBody>
      </p:sp>
      <p:sp>
        <p:nvSpPr>
          <p:cNvPr id="4" name="Date Placeholder 3"/>
          <p:cNvSpPr>
            <a:spLocks noGrp="1"/>
          </p:cNvSpPr>
          <p:nvPr>
            <p:ph type="dt" sz="half" idx="10"/>
          </p:nvPr>
        </p:nvSpPr>
        <p:spPr/>
        <p:txBody>
          <a:bodyPr/>
          <a:lstStyle/>
          <a:p>
            <a:fld id="{478D29C7-E413-4077-84B3-807883710094}" type="datetimeFigureOut">
              <a:rPr lang="en-US" smtClean="0"/>
              <a:pPr/>
              <a:t>2/24/2025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31F97445-9E59-4174-BA94-F8128E2E67FB}" type="slidenum">
              <a:rPr lang="en-US" smtClean="0"/>
              <a:pPr/>
              <a:t>‹#›</a:t>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41"/>
            <a:ext cx="2011680" cy="5851525"/>
          </a:xfrm>
        </p:spPr>
        <p:txBody>
          <a:bodyPr vert="eaVert"/>
          <a:lstStyle/>
          <a:p>
            <a:r>
              <a:rPr kumimoji="0" lang="en-US"/>
              <a:t>Click to edit Master title style</a:t>
            </a:r>
          </a:p>
        </p:txBody>
      </p:sp>
      <p:sp>
        <p:nvSpPr>
          <p:cNvPr id="3" name="Vertical Text Placeholder 2"/>
          <p:cNvSpPr>
            <a:spLocks noGrp="1"/>
          </p:cNvSpPr>
          <p:nvPr>
            <p:ph type="body" orient="vert" idx="1"/>
          </p:nvPr>
        </p:nvSpPr>
        <p:spPr>
          <a:xfrm>
            <a:off x="914400" y="274640"/>
            <a:ext cx="5562600" cy="5851525"/>
          </a:xfrm>
        </p:spPr>
        <p:txBody>
          <a:bodyPr vert="eaVert"/>
          <a:lstStyle/>
          <a:p>
            <a:pPr lvl="0" eaLnBrk="1" latinLnBrk="0" hangingPunct="1"/>
            <a:r>
              <a:rPr lang="en-US"/>
              <a:t>Click to edit Master text styles</a:t>
            </a:r>
          </a:p>
          <a:p>
            <a:pPr lvl="1" eaLnBrk="1" latinLnBrk="0" hangingPunct="1"/>
            <a:r>
              <a:rPr lang="en-US"/>
              <a:t>Second level</a:t>
            </a:r>
          </a:p>
          <a:p>
            <a:pPr lvl="2" eaLnBrk="1" latinLnBrk="0" hangingPunct="1"/>
            <a:r>
              <a:rPr lang="en-US"/>
              <a:t>Third level</a:t>
            </a:r>
          </a:p>
          <a:p>
            <a:pPr lvl="3" eaLnBrk="1" latinLnBrk="0" hangingPunct="1"/>
            <a:r>
              <a:rPr lang="en-US"/>
              <a:t>Fourth level</a:t>
            </a:r>
          </a:p>
          <a:p>
            <a:pPr lvl="4" eaLnBrk="1" latinLnBrk="0" hangingPunct="1"/>
            <a:r>
              <a:rPr lang="en-US"/>
              <a:t>Fifth level</a:t>
            </a:r>
            <a:endParaRPr kumimoji="0" lang="en-US"/>
          </a:p>
        </p:txBody>
      </p:sp>
      <p:sp>
        <p:nvSpPr>
          <p:cNvPr id="4" name="Date Placeholder 3"/>
          <p:cNvSpPr>
            <a:spLocks noGrp="1"/>
          </p:cNvSpPr>
          <p:nvPr>
            <p:ph type="dt" sz="half" idx="10"/>
          </p:nvPr>
        </p:nvSpPr>
        <p:spPr/>
        <p:txBody>
          <a:bodyPr/>
          <a:lstStyle/>
          <a:p>
            <a:fld id="{478D29C7-E413-4077-84B3-807883710094}" type="datetimeFigureOut">
              <a:rPr lang="en-US" smtClean="0"/>
              <a:pPr/>
              <a:t>2/24/2025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31F97445-9E59-4174-BA94-F8128E2E67FB}" type="slidenum">
              <a:rPr lang="en-US" smtClean="0"/>
              <a:pPr/>
              <a:t>‹#›</a:t>
            </a:fld>
            <a:endParaRPr lang="en-US"/>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type="txAndObj">
  <p:cSld name="Title, Text, and Content">
    <p:spTree>
      <p:nvGrpSpPr>
        <p:cNvPr id="1" name=""/>
        <p:cNvGrpSpPr/>
        <p:nvPr/>
      </p:nvGrpSpPr>
      <p:grpSpPr>
        <a:xfrm>
          <a:off x="0" y="0"/>
          <a:ext cx="0" cy="0"/>
          <a:chOff x="0" y="0"/>
          <a:chExt cx="0" cy="0"/>
        </a:xfrm>
      </p:grpSpPr>
      <p:sp>
        <p:nvSpPr>
          <p:cNvPr id="2" name="Title 1"/>
          <p:cNvSpPr>
            <a:spLocks noGrp="1"/>
          </p:cNvSpPr>
          <p:nvPr>
            <p:ph type="title"/>
          </p:nvPr>
        </p:nvSpPr>
        <p:spPr>
          <a:xfrm>
            <a:off x="685800" y="609600"/>
            <a:ext cx="7772400" cy="1143000"/>
          </a:xfrm>
        </p:spPr>
        <p:txBody>
          <a:bodyPr/>
          <a:lstStyle/>
          <a:p>
            <a:r>
              <a:rPr lang="en-US"/>
              <a:t>Click to edit Master title style</a:t>
            </a:r>
          </a:p>
        </p:txBody>
      </p:sp>
      <p:sp>
        <p:nvSpPr>
          <p:cNvPr id="3" name="Text Placeholder 2"/>
          <p:cNvSpPr>
            <a:spLocks noGrp="1"/>
          </p:cNvSpPr>
          <p:nvPr>
            <p:ph type="body" sz="half" idx="1"/>
          </p:nvPr>
        </p:nvSpPr>
        <p:spPr>
          <a:xfrm>
            <a:off x="685800" y="1981200"/>
            <a:ext cx="3810000" cy="411480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648200" y="1981200"/>
            <a:ext cx="3810000" cy="411480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Footer Placeholder 4"/>
          <p:cNvSpPr>
            <a:spLocks noGrp="1"/>
          </p:cNvSpPr>
          <p:nvPr>
            <p:ph type="ftr" sz="quarter" idx="10"/>
          </p:nvPr>
        </p:nvSpPr>
        <p:spPr>
          <a:xfrm>
            <a:off x="685800" y="6248400"/>
            <a:ext cx="2895600" cy="457200"/>
          </a:xfrm>
        </p:spPr>
        <p:txBody>
          <a:bodyPr/>
          <a:lstStyle>
            <a:lvl1pPr>
              <a:defRPr/>
            </a:lvl1pPr>
          </a:lstStyle>
          <a:p>
            <a:r>
              <a:rPr lang="en-US"/>
              <a:t>Oracle 10</a:t>
            </a:r>
            <a:r>
              <a:rPr lang="en-US" i="1"/>
              <a:t>g:</a:t>
            </a:r>
            <a:r>
              <a:rPr lang="en-US"/>
              <a:t> SQL</a:t>
            </a:r>
            <a:endParaRPr lang="en-US">
              <a:latin typeface="Arial" pitchFamily="34" charset="0"/>
            </a:endParaRPr>
          </a:p>
        </p:txBody>
      </p:sp>
      <p:sp>
        <p:nvSpPr>
          <p:cNvPr id="6" name="Slide Number Placeholder 5"/>
          <p:cNvSpPr>
            <a:spLocks noGrp="1"/>
          </p:cNvSpPr>
          <p:nvPr>
            <p:ph type="sldNum" sz="quarter" idx="11"/>
          </p:nvPr>
        </p:nvSpPr>
        <p:spPr>
          <a:xfrm>
            <a:off x="6553200" y="6248400"/>
            <a:ext cx="1905000" cy="457200"/>
          </a:xfrm>
        </p:spPr>
        <p:txBody>
          <a:bodyPr/>
          <a:lstStyle>
            <a:lvl1pPr>
              <a:defRPr/>
            </a:lvl1pPr>
          </a:lstStyle>
          <a:p>
            <a:fld id="{D72D294D-5BFA-43BF-B923-4BC102BF9FC8}" type="slidenum">
              <a:rPr lang="en-US"/>
              <a:pPr/>
              <a:t>‹#›</a:t>
            </a:fld>
            <a:endParaRPr lang="en-US">
              <a:latin typeface="Arial" pitchFamily="34" charset="0"/>
            </a:endParaRPr>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9" name="Rectangle 8"/>
          <p:cNvSpPr/>
          <p:nvPr/>
        </p:nvSpPr>
        <p:spPr>
          <a:xfrm>
            <a:off x="0" y="0"/>
            <a:ext cx="9144000" cy="6858000"/>
          </a:xfrm>
          <a:prstGeom prst="rect">
            <a:avLst/>
          </a:prstGeom>
          <a:solidFill>
            <a:srgbClr val="FFFFFF"/>
          </a:solidFill>
          <a:ln w="12700" cap="flat" cmpd="sng" algn="ctr">
            <a:noFill/>
            <a:prstDash val="solid"/>
          </a:ln>
        </p:spPr>
        <p:style>
          <a:lnRef idx="2">
            <a:schemeClr val="accent1"/>
          </a:lnRef>
          <a:fillRef idx="1">
            <a:schemeClr val="accent1"/>
          </a:fillRef>
          <a:effectRef idx="0">
            <a:schemeClr val="accent1"/>
          </a:effectRef>
          <a:fontRef idx="minor">
            <a:schemeClr val="lt1"/>
          </a:fontRef>
        </p:style>
        <p:txBody>
          <a:bodyPr rtlCol="0" anchor="ctr"/>
          <a:lstStyle/>
          <a:p>
            <a:pPr algn="ctr" eaLnBrk="1" latinLnBrk="0" hangingPunct="1"/>
            <a:endParaRPr kumimoji="0" lang="en-US"/>
          </a:p>
        </p:txBody>
      </p:sp>
      <p:sp useBgFill="1">
        <p:nvSpPr>
          <p:cNvPr id="8" name="Rounded Rectangle 7"/>
          <p:cNvSpPr/>
          <p:nvPr/>
        </p:nvSpPr>
        <p:spPr>
          <a:xfrm>
            <a:off x="64008" y="69755"/>
            <a:ext cx="9013372" cy="6693408"/>
          </a:xfrm>
          <a:prstGeom prst="roundRect">
            <a:avLst>
              <a:gd name="adj" fmla="val 4929"/>
            </a:avLst>
          </a:prstGeom>
          <a:ln w="6350" cap="sq" cmpd="sng" algn="ctr">
            <a:solidFill>
              <a:schemeClr val="tx1">
                <a:alpha val="100000"/>
              </a:schemeClr>
            </a:solidFill>
            <a:prstDash val="solid"/>
          </a:ln>
          <a:effectLst/>
        </p:spPr>
        <p:style>
          <a:lnRef idx="3">
            <a:schemeClr val="lt1"/>
          </a:lnRef>
          <a:fillRef idx="1001">
            <a:schemeClr val="lt1"/>
          </a:fillRef>
          <a:effectRef idx="1">
            <a:schemeClr val="accent1"/>
          </a:effectRef>
          <a:fontRef idx="minor">
            <a:schemeClr val="lt1"/>
          </a:fontRef>
        </p:style>
        <p:txBody>
          <a:bodyPr anchor="ctr"/>
          <a:lstStyle/>
          <a:p>
            <a:pPr algn="ctr" eaLnBrk="1" latinLnBrk="0" hangingPunct="1"/>
            <a:endParaRPr kumimoji="0" lang="en-US"/>
          </a:p>
        </p:txBody>
      </p:sp>
      <p:sp>
        <p:nvSpPr>
          <p:cNvPr id="22" name="Title Placeholder 21"/>
          <p:cNvSpPr>
            <a:spLocks noGrp="1"/>
          </p:cNvSpPr>
          <p:nvPr>
            <p:ph type="title"/>
          </p:nvPr>
        </p:nvSpPr>
        <p:spPr>
          <a:xfrm>
            <a:off x="914400" y="274638"/>
            <a:ext cx="7772400" cy="1143000"/>
          </a:xfrm>
          <a:prstGeom prst="rect">
            <a:avLst/>
          </a:prstGeom>
        </p:spPr>
        <p:txBody>
          <a:bodyPr bIns="91440" anchor="b" anchorCtr="0">
            <a:normAutofit/>
          </a:bodyPr>
          <a:lstStyle/>
          <a:p>
            <a:r>
              <a:rPr kumimoji="0" lang="en-US"/>
              <a:t>Click to edit Master title style</a:t>
            </a:r>
          </a:p>
        </p:txBody>
      </p:sp>
      <p:sp>
        <p:nvSpPr>
          <p:cNvPr id="13" name="Text Placeholder 12"/>
          <p:cNvSpPr>
            <a:spLocks noGrp="1"/>
          </p:cNvSpPr>
          <p:nvPr>
            <p:ph type="body" idx="1"/>
          </p:nvPr>
        </p:nvSpPr>
        <p:spPr>
          <a:xfrm>
            <a:off x="914400" y="1447800"/>
            <a:ext cx="7772400" cy="4572000"/>
          </a:xfrm>
          <a:prstGeom prst="rect">
            <a:avLst/>
          </a:prstGeom>
        </p:spPr>
        <p:txBody>
          <a:bodyPr>
            <a:normAutofit/>
          </a:bodyPr>
          <a:lstStyle/>
          <a:p>
            <a:pPr lvl="0" eaLnBrk="1" latinLnBrk="0" hangingPunct="1"/>
            <a:r>
              <a:rPr kumimoji="0" lang="en-US"/>
              <a:t>Click to edit Master text styles</a:t>
            </a:r>
          </a:p>
          <a:p>
            <a:pPr lvl="1" eaLnBrk="1" latinLnBrk="0" hangingPunct="1"/>
            <a:r>
              <a:rPr kumimoji="0" lang="en-US"/>
              <a:t>Second level</a:t>
            </a:r>
          </a:p>
          <a:p>
            <a:pPr lvl="2" eaLnBrk="1" latinLnBrk="0" hangingPunct="1"/>
            <a:r>
              <a:rPr kumimoji="0" lang="en-US"/>
              <a:t>Third level</a:t>
            </a:r>
          </a:p>
          <a:p>
            <a:pPr lvl="3" eaLnBrk="1" latinLnBrk="0" hangingPunct="1"/>
            <a:r>
              <a:rPr kumimoji="0" lang="en-US"/>
              <a:t>Fourth level</a:t>
            </a:r>
          </a:p>
          <a:p>
            <a:pPr lvl="4" eaLnBrk="1" latinLnBrk="0" hangingPunct="1"/>
            <a:r>
              <a:rPr kumimoji="0" lang="en-US"/>
              <a:t>Fifth level</a:t>
            </a:r>
          </a:p>
        </p:txBody>
      </p:sp>
      <p:sp>
        <p:nvSpPr>
          <p:cNvPr id="14" name="Date Placeholder 13"/>
          <p:cNvSpPr>
            <a:spLocks noGrp="1"/>
          </p:cNvSpPr>
          <p:nvPr>
            <p:ph type="dt" sz="half" idx="2"/>
          </p:nvPr>
        </p:nvSpPr>
        <p:spPr>
          <a:xfrm>
            <a:off x="6172200" y="6191250"/>
            <a:ext cx="2476500" cy="476250"/>
          </a:xfrm>
          <a:prstGeom prst="rect">
            <a:avLst/>
          </a:prstGeom>
        </p:spPr>
        <p:txBody>
          <a:bodyPr anchor="ctr" anchorCtr="0"/>
          <a:lstStyle>
            <a:lvl1pPr algn="r" eaLnBrk="1" latinLnBrk="0" hangingPunct="1">
              <a:defRPr kumimoji="0" sz="1400">
                <a:solidFill>
                  <a:schemeClr val="tx2"/>
                </a:solidFill>
              </a:defRPr>
            </a:lvl1pPr>
          </a:lstStyle>
          <a:p>
            <a:fld id="{478D29C7-E413-4077-84B3-807883710094}" type="datetimeFigureOut">
              <a:rPr lang="en-US" smtClean="0"/>
              <a:pPr/>
              <a:t>2/24/2025</a:t>
            </a:fld>
            <a:endParaRPr lang="en-US"/>
          </a:p>
        </p:txBody>
      </p:sp>
      <p:sp>
        <p:nvSpPr>
          <p:cNvPr id="3" name="Footer Placeholder 2"/>
          <p:cNvSpPr>
            <a:spLocks noGrp="1"/>
          </p:cNvSpPr>
          <p:nvPr>
            <p:ph type="ftr" sz="quarter" idx="3"/>
          </p:nvPr>
        </p:nvSpPr>
        <p:spPr>
          <a:xfrm>
            <a:off x="914400" y="6172200"/>
            <a:ext cx="3962400" cy="457200"/>
          </a:xfrm>
          <a:prstGeom prst="rect">
            <a:avLst/>
          </a:prstGeom>
        </p:spPr>
        <p:txBody>
          <a:bodyPr anchor="ctr" anchorCtr="0"/>
          <a:lstStyle>
            <a:lvl1pPr eaLnBrk="1" latinLnBrk="0" hangingPunct="1">
              <a:defRPr kumimoji="0" sz="1400">
                <a:solidFill>
                  <a:schemeClr val="tx2"/>
                </a:solidFill>
              </a:defRPr>
            </a:lvl1pPr>
          </a:lstStyle>
          <a:p>
            <a:endParaRPr lang="en-US"/>
          </a:p>
        </p:txBody>
      </p:sp>
      <p:sp>
        <p:nvSpPr>
          <p:cNvPr id="23" name="Slide Number Placeholder 22"/>
          <p:cNvSpPr>
            <a:spLocks noGrp="1"/>
          </p:cNvSpPr>
          <p:nvPr>
            <p:ph type="sldNum" sz="quarter" idx="4"/>
          </p:nvPr>
        </p:nvSpPr>
        <p:spPr>
          <a:xfrm>
            <a:off x="146304" y="6210300"/>
            <a:ext cx="457200" cy="457200"/>
          </a:xfrm>
          <a:prstGeom prst="ellipse">
            <a:avLst/>
          </a:prstGeom>
          <a:solidFill>
            <a:schemeClr val="accent1"/>
          </a:solidFill>
        </p:spPr>
        <p:txBody>
          <a:bodyPr wrap="none" lIns="0" tIns="0" rIns="0" bIns="0" anchor="ctr" anchorCtr="1">
            <a:noAutofit/>
          </a:bodyPr>
          <a:lstStyle>
            <a:lvl1pPr algn="ctr" eaLnBrk="1" latinLnBrk="0" hangingPunct="1">
              <a:defRPr kumimoji="0" sz="1400">
                <a:solidFill>
                  <a:srgbClr val="FFFFFF"/>
                </a:solidFill>
                <a:latin typeface="+mj-lt"/>
                <a:ea typeface="+mj-ea"/>
                <a:cs typeface="+mj-cs"/>
              </a:defRPr>
            </a:lvl1pPr>
          </a:lstStyle>
          <a:p>
            <a:fld id="{31F97445-9E59-4174-BA94-F8128E2E67FB}" type="slidenum">
              <a:rPr lang="en-US" smtClean="0"/>
              <a:pPr/>
              <a:t>‹#›</a:t>
            </a:fld>
            <a:endParaRPr lang="en-US"/>
          </a:p>
        </p:txBody>
      </p:sp>
    </p:spTree>
  </p:cSld>
  <p:clrMap bg1="lt1" tx1="dk1" bg2="lt2" tx2="dk2" accent1="accent1" accent2="accent2" accent3="accent3" accent4="accent4" accent5="accent5" accent6="accent6" hlink="hlink" folHlink="folHlink"/>
  <p:sldLayoutIdLst>
    <p:sldLayoutId id="2147483701" r:id="rId1"/>
    <p:sldLayoutId id="2147483702" r:id="rId2"/>
    <p:sldLayoutId id="2147483703" r:id="rId3"/>
    <p:sldLayoutId id="2147483704" r:id="rId4"/>
    <p:sldLayoutId id="2147483705" r:id="rId5"/>
    <p:sldLayoutId id="2147483706" r:id="rId6"/>
    <p:sldLayoutId id="2147483707" r:id="rId7"/>
    <p:sldLayoutId id="2147483708" r:id="rId8"/>
    <p:sldLayoutId id="2147483709" r:id="rId9"/>
    <p:sldLayoutId id="2147483710" r:id="rId10"/>
    <p:sldLayoutId id="2147483711" r:id="rId11"/>
    <p:sldLayoutId id="2147483712" r:id="rId12"/>
  </p:sldLayoutIdLst>
  <p:txStyles>
    <p:titleStyle>
      <a:lvl1pPr algn="l" rtl="0" eaLnBrk="1" latinLnBrk="0" hangingPunct="1">
        <a:spcBef>
          <a:spcPct val="0"/>
        </a:spcBef>
        <a:buNone/>
        <a:defRPr kumimoji="0" sz="4000" kern="1200">
          <a:solidFill>
            <a:schemeClr val="tx2"/>
          </a:solidFill>
          <a:latin typeface="+mj-lt"/>
          <a:ea typeface="+mj-ea"/>
          <a:cs typeface="+mj-cs"/>
        </a:defRPr>
      </a:lvl1pPr>
    </p:titleStyle>
    <p:bodyStyle>
      <a:lvl1pPr marL="274320" indent="-274320" algn="l" rtl="0" eaLnBrk="1" latinLnBrk="0" hangingPunct="1">
        <a:spcBef>
          <a:spcPts val="580"/>
        </a:spcBef>
        <a:buClr>
          <a:schemeClr val="accent1"/>
        </a:buClr>
        <a:buSzPct val="85000"/>
        <a:buFont typeface="Wingdings 2"/>
        <a:buChar char=""/>
        <a:defRPr kumimoji="0" sz="2600" kern="1200">
          <a:solidFill>
            <a:schemeClr val="tx1"/>
          </a:solidFill>
          <a:latin typeface="+mn-lt"/>
          <a:ea typeface="+mn-ea"/>
          <a:cs typeface="+mn-cs"/>
        </a:defRPr>
      </a:lvl1pPr>
      <a:lvl2pPr marL="548640" indent="-228600" algn="l" rtl="0" eaLnBrk="1" latinLnBrk="0" hangingPunct="1">
        <a:spcBef>
          <a:spcPts val="370"/>
        </a:spcBef>
        <a:buClr>
          <a:schemeClr val="accent2"/>
        </a:buClr>
        <a:buSzPct val="85000"/>
        <a:buFont typeface="Wingdings 2"/>
        <a:buChar char=""/>
        <a:defRPr kumimoji="0" sz="2400" kern="1200">
          <a:solidFill>
            <a:schemeClr val="tx1"/>
          </a:solidFill>
          <a:latin typeface="+mn-lt"/>
          <a:ea typeface="+mn-ea"/>
          <a:cs typeface="+mn-cs"/>
        </a:defRPr>
      </a:lvl2pPr>
      <a:lvl3pPr marL="822960" indent="-228600" algn="l" rtl="0" eaLnBrk="1" latinLnBrk="0" hangingPunct="1">
        <a:spcBef>
          <a:spcPts val="370"/>
        </a:spcBef>
        <a:buClr>
          <a:schemeClr val="accent1">
            <a:tint val="60000"/>
          </a:schemeClr>
        </a:buClr>
        <a:buSzPct val="85000"/>
        <a:buFont typeface="Wingdings 2"/>
        <a:buChar char=""/>
        <a:defRPr kumimoji="0" sz="2000" kern="1200">
          <a:solidFill>
            <a:schemeClr val="tx1"/>
          </a:solidFill>
          <a:latin typeface="+mn-lt"/>
          <a:ea typeface="+mn-ea"/>
          <a:cs typeface="+mn-cs"/>
        </a:defRPr>
      </a:lvl3pPr>
      <a:lvl4pPr marL="1097280" indent="-228600" algn="l" rtl="0" eaLnBrk="1" latinLnBrk="0" hangingPunct="1">
        <a:spcBef>
          <a:spcPts val="370"/>
        </a:spcBef>
        <a:buClr>
          <a:schemeClr val="accent3"/>
        </a:buClr>
        <a:buSzPct val="80000"/>
        <a:buFont typeface="Wingdings 2"/>
        <a:buChar char=""/>
        <a:defRPr kumimoji="0" sz="2000" kern="1200">
          <a:solidFill>
            <a:schemeClr val="tx1"/>
          </a:solidFill>
          <a:latin typeface="+mn-lt"/>
          <a:ea typeface="+mn-ea"/>
          <a:cs typeface="+mn-cs"/>
        </a:defRPr>
      </a:lvl4pPr>
      <a:lvl5pPr marL="1371600" indent="-228600" algn="l" rtl="0" eaLnBrk="1" latinLnBrk="0" hangingPunct="1">
        <a:spcBef>
          <a:spcPts val="370"/>
        </a:spcBef>
        <a:buClr>
          <a:schemeClr val="accent3"/>
        </a:buClr>
        <a:buFontTx/>
        <a:buChar char="o"/>
        <a:defRPr kumimoji="0" sz="2000" kern="1200">
          <a:solidFill>
            <a:schemeClr val="tx1"/>
          </a:solidFill>
          <a:latin typeface="+mn-lt"/>
          <a:ea typeface="+mn-ea"/>
          <a:cs typeface="+mn-cs"/>
        </a:defRPr>
      </a:lvl5pPr>
      <a:lvl6pPr marL="1645920" indent="-228600" algn="l" rtl="0" eaLnBrk="1" latinLnBrk="0" hangingPunct="1">
        <a:spcBef>
          <a:spcPts val="370"/>
        </a:spcBef>
        <a:buClr>
          <a:schemeClr val="accent3"/>
        </a:buClr>
        <a:buChar char="•"/>
        <a:defRPr kumimoji="0" sz="1800" kern="1200" baseline="0">
          <a:solidFill>
            <a:schemeClr val="tx1"/>
          </a:solidFill>
          <a:latin typeface="+mn-lt"/>
          <a:ea typeface="+mn-ea"/>
          <a:cs typeface="+mn-cs"/>
        </a:defRPr>
      </a:lvl6pPr>
      <a:lvl7pPr marL="1920240" indent="-228600" algn="l" rtl="0" eaLnBrk="1" latinLnBrk="0" hangingPunct="1">
        <a:spcBef>
          <a:spcPts val="370"/>
        </a:spcBef>
        <a:buClr>
          <a:schemeClr val="accent2"/>
        </a:buClr>
        <a:buChar char="•"/>
        <a:defRPr kumimoji="0" sz="1800" kern="1200">
          <a:solidFill>
            <a:schemeClr val="tx1"/>
          </a:solidFill>
          <a:latin typeface="+mn-lt"/>
          <a:ea typeface="+mn-ea"/>
          <a:cs typeface="+mn-cs"/>
        </a:defRPr>
      </a:lvl7pPr>
      <a:lvl8pPr marL="2194560" indent="-228600" algn="l" rtl="0" eaLnBrk="1" latinLnBrk="0" hangingPunct="1">
        <a:spcBef>
          <a:spcPts val="370"/>
        </a:spcBef>
        <a:buClr>
          <a:schemeClr val="accent1">
            <a:tint val="60000"/>
          </a:schemeClr>
        </a:buClr>
        <a:buChar char="•"/>
        <a:defRPr kumimoji="0" sz="1800" kern="1200">
          <a:solidFill>
            <a:schemeClr val="tx1"/>
          </a:solidFill>
          <a:latin typeface="+mn-lt"/>
          <a:ea typeface="+mn-ea"/>
          <a:cs typeface="+mn-cs"/>
        </a:defRPr>
      </a:lvl8pPr>
      <a:lvl9pPr marL="2468880" indent="-228600" algn="l" rtl="0" eaLnBrk="1" latinLnBrk="0" hangingPunct="1">
        <a:spcBef>
          <a:spcPts val="370"/>
        </a:spcBef>
        <a:buClr>
          <a:schemeClr val="accent2">
            <a:tint val="60000"/>
          </a:schemeClr>
        </a:buClr>
        <a:buChar char="•"/>
        <a:defRPr kumimoji="0" sz="1800" kern="1200">
          <a:solidFill>
            <a:schemeClr val="tx1"/>
          </a:solidFill>
          <a:latin typeface="+mn-lt"/>
          <a:ea typeface="+mn-ea"/>
          <a:cs typeface="+mn-cs"/>
        </a:defRPr>
      </a:lvl9pPr>
    </p:bodyStyle>
    <p:otherStyle>
      <a:lvl1pPr marL="0" algn="l" rtl="0" eaLnBrk="1" latinLnBrk="0" hangingPunct="1">
        <a:defRPr kumimoji="0" kern="1200">
          <a:solidFill>
            <a:schemeClr val="tx1"/>
          </a:solidFill>
          <a:latin typeface="+mn-lt"/>
          <a:ea typeface="+mn-ea"/>
          <a:cs typeface="+mn-cs"/>
        </a:defRPr>
      </a:lvl1pPr>
      <a:lvl2pPr marL="457200" algn="l" rtl="0" eaLnBrk="1" latinLnBrk="0" hangingPunct="1">
        <a:defRPr kumimoji="0" kern="1200">
          <a:solidFill>
            <a:schemeClr val="tx1"/>
          </a:solidFill>
          <a:latin typeface="+mn-lt"/>
          <a:ea typeface="+mn-ea"/>
          <a:cs typeface="+mn-cs"/>
        </a:defRPr>
      </a:lvl2pPr>
      <a:lvl3pPr marL="914400" algn="l" rtl="0" eaLnBrk="1" latinLnBrk="0" hangingPunct="1">
        <a:defRPr kumimoji="0" kern="1200">
          <a:solidFill>
            <a:schemeClr val="tx1"/>
          </a:solidFill>
          <a:latin typeface="+mn-lt"/>
          <a:ea typeface="+mn-ea"/>
          <a:cs typeface="+mn-cs"/>
        </a:defRPr>
      </a:lvl3pPr>
      <a:lvl4pPr marL="1371600" algn="l" rtl="0" eaLnBrk="1" latinLnBrk="0" hangingPunct="1">
        <a:defRPr kumimoji="0" kern="1200">
          <a:solidFill>
            <a:schemeClr val="tx1"/>
          </a:solidFill>
          <a:latin typeface="+mn-lt"/>
          <a:ea typeface="+mn-ea"/>
          <a:cs typeface="+mn-cs"/>
        </a:defRPr>
      </a:lvl4pPr>
      <a:lvl5pPr marL="1828800" algn="l" rtl="0" eaLnBrk="1" latinLnBrk="0" hangingPunct="1">
        <a:defRPr kumimoji="0" kern="1200">
          <a:solidFill>
            <a:schemeClr val="tx1"/>
          </a:solidFill>
          <a:latin typeface="+mn-lt"/>
          <a:ea typeface="+mn-ea"/>
          <a:cs typeface="+mn-cs"/>
        </a:defRPr>
      </a:lvl5pPr>
      <a:lvl6pPr marL="2286000" algn="l" rtl="0" eaLnBrk="1" latinLnBrk="0" hangingPunct="1">
        <a:defRPr kumimoji="0" kern="1200">
          <a:solidFill>
            <a:schemeClr val="tx1"/>
          </a:solidFill>
          <a:latin typeface="+mn-lt"/>
          <a:ea typeface="+mn-ea"/>
          <a:cs typeface="+mn-cs"/>
        </a:defRPr>
      </a:lvl6pPr>
      <a:lvl7pPr marL="2743200" algn="l" rtl="0" eaLnBrk="1" latinLnBrk="0" hangingPunct="1">
        <a:defRPr kumimoji="0" kern="1200">
          <a:solidFill>
            <a:schemeClr val="tx1"/>
          </a:solidFill>
          <a:latin typeface="+mn-lt"/>
          <a:ea typeface="+mn-ea"/>
          <a:cs typeface="+mn-cs"/>
        </a:defRPr>
      </a:lvl7pPr>
      <a:lvl8pPr marL="3200400" algn="l" rtl="0" eaLnBrk="1" latinLnBrk="0" hangingPunct="1">
        <a:defRPr kumimoji="0" kern="1200">
          <a:solidFill>
            <a:schemeClr val="tx1"/>
          </a:solidFill>
          <a:latin typeface="+mn-lt"/>
          <a:ea typeface="+mn-ea"/>
          <a:cs typeface="+mn-cs"/>
        </a:defRPr>
      </a:lvl8pPr>
      <a:lvl9pPr marL="3657600" algn="l" rtl="0" eaLnBrk="1" latinLnBrk="0" hangingPunct="1">
        <a:defRPr kumimoji="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openxmlformats.org/officeDocument/2006/relationships/hyperlink" Target="https://www.geeksforgeeks.org/having-vs-where-clause/" TargetMode="External"/><Relationship Id="rId2" Type="http://schemas.openxmlformats.org/officeDocument/2006/relationships/hyperlink" Target="https://www.geeksforgeeks.org/sql-where-clause/" TargetMode="Externa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3" Type="http://schemas.openxmlformats.org/officeDocument/2006/relationships/hyperlink" Target="https://www.geeksforgeeks.org/sql-order-by/" TargetMode="External"/><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1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12.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24.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7.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p:txBody>
          <a:bodyPr/>
          <a:lstStyle/>
          <a:p>
            <a:r>
              <a:t>Nested Subqueries</a:t>
            </a:r>
            <a:endParaRPr lang="en-US"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49186" name="Rectangle 2"/>
          <p:cNvSpPr>
            <a:spLocks noGrp="1" noChangeArrowheads="1"/>
          </p:cNvSpPr>
          <p:nvPr>
            <p:ph type="title"/>
          </p:nvPr>
        </p:nvSpPr>
        <p:spPr/>
        <p:txBody>
          <a:bodyPr/>
          <a:lstStyle/>
          <a:p>
            <a:r>
              <a:rPr lang="en-US"/>
              <a:t>Subqueries and Their Uses</a:t>
            </a:r>
          </a:p>
        </p:txBody>
      </p:sp>
      <p:sp>
        <p:nvSpPr>
          <p:cNvPr id="4" name="Footer Placeholder 3"/>
          <p:cNvSpPr>
            <a:spLocks noGrp="1"/>
          </p:cNvSpPr>
          <p:nvPr>
            <p:ph type="ftr" sz="quarter" idx="11"/>
          </p:nvPr>
        </p:nvSpPr>
        <p:spPr/>
        <p:txBody>
          <a:bodyPr/>
          <a:lstStyle/>
          <a:p>
            <a:r>
              <a:rPr lang="en-US"/>
              <a:t>Oracle 10</a:t>
            </a:r>
            <a:r>
              <a:rPr lang="en-US" i="1"/>
              <a:t>g:</a:t>
            </a:r>
            <a:r>
              <a:rPr lang="en-US"/>
              <a:t> SQL</a:t>
            </a:r>
            <a:endParaRPr lang="en-US">
              <a:latin typeface="Arial" pitchFamily="34" charset="0"/>
            </a:endParaRPr>
          </a:p>
        </p:txBody>
      </p:sp>
      <p:sp>
        <p:nvSpPr>
          <p:cNvPr id="5" name="Slide Number Placeholder 4"/>
          <p:cNvSpPr>
            <a:spLocks noGrp="1"/>
          </p:cNvSpPr>
          <p:nvPr>
            <p:ph type="sldNum" sz="quarter" idx="12"/>
          </p:nvPr>
        </p:nvSpPr>
        <p:spPr/>
        <p:txBody>
          <a:bodyPr/>
          <a:lstStyle/>
          <a:p>
            <a:fld id="{88595890-3BAE-4597-A293-CB4C15863C47}" type="slidenum">
              <a:rPr lang="en-US"/>
              <a:pPr/>
              <a:t>2</a:t>
            </a:fld>
            <a:endParaRPr lang="en-US">
              <a:latin typeface="Arial" pitchFamily="34" charset="0"/>
            </a:endParaRPr>
          </a:p>
        </p:txBody>
      </p:sp>
      <p:sp>
        <p:nvSpPr>
          <p:cNvPr id="349187" name="Rectangle 3"/>
          <p:cNvSpPr>
            <a:spLocks noGrp="1" noChangeArrowheads="1"/>
          </p:cNvSpPr>
          <p:nvPr>
            <p:ph sz="quarter" idx="1"/>
          </p:nvPr>
        </p:nvSpPr>
        <p:spPr/>
        <p:txBody>
          <a:bodyPr>
            <a:normAutofit fontScale="92500"/>
          </a:bodyPr>
          <a:lstStyle/>
          <a:p>
            <a:pPr algn="just"/>
            <a:r>
              <a:rPr lang="en-IN" dirty="0"/>
              <a:t>A subquery is a query within another query. The outer query is called as </a:t>
            </a:r>
            <a:r>
              <a:rPr lang="en-IN" b="1" dirty="0"/>
              <a:t>main query</a:t>
            </a:r>
            <a:r>
              <a:rPr lang="en-IN" dirty="0"/>
              <a:t> and inner query is called as</a:t>
            </a:r>
            <a:r>
              <a:rPr lang="en-IN" b="1" dirty="0"/>
              <a:t> subquery </a:t>
            </a:r>
            <a:r>
              <a:rPr lang="en-US" dirty="0"/>
              <a:t>Used when a query is based on an unknown value</a:t>
            </a:r>
          </a:p>
          <a:p>
            <a:pPr algn="just"/>
            <a:r>
              <a:rPr lang="en-US" dirty="0"/>
              <a:t>Must be enclosed in parentheses</a:t>
            </a:r>
          </a:p>
          <a:p>
            <a:pPr algn="just"/>
            <a:r>
              <a:rPr lang="en-US" dirty="0"/>
              <a:t>Place on right side of comparison operator</a:t>
            </a:r>
          </a:p>
          <a:p>
            <a:pPr algn="just"/>
            <a:r>
              <a:rPr lang="en-IN" dirty="0"/>
              <a:t>Subquery can be placed  in a number of SQL clauses: </a:t>
            </a:r>
            <a:r>
              <a:rPr lang="en-IN" u="sng" dirty="0">
                <a:hlinkClick r:id="rId2"/>
              </a:rPr>
              <a:t>WHERE</a:t>
            </a:r>
            <a:r>
              <a:rPr lang="en-IN" dirty="0"/>
              <a:t> clause,</a:t>
            </a:r>
            <a:r>
              <a:rPr lang="en-IN" u="sng" dirty="0">
                <a:hlinkClick r:id="rId3"/>
              </a:rPr>
              <a:t> HAVING</a:t>
            </a:r>
            <a:r>
              <a:rPr lang="en-IN" dirty="0"/>
              <a:t> clause, </a:t>
            </a:r>
            <a:r>
              <a:rPr lang="en-IN" u="sng" dirty="0">
                <a:solidFill>
                  <a:srgbClr val="FFC000"/>
                </a:solidFill>
              </a:rPr>
              <a:t>FROM</a:t>
            </a:r>
            <a:r>
              <a:rPr lang="en-IN" dirty="0"/>
              <a:t> clause.</a:t>
            </a:r>
          </a:p>
          <a:p>
            <a:pPr algn="just"/>
            <a:r>
              <a:rPr lang="en-IN" dirty="0"/>
              <a:t>Subqueries can be used with SELECT, UPDATE, INSERT, DELETE statements along with expression operator. It could be equality operator or comparison operator such as =, &gt;, =, &lt;= and Like operator.</a:t>
            </a:r>
          </a:p>
          <a:p>
            <a:endParaRPr lang="en-US"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IN"/>
          </a:p>
        </p:txBody>
      </p:sp>
      <p:sp>
        <p:nvSpPr>
          <p:cNvPr id="3" name="Content Placeholder 2"/>
          <p:cNvSpPr>
            <a:spLocks noGrp="1"/>
          </p:cNvSpPr>
          <p:nvPr>
            <p:ph sz="quarter" idx="1"/>
          </p:nvPr>
        </p:nvSpPr>
        <p:spPr/>
        <p:txBody>
          <a:bodyPr>
            <a:normAutofit/>
          </a:bodyPr>
          <a:lstStyle/>
          <a:p>
            <a:pPr marL="0" indent="0" fontAlgn="base">
              <a:buNone/>
            </a:pPr>
            <a:endParaRPr lang="en-IN" dirty="0"/>
          </a:p>
          <a:p>
            <a:pPr algn="just" fontAlgn="base"/>
            <a:r>
              <a:rPr lang="en-IN" dirty="0"/>
              <a:t>The subquery generally executes first, and its output is used to complete the query condition for the main or outer query.</a:t>
            </a:r>
          </a:p>
          <a:p>
            <a:pPr algn="just" fontAlgn="base"/>
            <a:r>
              <a:rPr lang="en-IN" u="sng" dirty="0">
                <a:hlinkClick r:id="rId3"/>
              </a:rPr>
              <a:t>ORDER BY</a:t>
            </a:r>
            <a:r>
              <a:rPr lang="en-IN" dirty="0"/>
              <a:t> command </a:t>
            </a:r>
            <a:r>
              <a:rPr lang="en-IN" b="1" dirty="0"/>
              <a:t>cannot</a:t>
            </a:r>
            <a:r>
              <a:rPr lang="en-IN" dirty="0"/>
              <a:t> be used in a Subquery. </a:t>
            </a:r>
          </a:p>
          <a:p>
            <a:pPr algn="just" fontAlgn="base"/>
            <a:r>
              <a:rPr lang="en-IN" dirty="0"/>
              <a:t>Use single-row operators with single row Subqueries. Use multiple-row operators with multiple-row Subqueries.</a:t>
            </a:r>
          </a:p>
          <a:p>
            <a:endParaRPr lang="en-IN" dirty="0"/>
          </a:p>
        </p:txBody>
      </p:sp>
    </p:spTree>
    <p:extLst>
      <p:ext uri="{BB962C8B-B14F-4D97-AF65-F5344CB8AC3E}">
        <p14:creationId xmlns:p14="http://schemas.microsoft.com/office/powerpoint/2010/main" val="3697227080"/>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218" name="Rectangle 2"/>
          <p:cNvSpPr>
            <a:spLocks noGrp="1" noChangeArrowheads="1"/>
          </p:cNvSpPr>
          <p:nvPr>
            <p:ph type="title"/>
          </p:nvPr>
        </p:nvSpPr>
        <p:spPr>
          <a:noFill/>
          <a:ln/>
        </p:spPr>
        <p:txBody>
          <a:bodyPr/>
          <a:lstStyle/>
          <a:p>
            <a:r>
              <a:rPr lang="en-US" dirty="0" err="1"/>
              <a:t>Subquery</a:t>
            </a:r>
            <a:endParaRPr lang="en-US" dirty="0"/>
          </a:p>
        </p:txBody>
      </p:sp>
      <p:sp>
        <p:nvSpPr>
          <p:cNvPr id="9219" name="Rectangle 3"/>
          <p:cNvSpPr>
            <a:spLocks noGrp="1" noChangeArrowheads="1"/>
          </p:cNvSpPr>
          <p:nvPr>
            <p:ph sz="quarter" idx="1"/>
          </p:nvPr>
        </p:nvSpPr>
        <p:spPr>
          <a:xfrm>
            <a:off x="866775" y="1493838"/>
            <a:ext cx="7392988" cy="1311275"/>
          </a:xfrm>
          <a:noFill/>
          <a:ln/>
        </p:spPr>
        <p:txBody>
          <a:bodyPr>
            <a:normAutofit/>
          </a:bodyPr>
          <a:lstStyle/>
          <a:p>
            <a:r>
              <a:rPr lang="en-US"/>
              <a:t>A subquery is a SELECT statement embedded in a clause of another SQL statement.</a:t>
            </a:r>
          </a:p>
        </p:txBody>
      </p:sp>
      <p:grpSp>
        <p:nvGrpSpPr>
          <p:cNvPr id="2" name="Group 12"/>
          <p:cNvGrpSpPr>
            <a:grpSpLocks/>
          </p:cNvGrpSpPr>
          <p:nvPr/>
        </p:nvGrpSpPr>
        <p:grpSpPr bwMode="auto">
          <a:xfrm>
            <a:off x="927100" y="3041650"/>
            <a:ext cx="7283450" cy="2882900"/>
            <a:chOff x="584" y="1916"/>
            <a:chExt cx="4588" cy="1816"/>
          </a:xfrm>
        </p:grpSpPr>
        <p:sp>
          <p:nvSpPr>
            <p:cNvPr id="9220" name="Rectangle 4"/>
            <p:cNvSpPr>
              <a:spLocks noChangeArrowheads="1"/>
            </p:cNvSpPr>
            <p:nvPr/>
          </p:nvSpPr>
          <p:spPr bwMode="auto">
            <a:xfrm>
              <a:off x="1574" y="1916"/>
              <a:ext cx="2392" cy="1816"/>
            </a:xfrm>
            <a:prstGeom prst="rect">
              <a:avLst/>
            </a:prstGeom>
            <a:solidFill>
              <a:srgbClr val="CCCCFF"/>
            </a:solidFill>
            <a:ln w="12700">
              <a:solidFill>
                <a:srgbClr val="000000"/>
              </a:solidFill>
              <a:miter lim="800000"/>
              <a:headEnd/>
              <a:tailEnd/>
            </a:ln>
            <a:effectLst/>
          </p:spPr>
          <p:txBody>
            <a:bodyPr wrap="none" anchor="ctr"/>
            <a:lstStyle/>
            <a:p>
              <a:endParaRPr lang="en-US"/>
            </a:p>
          </p:txBody>
        </p:sp>
        <p:sp>
          <p:nvSpPr>
            <p:cNvPr id="9221" name="Rectangle 5"/>
            <p:cNvSpPr>
              <a:spLocks noChangeArrowheads="1"/>
            </p:cNvSpPr>
            <p:nvPr/>
          </p:nvSpPr>
          <p:spPr bwMode="auto">
            <a:xfrm>
              <a:off x="1704" y="2089"/>
              <a:ext cx="964" cy="577"/>
            </a:xfrm>
            <a:prstGeom prst="rect">
              <a:avLst/>
            </a:prstGeom>
            <a:noFill/>
            <a:ln w="9525">
              <a:noFill/>
              <a:miter lim="800000"/>
              <a:headEnd/>
              <a:tailEnd/>
            </a:ln>
            <a:effectLst/>
          </p:spPr>
          <p:txBody>
            <a:bodyPr wrap="none" lIns="92075" tIns="46038" rIns="92075" bIns="46038">
              <a:spAutoFit/>
            </a:bodyPr>
            <a:lstStyle/>
            <a:p>
              <a:pPr algn="l">
                <a:lnSpc>
                  <a:spcPct val="100000"/>
                </a:lnSpc>
                <a:spcBef>
                  <a:spcPct val="0"/>
                </a:spcBef>
              </a:pPr>
              <a:r>
                <a:rPr lang="en-US" sz="1800">
                  <a:solidFill>
                    <a:srgbClr val="003366"/>
                  </a:solidFill>
                  <a:latin typeface="Arial" pitchFamily="34" charset="0"/>
                </a:rPr>
                <a:t>SELECT . . . </a:t>
              </a:r>
            </a:p>
            <a:p>
              <a:pPr algn="l">
                <a:lnSpc>
                  <a:spcPct val="100000"/>
                </a:lnSpc>
                <a:spcBef>
                  <a:spcPct val="0"/>
                </a:spcBef>
              </a:pPr>
              <a:r>
                <a:rPr lang="en-US" sz="1800">
                  <a:solidFill>
                    <a:srgbClr val="003366"/>
                  </a:solidFill>
                  <a:latin typeface="Arial" pitchFamily="34" charset="0"/>
                </a:rPr>
                <a:t>FROM . . .</a:t>
              </a:r>
            </a:p>
            <a:p>
              <a:pPr algn="l">
                <a:lnSpc>
                  <a:spcPct val="100000"/>
                </a:lnSpc>
                <a:spcBef>
                  <a:spcPct val="0"/>
                </a:spcBef>
              </a:pPr>
              <a:r>
                <a:rPr lang="en-US" sz="1800">
                  <a:solidFill>
                    <a:srgbClr val="003366"/>
                  </a:solidFill>
                  <a:latin typeface="Arial" pitchFamily="34" charset="0"/>
                </a:rPr>
                <a:t>WHERE . . .</a:t>
              </a:r>
            </a:p>
          </p:txBody>
        </p:sp>
        <p:sp>
          <p:nvSpPr>
            <p:cNvPr id="9222" name="Rectangle 6"/>
            <p:cNvSpPr>
              <a:spLocks noChangeArrowheads="1"/>
            </p:cNvSpPr>
            <p:nvPr/>
          </p:nvSpPr>
          <p:spPr bwMode="auto">
            <a:xfrm>
              <a:off x="2678" y="2540"/>
              <a:ext cx="1144" cy="712"/>
            </a:xfrm>
            <a:prstGeom prst="rect">
              <a:avLst/>
            </a:prstGeom>
            <a:solidFill>
              <a:schemeClr val="accent1"/>
            </a:solidFill>
            <a:ln w="12700">
              <a:solidFill>
                <a:srgbClr val="000000"/>
              </a:solidFill>
              <a:miter lim="800000"/>
              <a:headEnd/>
              <a:tailEnd/>
            </a:ln>
            <a:effectLst/>
          </p:spPr>
          <p:txBody>
            <a:bodyPr wrap="none" anchor="ctr"/>
            <a:lstStyle/>
            <a:p>
              <a:endParaRPr lang="en-US"/>
            </a:p>
          </p:txBody>
        </p:sp>
        <p:sp>
          <p:nvSpPr>
            <p:cNvPr id="9223" name="Rectangle 7"/>
            <p:cNvSpPr>
              <a:spLocks noChangeArrowheads="1"/>
            </p:cNvSpPr>
            <p:nvPr/>
          </p:nvSpPr>
          <p:spPr bwMode="auto">
            <a:xfrm>
              <a:off x="2664" y="2569"/>
              <a:ext cx="972" cy="577"/>
            </a:xfrm>
            <a:prstGeom prst="rect">
              <a:avLst/>
            </a:prstGeom>
            <a:noFill/>
            <a:ln w="9525">
              <a:noFill/>
              <a:miter lim="800000"/>
              <a:headEnd/>
              <a:tailEnd/>
            </a:ln>
            <a:effectLst/>
          </p:spPr>
          <p:txBody>
            <a:bodyPr wrap="none" lIns="92075" tIns="46038" rIns="92075" bIns="46038">
              <a:spAutoFit/>
            </a:bodyPr>
            <a:lstStyle/>
            <a:p>
              <a:pPr algn="l">
                <a:lnSpc>
                  <a:spcPct val="100000"/>
                </a:lnSpc>
                <a:spcBef>
                  <a:spcPct val="0"/>
                </a:spcBef>
              </a:pPr>
              <a:r>
                <a:rPr lang="en-US" sz="1800">
                  <a:solidFill>
                    <a:srgbClr val="003366"/>
                  </a:solidFill>
                  <a:latin typeface="Arial" pitchFamily="34" charset="0"/>
                </a:rPr>
                <a:t>(SELECT . . .</a:t>
              </a:r>
            </a:p>
            <a:p>
              <a:pPr algn="l">
                <a:lnSpc>
                  <a:spcPct val="100000"/>
                </a:lnSpc>
                <a:spcBef>
                  <a:spcPct val="0"/>
                </a:spcBef>
              </a:pPr>
              <a:r>
                <a:rPr lang="en-US" sz="1800">
                  <a:solidFill>
                    <a:srgbClr val="003366"/>
                  </a:solidFill>
                  <a:latin typeface="Arial" pitchFamily="34" charset="0"/>
                </a:rPr>
                <a:t>FROM . . .</a:t>
              </a:r>
            </a:p>
            <a:p>
              <a:pPr algn="l">
                <a:lnSpc>
                  <a:spcPct val="100000"/>
                </a:lnSpc>
                <a:spcBef>
                  <a:spcPct val="0"/>
                </a:spcBef>
              </a:pPr>
              <a:r>
                <a:rPr lang="en-US" sz="1800">
                  <a:solidFill>
                    <a:srgbClr val="003366"/>
                  </a:solidFill>
                  <a:latin typeface="Arial" pitchFamily="34" charset="0"/>
                </a:rPr>
                <a:t>WHERE . . .)</a:t>
              </a:r>
            </a:p>
          </p:txBody>
        </p:sp>
        <p:sp>
          <p:nvSpPr>
            <p:cNvPr id="9224" name="Rectangle 8"/>
            <p:cNvSpPr>
              <a:spLocks noChangeArrowheads="1"/>
            </p:cNvSpPr>
            <p:nvPr/>
          </p:nvSpPr>
          <p:spPr bwMode="auto">
            <a:xfrm>
              <a:off x="584" y="2073"/>
              <a:ext cx="532" cy="404"/>
            </a:xfrm>
            <a:prstGeom prst="rect">
              <a:avLst/>
            </a:prstGeom>
            <a:noFill/>
            <a:ln w="9525">
              <a:noFill/>
              <a:miter lim="800000"/>
              <a:headEnd/>
              <a:tailEnd/>
            </a:ln>
            <a:effectLst/>
          </p:spPr>
          <p:txBody>
            <a:bodyPr wrap="none" lIns="92075" tIns="46038" rIns="92075" bIns="46038">
              <a:spAutoFit/>
            </a:bodyPr>
            <a:lstStyle/>
            <a:p>
              <a:pPr algn="l">
                <a:lnSpc>
                  <a:spcPct val="100000"/>
                </a:lnSpc>
                <a:spcBef>
                  <a:spcPct val="0"/>
                </a:spcBef>
              </a:pPr>
              <a:r>
                <a:rPr lang="en-US" sz="1800">
                  <a:solidFill>
                    <a:schemeClr val="tx1"/>
                  </a:solidFill>
                  <a:effectLst>
                    <a:outerShdw blurRad="38100" dist="38100" dir="2700000" algn="tl">
                      <a:srgbClr val="000000"/>
                    </a:outerShdw>
                  </a:effectLst>
                  <a:latin typeface="Arial" pitchFamily="34" charset="0"/>
                </a:rPr>
                <a:t>Main</a:t>
              </a:r>
            </a:p>
            <a:p>
              <a:pPr algn="l">
                <a:lnSpc>
                  <a:spcPct val="100000"/>
                </a:lnSpc>
                <a:spcBef>
                  <a:spcPct val="0"/>
                </a:spcBef>
              </a:pPr>
              <a:r>
                <a:rPr lang="en-US" sz="1800">
                  <a:solidFill>
                    <a:schemeClr val="tx1"/>
                  </a:solidFill>
                  <a:effectLst>
                    <a:outerShdw blurRad="38100" dist="38100" dir="2700000" algn="tl">
                      <a:srgbClr val="000000"/>
                    </a:outerShdw>
                  </a:effectLst>
                  <a:latin typeface="Arial" pitchFamily="34" charset="0"/>
                </a:rPr>
                <a:t>Query</a:t>
              </a:r>
            </a:p>
          </p:txBody>
        </p:sp>
        <p:sp>
          <p:nvSpPr>
            <p:cNvPr id="9225" name="Rectangle 9"/>
            <p:cNvSpPr>
              <a:spLocks noChangeArrowheads="1"/>
            </p:cNvSpPr>
            <p:nvPr/>
          </p:nvSpPr>
          <p:spPr bwMode="auto">
            <a:xfrm>
              <a:off x="4392" y="2617"/>
              <a:ext cx="780" cy="231"/>
            </a:xfrm>
            <a:prstGeom prst="rect">
              <a:avLst/>
            </a:prstGeom>
            <a:noFill/>
            <a:ln w="9525">
              <a:noFill/>
              <a:miter lim="800000"/>
              <a:headEnd/>
              <a:tailEnd/>
            </a:ln>
            <a:effectLst/>
          </p:spPr>
          <p:txBody>
            <a:bodyPr wrap="none" lIns="92075" tIns="46038" rIns="92075" bIns="46038">
              <a:spAutoFit/>
            </a:bodyPr>
            <a:lstStyle/>
            <a:p>
              <a:pPr algn="l">
                <a:lnSpc>
                  <a:spcPct val="100000"/>
                </a:lnSpc>
                <a:spcBef>
                  <a:spcPct val="0"/>
                </a:spcBef>
              </a:pPr>
              <a:r>
                <a:rPr lang="en-US" sz="1800">
                  <a:solidFill>
                    <a:schemeClr val="tx1"/>
                  </a:solidFill>
                  <a:effectLst>
                    <a:outerShdw blurRad="38100" dist="38100" dir="2700000" algn="tl">
                      <a:srgbClr val="000000"/>
                    </a:outerShdw>
                  </a:effectLst>
                  <a:latin typeface="Arial" pitchFamily="34" charset="0"/>
                </a:rPr>
                <a:t>Subquery</a:t>
              </a:r>
            </a:p>
          </p:txBody>
        </p:sp>
        <p:sp>
          <p:nvSpPr>
            <p:cNvPr id="9226" name="Line 10"/>
            <p:cNvSpPr>
              <a:spLocks noChangeShapeType="1"/>
            </p:cNvSpPr>
            <p:nvPr/>
          </p:nvSpPr>
          <p:spPr bwMode="auto">
            <a:xfrm>
              <a:off x="1090" y="2248"/>
              <a:ext cx="384" cy="0"/>
            </a:xfrm>
            <a:prstGeom prst="line">
              <a:avLst/>
            </a:prstGeom>
            <a:noFill/>
            <a:ln w="50800">
              <a:solidFill>
                <a:schemeClr val="hlink"/>
              </a:solidFill>
              <a:round/>
              <a:headEnd type="none" w="sm" len="sm"/>
              <a:tailEnd type="stealth" w="med" len="lg"/>
            </a:ln>
            <a:effectLst/>
          </p:spPr>
          <p:txBody>
            <a:bodyPr/>
            <a:lstStyle/>
            <a:p>
              <a:endParaRPr lang="en-US"/>
            </a:p>
          </p:txBody>
        </p:sp>
        <p:sp>
          <p:nvSpPr>
            <p:cNvPr id="9227" name="Line 11"/>
            <p:cNvSpPr>
              <a:spLocks noChangeShapeType="1"/>
            </p:cNvSpPr>
            <p:nvPr/>
          </p:nvSpPr>
          <p:spPr bwMode="auto">
            <a:xfrm flipH="1">
              <a:off x="4066" y="2728"/>
              <a:ext cx="336" cy="0"/>
            </a:xfrm>
            <a:prstGeom prst="line">
              <a:avLst/>
            </a:prstGeom>
            <a:noFill/>
            <a:ln w="50800">
              <a:solidFill>
                <a:schemeClr val="hlink"/>
              </a:solidFill>
              <a:round/>
              <a:headEnd type="none" w="sm" len="sm"/>
              <a:tailEnd type="stealth" w="med" len="lg"/>
            </a:ln>
            <a:effectLst/>
          </p:spPr>
          <p:txBody>
            <a:bodyPr/>
            <a:lstStyle/>
            <a:p>
              <a:endParaRPr lang="en-US"/>
            </a:p>
          </p:txBody>
        </p:sp>
      </p:grpSp>
    </p:spTree>
  </p:cSld>
  <p:clrMapOvr>
    <a:masterClrMapping/>
  </p:clrMapOvr>
  <p:transition spd="slow"/>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266" name="Rectangle 2"/>
          <p:cNvSpPr>
            <a:spLocks noGrp="1" noChangeArrowheads="1"/>
          </p:cNvSpPr>
          <p:nvPr>
            <p:ph type="title"/>
          </p:nvPr>
        </p:nvSpPr>
        <p:spPr>
          <a:noFill/>
          <a:ln/>
        </p:spPr>
        <p:txBody>
          <a:bodyPr/>
          <a:lstStyle/>
          <a:p>
            <a:r>
              <a:rPr lang="en-US"/>
              <a:t>Subqueries</a:t>
            </a:r>
          </a:p>
        </p:txBody>
      </p:sp>
      <p:sp>
        <p:nvSpPr>
          <p:cNvPr id="11267" name="Rectangle 3"/>
          <p:cNvSpPr>
            <a:spLocks noGrp="1" noChangeArrowheads="1"/>
          </p:cNvSpPr>
          <p:nvPr>
            <p:ph sz="quarter" idx="1"/>
          </p:nvPr>
        </p:nvSpPr>
        <p:spPr>
          <a:xfrm>
            <a:off x="863600" y="1495425"/>
            <a:ext cx="7385050" cy="1066800"/>
          </a:xfrm>
          <a:noFill/>
          <a:ln/>
        </p:spPr>
        <p:txBody>
          <a:bodyPr>
            <a:normAutofit fontScale="32500" lnSpcReduction="20000"/>
          </a:bodyPr>
          <a:lstStyle/>
          <a:p>
            <a:endParaRPr lang="en-US"/>
          </a:p>
          <a:p>
            <a:endParaRPr lang="en-US"/>
          </a:p>
          <a:p>
            <a:endParaRPr lang="en-US"/>
          </a:p>
          <a:p>
            <a:endParaRPr lang="en-US"/>
          </a:p>
          <a:p>
            <a:pPr lvl="1"/>
            <a:r>
              <a:rPr lang="en-US"/>
              <a:t>The subquery (inner query) executes once before the main query.</a:t>
            </a:r>
          </a:p>
          <a:p>
            <a:pPr lvl="1"/>
            <a:r>
              <a:rPr lang="en-US"/>
              <a:t>The result of the subquery is used by the main query (outer query).</a:t>
            </a:r>
          </a:p>
        </p:txBody>
      </p:sp>
      <p:sp>
        <p:nvSpPr>
          <p:cNvPr id="11268" name="Rectangle 4"/>
          <p:cNvSpPr>
            <a:spLocks noChangeArrowheads="1"/>
          </p:cNvSpPr>
          <p:nvPr/>
        </p:nvSpPr>
        <p:spPr bwMode="blackWhite">
          <a:xfrm>
            <a:off x="876300" y="2106613"/>
            <a:ext cx="7480300" cy="1271587"/>
          </a:xfrm>
          <a:prstGeom prst="rect">
            <a:avLst/>
          </a:prstGeom>
          <a:solidFill>
            <a:srgbClr val="FFFFCC"/>
          </a:solidFill>
          <a:ln w="25400">
            <a:solidFill>
              <a:srgbClr val="000000"/>
            </a:solidFill>
            <a:miter lim="800000"/>
            <a:headEnd/>
            <a:tailEnd/>
          </a:ln>
          <a:effectLst>
            <a:outerShdw dist="89803" dir="2700000" algn="ctr" rotWithShape="0">
              <a:srgbClr val="000000">
                <a:alpha val="50000"/>
              </a:srgbClr>
            </a:outerShdw>
          </a:effectLst>
        </p:spPr>
        <p:txBody>
          <a:bodyPr wrap="none" lIns="92075" tIns="46038" rIns="92075" bIns="46038" anchor="ctr"/>
          <a:lstStyle/>
          <a:p>
            <a:pPr algn="l">
              <a:lnSpc>
                <a:spcPct val="100000"/>
              </a:lnSpc>
              <a:spcBef>
                <a:spcPct val="0"/>
              </a:spcBef>
              <a:tabLst>
                <a:tab pos="1200150" algn="l"/>
              </a:tabLst>
            </a:pPr>
            <a:endParaRPr lang="en-US" sz="1800">
              <a:solidFill>
                <a:srgbClr val="000000"/>
              </a:solidFill>
              <a:latin typeface="Courier New" pitchFamily="49" charset="0"/>
            </a:endParaRPr>
          </a:p>
          <a:p>
            <a:pPr algn="l">
              <a:lnSpc>
                <a:spcPct val="100000"/>
              </a:lnSpc>
              <a:spcBef>
                <a:spcPct val="0"/>
              </a:spcBef>
              <a:tabLst>
                <a:tab pos="1200150" algn="l"/>
              </a:tabLst>
            </a:pPr>
            <a:endParaRPr lang="en-US" sz="1800">
              <a:solidFill>
                <a:srgbClr val="000000"/>
              </a:solidFill>
              <a:latin typeface="Courier New" pitchFamily="49" charset="0"/>
            </a:endParaRPr>
          </a:p>
        </p:txBody>
      </p:sp>
      <p:sp>
        <p:nvSpPr>
          <p:cNvPr id="11269" name="Rectangle 5"/>
          <p:cNvSpPr>
            <a:spLocks noChangeArrowheads="1"/>
          </p:cNvSpPr>
          <p:nvPr/>
        </p:nvSpPr>
        <p:spPr bwMode="ltGray">
          <a:xfrm>
            <a:off x="4135438" y="2752725"/>
            <a:ext cx="3268662" cy="561975"/>
          </a:xfrm>
          <a:prstGeom prst="rect">
            <a:avLst/>
          </a:prstGeom>
          <a:solidFill>
            <a:srgbClr val="FF9966"/>
          </a:solidFill>
          <a:ln w="9525">
            <a:noFill/>
            <a:miter lim="800000"/>
            <a:headEnd/>
            <a:tailEnd/>
          </a:ln>
          <a:effectLst/>
        </p:spPr>
        <p:txBody>
          <a:bodyPr wrap="none" anchor="ctr"/>
          <a:lstStyle/>
          <a:p>
            <a:endParaRPr lang="en-US"/>
          </a:p>
        </p:txBody>
      </p:sp>
      <p:sp>
        <p:nvSpPr>
          <p:cNvPr id="11270" name="Rectangle 6"/>
          <p:cNvSpPr>
            <a:spLocks noChangeArrowheads="1"/>
          </p:cNvSpPr>
          <p:nvPr/>
        </p:nvSpPr>
        <p:spPr bwMode="blackWhite">
          <a:xfrm>
            <a:off x="998538" y="2093913"/>
            <a:ext cx="6545262" cy="1296987"/>
          </a:xfrm>
          <a:prstGeom prst="rect">
            <a:avLst/>
          </a:prstGeom>
          <a:noFill/>
          <a:ln w="9525">
            <a:noFill/>
            <a:miter lim="800000"/>
            <a:headEnd/>
            <a:tailEnd/>
          </a:ln>
          <a:effectLst/>
        </p:spPr>
        <p:txBody>
          <a:bodyPr wrap="none" lIns="92075" tIns="46038" rIns="92075" bIns="46038" anchor="ctr"/>
          <a:lstStyle/>
          <a:p>
            <a:pPr algn="l">
              <a:lnSpc>
                <a:spcPct val="100000"/>
              </a:lnSpc>
              <a:spcBef>
                <a:spcPct val="0"/>
              </a:spcBef>
              <a:tabLst>
                <a:tab pos="1200150" algn="l"/>
              </a:tabLst>
            </a:pPr>
            <a:r>
              <a:rPr lang="en-US" sz="1800">
                <a:solidFill>
                  <a:srgbClr val="000000"/>
                </a:solidFill>
                <a:latin typeface="Courier New" pitchFamily="49" charset="0"/>
              </a:rPr>
              <a:t>SELECT	</a:t>
            </a:r>
            <a:r>
              <a:rPr lang="en-US" sz="1800" i="1">
                <a:solidFill>
                  <a:srgbClr val="000000"/>
                </a:solidFill>
                <a:latin typeface="Courier New" pitchFamily="49" charset="0"/>
              </a:rPr>
              <a:t>select_list</a:t>
            </a:r>
            <a:endParaRPr lang="en-US" sz="1800">
              <a:solidFill>
                <a:srgbClr val="000000"/>
              </a:solidFill>
              <a:latin typeface="Courier New" pitchFamily="49" charset="0"/>
            </a:endParaRPr>
          </a:p>
          <a:p>
            <a:pPr algn="l">
              <a:lnSpc>
                <a:spcPct val="100000"/>
              </a:lnSpc>
              <a:spcBef>
                <a:spcPct val="0"/>
              </a:spcBef>
              <a:tabLst>
                <a:tab pos="1200150" algn="l"/>
              </a:tabLst>
            </a:pPr>
            <a:r>
              <a:rPr lang="en-US" sz="1800">
                <a:solidFill>
                  <a:srgbClr val="000000"/>
                </a:solidFill>
                <a:latin typeface="Courier New" pitchFamily="49" charset="0"/>
              </a:rPr>
              <a:t>FROM	</a:t>
            </a:r>
            <a:r>
              <a:rPr lang="en-US" sz="1800" i="1">
                <a:solidFill>
                  <a:srgbClr val="000000"/>
                </a:solidFill>
                <a:latin typeface="Courier New" pitchFamily="49" charset="0"/>
              </a:rPr>
              <a:t>table</a:t>
            </a:r>
            <a:endParaRPr lang="en-US" sz="1800">
              <a:solidFill>
                <a:srgbClr val="000000"/>
              </a:solidFill>
              <a:latin typeface="Courier New" pitchFamily="49" charset="0"/>
            </a:endParaRPr>
          </a:p>
          <a:p>
            <a:pPr algn="l">
              <a:lnSpc>
                <a:spcPct val="100000"/>
              </a:lnSpc>
              <a:spcBef>
                <a:spcPct val="0"/>
              </a:spcBef>
              <a:tabLst>
                <a:tab pos="1200150" algn="l"/>
              </a:tabLst>
            </a:pPr>
            <a:r>
              <a:rPr lang="en-US" sz="1800">
                <a:solidFill>
                  <a:srgbClr val="000000"/>
                </a:solidFill>
                <a:latin typeface="Courier New" pitchFamily="49" charset="0"/>
              </a:rPr>
              <a:t>WHERE	</a:t>
            </a:r>
            <a:r>
              <a:rPr lang="en-US" sz="1800" i="1">
                <a:solidFill>
                  <a:srgbClr val="000000"/>
                </a:solidFill>
                <a:latin typeface="Courier New" pitchFamily="49" charset="0"/>
              </a:rPr>
              <a:t>expr operator</a:t>
            </a:r>
            <a:r>
              <a:rPr lang="en-US" sz="1800">
                <a:solidFill>
                  <a:srgbClr val="000000"/>
                </a:solidFill>
                <a:latin typeface="Courier New" pitchFamily="49" charset="0"/>
              </a:rPr>
              <a:t> (SELECT	</a:t>
            </a:r>
            <a:r>
              <a:rPr lang="en-US" sz="1800" i="1">
                <a:solidFill>
                  <a:srgbClr val="000000"/>
                </a:solidFill>
                <a:latin typeface="Courier New" pitchFamily="49" charset="0"/>
              </a:rPr>
              <a:t>select_list</a:t>
            </a:r>
          </a:p>
          <a:p>
            <a:pPr algn="l">
              <a:lnSpc>
                <a:spcPct val="100000"/>
              </a:lnSpc>
              <a:spcBef>
                <a:spcPct val="0"/>
              </a:spcBef>
              <a:tabLst>
                <a:tab pos="1200150" algn="l"/>
              </a:tabLst>
            </a:pPr>
            <a:r>
              <a:rPr lang="en-US" sz="1800">
                <a:solidFill>
                  <a:srgbClr val="000000"/>
                </a:solidFill>
                <a:latin typeface="Courier New" pitchFamily="49" charset="0"/>
              </a:rPr>
              <a:t>		          FROM	</a:t>
            </a:r>
            <a:r>
              <a:rPr lang="en-US" sz="1800" i="1">
                <a:solidFill>
                  <a:srgbClr val="000000"/>
                </a:solidFill>
                <a:latin typeface="Courier New" pitchFamily="49" charset="0"/>
              </a:rPr>
              <a:t>table</a:t>
            </a:r>
            <a:r>
              <a:rPr lang="en-US" sz="1800">
                <a:solidFill>
                  <a:srgbClr val="000000"/>
                </a:solidFill>
                <a:latin typeface="Courier New" pitchFamily="49" charset="0"/>
              </a:rPr>
              <a:t>);</a:t>
            </a:r>
          </a:p>
        </p:txBody>
      </p:sp>
    </p:spTree>
  </p:cSld>
  <p:clrMapOvr>
    <a:masterClrMapping/>
  </p:clrMapOvr>
  <p:transition spd="slow"/>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1" fill="hold" grpId="0" nodeType="clickEffect">
                                  <p:stCondLst>
                                    <p:cond delay="0"/>
                                  </p:stCondLst>
                                  <p:childTnLst>
                                    <p:set>
                                      <p:cBhvr>
                                        <p:cTn id="6" dur="1" fill="hold">
                                          <p:stCondLst>
                                            <p:cond delay="0"/>
                                          </p:stCondLst>
                                        </p:cTn>
                                        <p:tgtEl>
                                          <p:spTgt spid="11269"/>
                                        </p:tgtEl>
                                        <p:attrNameLst>
                                          <p:attrName>style.visibility</p:attrName>
                                        </p:attrNameLst>
                                      </p:cBhvr>
                                      <p:to>
                                        <p:strVal val="visible"/>
                                      </p:to>
                                    </p:set>
                                    <p:animEffect transition="in" filter="wipe(up)">
                                      <p:cBhvr>
                                        <p:cTn id="7" dur="500"/>
                                        <p:tgtEl>
                                          <p:spTgt spid="11269"/>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1269" grpId="0" animBg="1"/>
    </p:bld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314" name="Rectangle 2"/>
          <p:cNvSpPr>
            <a:spLocks noChangeArrowheads="1"/>
          </p:cNvSpPr>
          <p:nvPr/>
        </p:nvSpPr>
        <p:spPr bwMode="blackWhite">
          <a:xfrm>
            <a:off x="879475" y="1889125"/>
            <a:ext cx="7324725" cy="1762125"/>
          </a:xfrm>
          <a:prstGeom prst="rect">
            <a:avLst/>
          </a:prstGeom>
          <a:solidFill>
            <a:srgbClr val="FFFFCC"/>
          </a:solidFill>
          <a:ln w="25400">
            <a:solidFill>
              <a:srgbClr val="000000"/>
            </a:solidFill>
            <a:miter lim="800000"/>
            <a:headEnd/>
            <a:tailEnd/>
          </a:ln>
          <a:effectLst>
            <a:outerShdw dist="89803" dir="2700000" algn="ctr" rotWithShape="0">
              <a:srgbClr val="000000">
                <a:alpha val="50000"/>
              </a:srgbClr>
            </a:outerShdw>
          </a:effectLst>
        </p:spPr>
        <p:txBody>
          <a:bodyPr wrap="none" anchor="ctr"/>
          <a:lstStyle/>
          <a:p>
            <a:endParaRPr lang="en-US"/>
          </a:p>
        </p:txBody>
      </p:sp>
      <p:grpSp>
        <p:nvGrpSpPr>
          <p:cNvPr id="2" name="Group 6"/>
          <p:cNvGrpSpPr>
            <a:grpSpLocks/>
          </p:cNvGrpSpPr>
          <p:nvPr/>
        </p:nvGrpSpPr>
        <p:grpSpPr bwMode="auto">
          <a:xfrm>
            <a:off x="3294063" y="2212975"/>
            <a:ext cx="4718050" cy="1379538"/>
            <a:chOff x="2075" y="1394"/>
            <a:chExt cx="2972" cy="869"/>
          </a:xfrm>
        </p:grpSpPr>
        <p:sp>
          <p:nvSpPr>
            <p:cNvPr id="13315" name="Rectangle 3"/>
            <p:cNvSpPr>
              <a:spLocks noChangeArrowheads="1"/>
            </p:cNvSpPr>
            <p:nvPr/>
          </p:nvSpPr>
          <p:spPr bwMode="ltGray">
            <a:xfrm>
              <a:off x="2075" y="1731"/>
              <a:ext cx="2972" cy="532"/>
            </a:xfrm>
            <a:prstGeom prst="rect">
              <a:avLst/>
            </a:prstGeom>
            <a:solidFill>
              <a:srgbClr val="FF9966"/>
            </a:solidFill>
            <a:ln w="9525">
              <a:noFill/>
              <a:miter lim="800000"/>
              <a:headEnd/>
              <a:tailEnd/>
            </a:ln>
            <a:effectLst/>
          </p:spPr>
          <p:txBody>
            <a:bodyPr wrap="none" anchor="ctr"/>
            <a:lstStyle/>
            <a:p>
              <a:endParaRPr lang="en-US"/>
            </a:p>
          </p:txBody>
        </p:sp>
        <p:sp>
          <p:nvSpPr>
            <p:cNvPr id="13316" name="Arc 4"/>
            <p:cNvSpPr>
              <a:spLocks/>
            </p:cNvSpPr>
            <p:nvPr/>
          </p:nvSpPr>
          <p:spPr bwMode="auto">
            <a:xfrm rot="10800000">
              <a:off x="2287" y="1608"/>
              <a:ext cx="1063" cy="248"/>
            </a:xfrm>
            <a:custGeom>
              <a:avLst/>
              <a:gdLst>
                <a:gd name="G0" fmla="+- 21600 0 0"/>
                <a:gd name="G1" fmla="+- 0 0 0"/>
                <a:gd name="G2" fmla="+- 21600 0 0"/>
                <a:gd name="T0" fmla="*/ 27015 w 27015"/>
                <a:gd name="T1" fmla="*/ 20910 h 21600"/>
                <a:gd name="T2" fmla="*/ 0 w 27015"/>
                <a:gd name="T3" fmla="*/ 0 h 21600"/>
                <a:gd name="T4" fmla="*/ 21600 w 27015"/>
                <a:gd name="T5" fmla="*/ 0 h 21600"/>
              </a:gdLst>
              <a:ahLst/>
              <a:cxnLst>
                <a:cxn ang="0">
                  <a:pos x="T0" y="T1"/>
                </a:cxn>
                <a:cxn ang="0">
                  <a:pos x="T2" y="T3"/>
                </a:cxn>
                <a:cxn ang="0">
                  <a:pos x="T4" y="T5"/>
                </a:cxn>
              </a:cxnLst>
              <a:rect l="0" t="0" r="r" b="b"/>
              <a:pathLst>
                <a:path w="27015" h="21600" fill="none" extrusionOk="0">
                  <a:moveTo>
                    <a:pt x="27015" y="20910"/>
                  </a:moveTo>
                  <a:cubicBezTo>
                    <a:pt x="25246" y="21368"/>
                    <a:pt x="23426" y="21599"/>
                    <a:pt x="21600" y="21600"/>
                  </a:cubicBezTo>
                  <a:cubicBezTo>
                    <a:pt x="9670" y="21600"/>
                    <a:pt x="0" y="11929"/>
                    <a:pt x="0" y="0"/>
                  </a:cubicBezTo>
                </a:path>
                <a:path w="27015" h="21600" stroke="0" extrusionOk="0">
                  <a:moveTo>
                    <a:pt x="27015" y="20910"/>
                  </a:moveTo>
                  <a:cubicBezTo>
                    <a:pt x="25246" y="21368"/>
                    <a:pt x="23426" y="21599"/>
                    <a:pt x="21600" y="21600"/>
                  </a:cubicBezTo>
                  <a:cubicBezTo>
                    <a:pt x="9670" y="21600"/>
                    <a:pt x="0" y="11929"/>
                    <a:pt x="0" y="0"/>
                  </a:cubicBezTo>
                  <a:lnTo>
                    <a:pt x="21600" y="0"/>
                  </a:lnTo>
                  <a:close/>
                </a:path>
              </a:pathLst>
            </a:custGeom>
            <a:noFill/>
            <a:ln w="25400" cap="rnd">
              <a:solidFill>
                <a:srgbClr val="FF5050"/>
              </a:solidFill>
              <a:round/>
              <a:headEnd type="stealth" w="med" len="lg"/>
              <a:tailEnd type="none" w="sm" len="sm"/>
            </a:ln>
            <a:effectLst>
              <a:outerShdw dist="17961" dir="2700000" algn="ctr" rotWithShape="0">
                <a:srgbClr val="000000">
                  <a:alpha val="50000"/>
                </a:srgbClr>
              </a:outerShdw>
            </a:effectLst>
          </p:spPr>
          <p:txBody>
            <a:bodyPr/>
            <a:lstStyle/>
            <a:p>
              <a:endParaRPr lang="en-US"/>
            </a:p>
          </p:txBody>
        </p:sp>
        <p:sp>
          <p:nvSpPr>
            <p:cNvPr id="13317" name="Rectangle 5"/>
            <p:cNvSpPr>
              <a:spLocks noChangeArrowheads="1"/>
            </p:cNvSpPr>
            <p:nvPr/>
          </p:nvSpPr>
          <p:spPr bwMode="auto">
            <a:xfrm>
              <a:off x="2344" y="1394"/>
              <a:ext cx="401" cy="243"/>
            </a:xfrm>
            <a:prstGeom prst="rect">
              <a:avLst/>
            </a:prstGeom>
            <a:noFill/>
            <a:ln w="9525">
              <a:noFill/>
              <a:miter lim="800000"/>
              <a:headEnd/>
              <a:tailEnd/>
            </a:ln>
            <a:effectLst/>
          </p:spPr>
          <p:txBody>
            <a:bodyPr wrap="none" lIns="92075" tIns="46038" rIns="92075" bIns="46038">
              <a:spAutoFit/>
            </a:bodyPr>
            <a:lstStyle/>
            <a:p>
              <a:r>
                <a:rPr lang="en-US" sz="1600">
                  <a:solidFill>
                    <a:srgbClr val="FF5050"/>
                  </a:solidFill>
                  <a:latin typeface="Arial" pitchFamily="34" charset="0"/>
                </a:rPr>
                <a:t>2975</a:t>
              </a:r>
            </a:p>
          </p:txBody>
        </p:sp>
      </p:grpSp>
      <p:sp>
        <p:nvSpPr>
          <p:cNvPr id="13319" name="Rectangle 7"/>
          <p:cNvSpPr>
            <a:spLocks noChangeArrowheads="1"/>
          </p:cNvSpPr>
          <p:nvPr/>
        </p:nvSpPr>
        <p:spPr bwMode="auto">
          <a:xfrm>
            <a:off x="1038225" y="1884363"/>
            <a:ext cx="5561013" cy="1739900"/>
          </a:xfrm>
          <a:prstGeom prst="rect">
            <a:avLst/>
          </a:prstGeom>
          <a:noFill/>
          <a:ln w="9525">
            <a:noFill/>
            <a:miter lim="800000"/>
            <a:headEnd/>
            <a:tailEnd/>
          </a:ln>
          <a:effectLst/>
        </p:spPr>
        <p:txBody>
          <a:bodyPr lIns="92075" tIns="46038" rIns="92075" bIns="46038">
            <a:spAutoFit/>
          </a:bodyPr>
          <a:lstStyle/>
          <a:p>
            <a:pPr algn="l">
              <a:lnSpc>
                <a:spcPct val="100000"/>
              </a:lnSpc>
              <a:spcBef>
                <a:spcPct val="0"/>
              </a:spcBef>
            </a:pPr>
            <a:r>
              <a:rPr lang="en-US" sz="1800">
                <a:solidFill>
                  <a:srgbClr val="000000"/>
                </a:solidFill>
                <a:latin typeface="Courier New" pitchFamily="49" charset="0"/>
              </a:rPr>
              <a:t>SQL&gt; SELECT ename</a:t>
            </a:r>
          </a:p>
          <a:p>
            <a:pPr algn="l">
              <a:lnSpc>
                <a:spcPct val="100000"/>
              </a:lnSpc>
              <a:spcBef>
                <a:spcPct val="0"/>
              </a:spcBef>
            </a:pPr>
            <a:r>
              <a:rPr lang="en-US" sz="1800">
                <a:solidFill>
                  <a:srgbClr val="000000"/>
                </a:solidFill>
                <a:latin typeface="Courier New" pitchFamily="49" charset="0"/>
              </a:rPr>
              <a:t>  2  FROM   emp</a:t>
            </a:r>
          </a:p>
          <a:p>
            <a:pPr algn="l">
              <a:lnSpc>
                <a:spcPct val="100000"/>
              </a:lnSpc>
              <a:spcBef>
                <a:spcPct val="0"/>
              </a:spcBef>
            </a:pPr>
            <a:r>
              <a:rPr lang="en-US" sz="1800">
                <a:solidFill>
                  <a:srgbClr val="000000"/>
                </a:solidFill>
                <a:latin typeface="Courier New" pitchFamily="49" charset="0"/>
              </a:rPr>
              <a:t>  3  WHERE  sal &gt; </a:t>
            </a:r>
          </a:p>
          <a:p>
            <a:pPr algn="l">
              <a:lnSpc>
                <a:spcPct val="100000"/>
              </a:lnSpc>
              <a:spcBef>
                <a:spcPct val="0"/>
              </a:spcBef>
            </a:pPr>
            <a:r>
              <a:rPr lang="en-US" sz="1800">
                <a:solidFill>
                  <a:srgbClr val="000000"/>
                </a:solidFill>
                <a:latin typeface="Courier New" pitchFamily="49" charset="0"/>
              </a:rPr>
              <a:t>  4		    (SELECT sal</a:t>
            </a:r>
          </a:p>
          <a:p>
            <a:pPr algn="l">
              <a:lnSpc>
                <a:spcPct val="100000"/>
              </a:lnSpc>
              <a:spcBef>
                <a:spcPct val="0"/>
              </a:spcBef>
            </a:pPr>
            <a:r>
              <a:rPr lang="en-US" sz="1800">
                <a:solidFill>
                  <a:srgbClr val="000000"/>
                </a:solidFill>
                <a:latin typeface="Courier New" pitchFamily="49" charset="0"/>
              </a:rPr>
              <a:t>  5               FROM   emp</a:t>
            </a:r>
          </a:p>
          <a:p>
            <a:pPr algn="l">
              <a:lnSpc>
                <a:spcPct val="100000"/>
              </a:lnSpc>
              <a:spcBef>
                <a:spcPct val="0"/>
              </a:spcBef>
            </a:pPr>
            <a:r>
              <a:rPr lang="en-US" sz="1800">
                <a:solidFill>
                  <a:srgbClr val="000000"/>
                </a:solidFill>
                <a:latin typeface="Courier New" pitchFamily="49" charset="0"/>
              </a:rPr>
              <a:t>  6               WHERE  empno = 7566);</a:t>
            </a:r>
          </a:p>
        </p:txBody>
      </p:sp>
      <p:sp>
        <p:nvSpPr>
          <p:cNvPr id="13320" name="Rectangle 8"/>
          <p:cNvSpPr>
            <a:spLocks noChangeArrowheads="1"/>
          </p:cNvSpPr>
          <p:nvPr/>
        </p:nvSpPr>
        <p:spPr bwMode="auto">
          <a:xfrm>
            <a:off x="909638" y="1936750"/>
            <a:ext cx="7172325" cy="1806575"/>
          </a:xfrm>
          <a:prstGeom prst="rect">
            <a:avLst/>
          </a:prstGeom>
          <a:noFill/>
          <a:ln w="9525">
            <a:noFill/>
            <a:miter lim="800000"/>
            <a:headEnd/>
            <a:tailEnd/>
          </a:ln>
          <a:effectLst/>
        </p:spPr>
        <p:txBody>
          <a:bodyPr lIns="92075" tIns="46038" rIns="92075" bIns="46038">
            <a:spAutoFit/>
          </a:bodyPr>
          <a:lstStyle/>
          <a:p>
            <a:pPr algn="l" defTabSz="400050">
              <a:lnSpc>
                <a:spcPct val="125000"/>
              </a:lnSpc>
              <a:spcBef>
                <a:spcPct val="0"/>
              </a:spcBef>
              <a:tabLst>
                <a:tab pos="400050" algn="r"/>
                <a:tab pos="685800" algn="l"/>
              </a:tabLst>
            </a:pPr>
            <a:endParaRPr lang="en-US" sz="1800">
              <a:solidFill>
                <a:srgbClr val="000000"/>
              </a:solidFill>
              <a:latin typeface="Courier New" pitchFamily="49" charset="0"/>
            </a:endParaRPr>
          </a:p>
          <a:p>
            <a:pPr algn="l" defTabSz="400050">
              <a:lnSpc>
                <a:spcPct val="125000"/>
              </a:lnSpc>
              <a:spcBef>
                <a:spcPct val="0"/>
              </a:spcBef>
              <a:tabLst>
                <a:tab pos="400050" algn="r"/>
                <a:tab pos="685800" algn="l"/>
              </a:tabLst>
            </a:pPr>
            <a:endParaRPr lang="en-US" sz="1800">
              <a:solidFill>
                <a:srgbClr val="000000"/>
              </a:solidFill>
              <a:latin typeface="Courier New" pitchFamily="49" charset="0"/>
            </a:endParaRPr>
          </a:p>
          <a:p>
            <a:pPr algn="l" defTabSz="400050">
              <a:lnSpc>
                <a:spcPct val="125000"/>
              </a:lnSpc>
              <a:spcBef>
                <a:spcPct val="0"/>
              </a:spcBef>
              <a:tabLst>
                <a:tab pos="400050" algn="r"/>
                <a:tab pos="685800" algn="l"/>
              </a:tabLst>
            </a:pPr>
            <a:endParaRPr lang="en-US" sz="1800">
              <a:solidFill>
                <a:srgbClr val="000000"/>
              </a:solidFill>
              <a:latin typeface="Courier New" pitchFamily="49" charset="0"/>
            </a:endParaRPr>
          </a:p>
          <a:p>
            <a:pPr algn="l" defTabSz="400050">
              <a:lnSpc>
                <a:spcPct val="125000"/>
              </a:lnSpc>
              <a:spcBef>
                <a:spcPct val="0"/>
              </a:spcBef>
              <a:tabLst>
                <a:tab pos="400050" algn="r"/>
                <a:tab pos="685800" algn="l"/>
              </a:tabLst>
            </a:pPr>
            <a:endParaRPr lang="en-US" sz="1800">
              <a:solidFill>
                <a:srgbClr val="000000"/>
              </a:solidFill>
              <a:latin typeface="Courier New" pitchFamily="49" charset="0"/>
            </a:endParaRPr>
          </a:p>
          <a:p>
            <a:pPr algn="l" defTabSz="400050">
              <a:lnSpc>
                <a:spcPct val="125000"/>
              </a:lnSpc>
              <a:spcBef>
                <a:spcPct val="0"/>
              </a:spcBef>
              <a:tabLst>
                <a:tab pos="400050" algn="r"/>
                <a:tab pos="685800" algn="l"/>
              </a:tabLst>
            </a:pPr>
            <a:endParaRPr lang="en-US" sz="1800">
              <a:solidFill>
                <a:srgbClr val="000000"/>
              </a:solidFill>
              <a:latin typeface="Courier New" pitchFamily="49" charset="0"/>
            </a:endParaRPr>
          </a:p>
        </p:txBody>
      </p:sp>
      <p:sp>
        <p:nvSpPr>
          <p:cNvPr id="13321" name="Rectangle 9"/>
          <p:cNvSpPr>
            <a:spLocks noGrp="1" noChangeArrowheads="1"/>
          </p:cNvSpPr>
          <p:nvPr>
            <p:ph type="title"/>
          </p:nvPr>
        </p:nvSpPr>
        <p:spPr>
          <a:noFill/>
          <a:ln/>
        </p:spPr>
        <p:txBody>
          <a:bodyPr/>
          <a:lstStyle/>
          <a:p>
            <a:r>
              <a:rPr lang="en-US"/>
              <a:t>Using a Subquery</a:t>
            </a:r>
          </a:p>
        </p:txBody>
      </p:sp>
      <p:sp>
        <p:nvSpPr>
          <p:cNvPr id="13322" name="Rectangle 10"/>
          <p:cNvSpPr>
            <a:spLocks noChangeArrowheads="1"/>
          </p:cNvSpPr>
          <p:nvPr/>
        </p:nvSpPr>
        <p:spPr bwMode="blackWhite">
          <a:xfrm>
            <a:off x="879475" y="4021138"/>
            <a:ext cx="7353300" cy="1465262"/>
          </a:xfrm>
          <a:prstGeom prst="rect">
            <a:avLst/>
          </a:prstGeom>
          <a:solidFill>
            <a:srgbClr val="DDDDDD"/>
          </a:solidFill>
          <a:ln w="25400">
            <a:solidFill>
              <a:srgbClr val="000000"/>
            </a:solidFill>
            <a:miter lim="800000"/>
            <a:headEnd/>
            <a:tailEnd/>
          </a:ln>
          <a:effectLst>
            <a:outerShdw dist="89803" dir="2700000" algn="ctr" rotWithShape="0">
              <a:srgbClr val="000000">
                <a:alpha val="50000"/>
              </a:srgbClr>
            </a:outerShdw>
          </a:effectLst>
        </p:spPr>
        <p:txBody>
          <a:bodyPr wrap="none" lIns="92075" tIns="46038" rIns="92075" bIns="46038" anchor="ctr"/>
          <a:lstStyle/>
          <a:p>
            <a:pPr algn="l">
              <a:lnSpc>
                <a:spcPct val="100000"/>
              </a:lnSpc>
              <a:spcBef>
                <a:spcPct val="0"/>
              </a:spcBef>
              <a:tabLst>
                <a:tab pos="1200150" algn="l"/>
              </a:tabLst>
            </a:pPr>
            <a:r>
              <a:rPr lang="en-US" sz="1800">
                <a:solidFill>
                  <a:srgbClr val="000000"/>
                </a:solidFill>
                <a:latin typeface="Courier New" pitchFamily="49" charset="0"/>
              </a:rPr>
              <a:t> ENAME</a:t>
            </a:r>
          </a:p>
          <a:p>
            <a:pPr algn="l">
              <a:lnSpc>
                <a:spcPct val="100000"/>
              </a:lnSpc>
              <a:spcBef>
                <a:spcPct val="0"/>
              </a:spcBef>
              <a:tabLst>
                <a:tab pos="1200150" algn="l"/>
              </a:tabLst>
            </a:pPr>
            <a:r>
              <a:rPr lang="en-US" sz="1800">
                <a:solidFill>
                  <a:srgbClr val="000000"/>
                </a:solidFill>
                <a:latin typeface="Courier New" pitchFamily="49" charset="0"/>
              </a:rPr>
              <a:t> ----------</a:t>
            </a:r>
          </a:p>
          <a:p>
            <a:pPr algn="l">
              <a:lnSpc>
                <a:spcPct val="100000"/>
              </a:lnSpc>
              <a:spcBef>
                <a:spcPct val="0"/>
              </a:spcBef>
              <a:tabLst>
                <a:tab pos="1200150" algn="l"/>
              </a:tabLst>
            </a:pPr>
            <a:r>
              <a:rPr lang="en-US" sz="1800">
                <a:solidFill>
                  <a:srgbClr val="000000"/>
                </a:solidFill>
                <a:latin typeface="Courier New" pitchFamily="49" charset="0"/>
              </a:rPr>
              <a:t> KING</a:t>
            </a:r>
          </a:p>
          <a:p>
            <a:pPr algn="l">
              <a:lnSpc>
                <a:spcPct val="100000"/>
              </a:lnSpc>
              <a:spcBef>
                <a:spcPct val="0"/>
              </a:spcBef>
              <a:tabLst>
                <a:tab pos="1200150" algn="l"/>
              </a:tabLst>
            </a:pPr>
            <a:r>
              <a:rPr lang="en-US" sz="1800">
                <a:solidFill>
                  <a:srgbClr val="000000"/>
                </a:solidFill>
                <a:latin typeface="Courier New" pitchFamily="49" charset="0"/>
              </a:rPr>
              <a:t> FORD</a:t>
            </a:r>
          </a:p>
          <a:p>
            <a:pPr algn="l">
              <a:lnSpc>
                <a:spcPct val="100000"/>
              </a:lnSpc>
              <a:spcBef>
                <a:spcPct val="0"/>
              </a:spcBef>
              <a:tabLst>
                <a:tab pos="1200150" algn="l"/>
              </a:tabLst>
            </a:pPr>
            <a:r>
              <a:rPr lang="en-US" sz="1800">
                <a:solidFill>
                  <a:srgbClr val="000000"/>
                </a:solidFill>
                <a:latin typeface="Courier New" pitchFamily="49" charset="0"/>
              </a:rPr>
              <a:t> SCOTT</a:t>
            </a:r>
          </a:p>
        </p:txBody>
      </p:sp>
    </p:spTree>
  </p:cSld>
  <p:clrMapOvr>
    <a:masterClrMapping/>
  </p:clrMapOvr>
  <p:transition spd="slow"/>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1" fill="hold" nodeType="clickEffect">
                                  <p:stCondLst>
                                    <p:cond delay="0"/>
                                  </p:stCondLst>
                                  <p:childTnLst>
                                    <p:set>
                                      <p:cBhvr>
                                        <p:cTn id="6" dur="1" fill="hold">
                                          <p:stCondLst>
                                            <p:cond delay="0"/>
                                          </p:stCondLst>
                                        </p:cTn>
                                        <p:tgtEl>
                                          <p:spTgt spid="2"/>
                                        </p:tgtEl>
                                        <p:attrNameLst>
                                          <p:attrName>style.visibility</p:attrName>
                                        </p:attrNameLst>
                                      </p:cBhvr>
                                      <p:to>
                                        <p:strVal val="visible"/>
                                      </p:to>
                                    </p:set>
                                    <p:animEffect transition="in" filter="wipe(up)">
                                      <p:cBhvr>
                                        <p:cTn id="7" dur="500"/>
                                        <p:tgtEl>
                                          <p:spTgt spid="2"/>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1" fill="hold" grpId="0" nodeType="clickEffect">
                                  <p:stCondLst>
                                    <p:cond delay="0"/>
                                  </p:stCondLst>
                                  <p:childTnLst>
                                    <p:set>
                                      <p:cBhvr>
                                        <p:cTn id="11" dur="1" fill="hold">
                                          <p:stCondLst>
                                            <p:cond delay="0"/>
                                          </p:stCondLst>
                                        </p:cTn>
                                        <p:tgtEl>
                                          <p:spTgt spid="13322"/>
                                        </p:tgtEl>
                                        <p:attrNameLst>
                                          <p:attrName>style.visibility</p:attrName>
                                        </p:attrNameLst>
                                      </p:cBhvr>
                                      <p:to>
                                        <p:strVal val="visible"/>
                                      </p:to>
                                    </p:set>
                                    <p:animEffect transition="in" filter="wipe(up)">
                                      <p:cBhvr>
                                        <p:cTn id="12" dur="500"/>
                                        <p:tgtEl>
                                          <p:spTgt spid="1332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3322" grpId="0" animBg="1" autoUpdateAnimBg="0"/>
    </p:bld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51234" name="Rectangle 2"/>
          <p:cNvSpPr>
            <a:spLocks noGrp="1" noChangeArrowheads="1"/>
          </p:cNvSpPr>
          <p:nvPr>
            <p:ph type="title"/>
          </p:nvPr>
        </p:nvSpPr>
        <p:spPr/>
        <p:txBody>
          <a:bodyPr/>
          <a:lstStyle/>
          <a:p>
            <a:r>
              <a:rPr lang="en-US"/>
              <a:t>Types of Subqueries</a:t>
            </a:r>
          </a:p>
        </p:txBody>
      </p:sp>
      <p:sp>
        <p:nvSpPr>
          <p:cNvPr id="4" name="Footer Placeholder 3"/>
          <p:cNvSpPr>
            <a:spLocks noGrp="1"/>
          </p:cNvSpPr>
          <p:nvPr>
            <p:ph type="ftr" sz="quarter" idx="11"/>
          </p:nvPr>
        </p:nvSpPr>
        <p:spPr/>
        <p:txBody>
          <a:bodyPr/>
          <a:lstStyle/>
          <a:p>
            <a:r>
              <a:rPr lang="en-US"/>
              <a:t>Oracle 10</a:t>
            </a:r>
            <a:r>
              <a:rPr lang="en-US" i="1"/>
              <a:t>g:</a:t>
            </a:r>
            <a:r>
              <a:rPr lang="en-US"/>
              <a:t> SQL</a:t>
            </a:r>
            <a:endParaRPr lang="en-US">
              <a:latin typeface="Arial" pitchFamily="34" charset="0"/>
            </a:endParaRPr>
          </a:p>
        </p:txBody>
      </p:sp>
      <p:sp>
        <p:nvSpPr>
          <p:cNvPr id="5" name="Slide Number Placeholder 4"/>
          <p:cNvSpPr>
            <a:spLocks noGrp="1"/>
          </p:cNvSpPr>
          <p:nvPr>
            <p:ph type="sldNum" sz="quarter" idx="12"/>
          </p:nvPr>
        </p:nvSpPr>
        <p:spPr/>
        <p:txBody>
          <a:bodyPr/>
          <a:lstStyle/>
          <a:p>
            <a:fld id="{CC7912CB-EEDD-4781-8890-442B82C7185C}" type="slidenum">
              <a:rPr lang="en-US"/>
              <a:pPr/>
              <a:t>7</a:t>
            </a:fld>
            <a:endParaRPr lang="en-US">
              <a:latin typeface="Arial" pitchFamily="34" charset="0"/>
            </a:endParaRPr>
          </a:p>
        </p:txBody>
      </p:sp>
      <p:pic>
        <p:nvPicPr>
          <p:cNvPr id="351237" name="Picture 5" descr="Fig12-01x"/>
          <p:cNvPicPr>
            <a:picLocks noGrp="1" noChangeAspect="1" noChangeArrowheads="1"/>
          </p:cNvPicPr>
          <p:nvPr>
            <p:ph sz="quarter" idx="1"/>
          </p:nvPr>
        </p:nvPicPr>
        <p:blipFill>
          <a:blip r:embed="rId2"/>
          <a:srcRect/>
          <a:stretch>
            <a:fillRect/>
          </a:stretch>
        </p:blipFill>
        <p:spPr>
          <a:xfrm>
            <a:off x="457200" y="2209800"/>
            <a:ext cx="8229600" cy="2786063"/>
          </a:xfrm>
          <a:noFill/>
          <a:ln/>
        </p:spPr>
      </p:pic>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56354" name="Rectangle 1026"/>
          <p:cNvSpPr>
            <a:spLocks noGrp="1" noChangeArrowheads="1"/>
          </p:cNvSpPr>
          <p:nvPr>
            <p:ph type="title"/>
          </p:nvPr>
        </p:nvSpPr>
        <p:spPr/>
        <p:txBody>
          <a:bodyPr/>
          <a:lstStyle/>
          <a:p>
            <a:r>
              <a:rPr lang="en-US"/>
              <a:t>Single-Row Subqueries</a:t>
            </a:r>
          </a:p>
        </p:txBody>
      </p:sp>
      <p:sp>
        <p:nvSpPr>
          <p:cNvPr id="4" name="Footer Placeholder 3"/>
          <p:cNvSpPr>
            <a:spLocks noGrp="1"/>
          </p:cNvSpPr>
          <p:nvPr>
            <p:ph type="ftr" sz="quarter" idx="11"/>
          </p:nvPr>
        </p:nvSpPr>
        <p:spPr/>
        <p:txBody>
          <a:bodyPr/>
          <a:lstStyle/>
          <a:p>
            <a:r>
              <a:rPr lang="en-US"/>
              <a:t>Oracle 10</a:t>
            </a:r>
            <a:r>
              <a:rPr lang="en-US" i="1"/>
              <a:t>g:</a:t>
            </a:r>
            <a:r>
              <a:rPr lang="en-US"/>
              <a:t> SQL</a:t>
            </a:r>
            <a:endParaRPr lang="en-US">
              <a:latin typeface="Arial" pitchFamily="34" charset="0"/>
            </a:endParaRPr>
          </a:p>
        </p:txBody>
      </p:sp>
      <p:sp>
        <p:nvSpPr>
          <p:cNvPr id="5" name="Slide Number Placeholder 4"/>
          <p:cNvSpPr>
            <a:spLocks noGrp="1"/>
          </p:cNvSpPr>
          <p:nvPr>
            <p:ph type="sldNum" sz="quarter" idx="12"/>
          </p:nvPr>
        </p:nvSpPr>
        <p:spPr/>
        <p:txBody>
          <a:bodyPr/>
          <a:lstStyle/>
          <a:p>
            <a:fld id="{938ED4C8-E2D1-4C74-A6CB-023F2782834C}" type="slidenum">
              <a:rPr lang="en-US"/>
              <a:pPr/>
              <a:t>8</a:t>
            </a:fld>
            <a:endParaRPr lang="en-US">
              <a:latin typeface="Arial" pitchFamily="34" charset="0"/>
            </a:endParaRPr>
          </a:p>
        </p:txBody>
      </p:sp>
      <p:sp>
        <p:nvSpPr>
          <p:cNvPr id="356355" name="Rectangle 1027"/>
          <p:cNvSpPr>
            <a:spLocks noGrp="1" noChangeArrowheads="1"/>
          </p:cNvSpPr>
          <p:nvPr>
            <p:ph sz="quarter" idx="1"/>
          </p:nvPr>
        </p:nvSpPr>
        <p:spPr/>
        <p:txBody>
          <a:bodyPr/>
          <a:lstStyle/>
          <a:p>
            <a:r>
              <a:rPr lang="en-US"/>
              <a:t>Can only return </a:t>
            </a:r>
            <a:r>
              <a:rPr lang="en-US" u="sng"/>
              <a:t>one</a:t>
            </a:r>
            <a:r>
              <a:rPr lang="en-US"/>
              <a:t> result to the outer query</a:t>
            </a:r>
          </a:p>
          <a:p>
            <a:r>
              <a:rPr lang="en-US"/>
              <a:t>Operators include =, &gt;, &lt;, &gt;=, &lt;=, &lt; &gt;</a:t>
            </a:r>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52258" name="Rectangle 2"/>
          <p:cNvSpPr>
            <a:spLocks noGrp="1" noChangeArrowheads="1"/>
          </p:cNvSpPr>
          <p:nvPr>
            <p:ph type="title"/>
          </p:nvPr>
        </p:nvSpPr>
        <p:spPr/>
        <p:txBody>
          <a:bodyPr>
            <a:normAutofit fontScale="90000"/>
          </a:bodyPr>
          <a:lstStyle/>
          <a:p>
            <a:r>
              <a:rPr lang="en-US"/>
              <a:t>Single-Row Subquery in a WHERE Clause</a:t>
            </a:r>
          </a:p>
        </p:txBody>
      </p:sp>
      <p:sp>
        <p:nvSpPr>
          <p:cNvPr id="352259" name="Rectangle 3"/>
          <p:cNvSpPr>
            <a:spLocks noGrp="1" noChangeArrowheads="1"/>
          </p:cNvSpPr>
          <p:nvPr>
            <p:ph type="body" sz="half" idx="1"/>
          </p:nvPr>
        </p:nvSpPr>
        <p:spPr>
          <a:xfrm>
            <a:off x="685800" y="1981200"/>
            <a:ext cx="7620000" cy="685800"/>
          </a:xfrm>
        </p:spPr>
        <p:txBody>
          <a:bodyPr>
            <a:normAutofit/>
          </a:bodyPr>
          <a:lstStyle/>
          <a:p>
            <a:pPr>
              <a:buFont typeface="Times" charset="0"/>
              <a:buChar char="•"/>
            </a:pPr>
            <a:r>
              <a:rPr lang="en-US" sz="2800"/>
              <a:t>Used for comparison against individual data</a:t>
            </a:r>
          </a:p>
        </p:txBody>
      </p:sp>
      <p:sp>
        <p:nvSpPr>
          <p:cNvPr id="5" name="Footer Placeholder 4"/>
          <p:cNvSpPr>
            <a:spLocks noGrp="1"/>
          </p:cNvSpPr>
          <p:nvPr>
            <p:ph type="ftr" sz="quarter" idx="10"/>
          </p:nvPr>
        </p:nvSpPr>
        <p:spPr/>
        <p:txBody>
          <a:bodyPr/>
          <a:lstStyle/>
          <a:p>
            <a:r>
              <a:rPr lang="en-US"/>
              <a:t>Oracle 10</a:t>
            </a:r>
            <a:r>
              <a:rPr lang="en-US" i="1"/>
              <a:t>g:</a:t>
            </a:r>
            <a:r>
              <a:rPr lang="en-US"/>
              <a:t> SQL</a:t>
            </a:r>
            <a:endParaRPr lang="en-US">
              <a:latin typeface="Arial" pitchFamily="34" charset="0"/>
            </a:endParaRPr>
          </a:p>
        </p:txBody>
      </p:sp>
      <p:sp>
        <p:nvSpPr>
          <p:cNvPr id="6" name="Slide Number Placeholder 5"/>
          <p:cNvSpPr>
            <a:spLocks noGrp="1"/>
          </p:cNvSpPr>
          <p:nvPr>
            <p:ph type="sldNum" sz="quarter" idx="11"/>
          </p:nvPr>
        </p:nvSpPr>
        <p:spPr/>
        <p:txBody>
          <a:bodyPr/>
          <a:lstStyle/>
          <a:p>
            <a:fld id="{A55AB2D5-1B82-4800-A731-18438ED93B53}" type="slidenum">
              <a:rPr lang="en-US"/>
              <a:pPr/>
              <a:t>9</a:t>
            </a:fld>
            <a:endParaRPr lang="en-US">
              <a:latin typeface="Arial" pitchFamily="34" charset="0"/>
            </a:endParaRPr>
          </a:p>
        </p:txBody>
      </p:sp>
      <p:sp>
        <p:nvSpPr>
          <p:cNvPr id="8" name="Rectangle 7">
            <a:extLst>
              <a:ext uri="{FF2B5EF4-FFF2-40B4-BE49-F238E27FC236}">
                <a16:creationId xmlns:a16="http://schemas.microsoft.com/office/drawing/2014/main" id="{6A4D7017-BE1A-4020-9073-C59CC2C824A6}"/>
              </a:ext>
            </a:extLst>
          </p:cNvPr>
          <p:cNvSpPr/>
          <p:nvPr/>
        </p:nvSpPr>
        <p:spPr>
          <a:xfrm>
            <a:off x="685800" y="3105835"/>
            <a:ext cx="7924800" cy="830997"/>
          </a:xfrm>
          <a:prstGeom prst="rect">
            <a:avLst/>
          </a:prstGeom>
        </p:spPr>
        <p:txBody>
          <a:bodyPr wrap="square">
            <a:spAutoFit/>
          </a:bodyPr>
          <a:lstStyle/>
          <a:p>
            <a:r>
              <a:rPr lang="en-IN" sz="2400" b="1" dirty="0"/>
              <a:t>select </a:t>
            </a:r>
            <a:r>
              <a:rPr lang="en-IN" sz="2400" b="1" dirty="0" err="1"/>
              <a:t>empname</a:t>
            </a:r>
            <a:r>
              <a:rPr lang="en-IN" sz="2400" b="1" dirty="0"/>
              <a:t>, salary from employee where salary&gt;(select </a:t>
            </a:r>
            <a:r>
              <a:rPr lang="en-IN" sz="2400" b="1" dirty="0" err="1"/>
              <a:t>avg</a:t>
            </a:r>
            <a:r>
              <a:rPr lang="en-IN" sz="2400" b="1" dirty="0"/>
              <a:t>(salary) from employee);</a:t>
            </a:r>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54306" name="Rectangle 2"/>
          <p:cNvSpPr>
            <a:spLocks noGrp="1" noChangeArrowheads="1"/>
          </p:cNvSpPr>
          <p:nvPr>
            <p:ph type="title"/>
          </p:nvPr>
        </p:nvSpPr>
        <p:spPr/>
        <p:txBody>
          <a:bodyPr>
            <a:normAutofit fontScale="90000"/>
          </a:bodyPr>
          <a:lstStyle/>
          <a:p>
            <a:r>
              <a:rPr lang="en-US"/>
              <a:t>Single-Row Subquery in a HAVING Clause</a:t>
            </a:r>
          </a:p>
        </p:txBody>
      </p:sp>
      <p:sp>
        <p:nvSpPr>
          <p:cNvPr id="354307" name="Rectangle 3"/>
          <p:cNvSpPr>
            <a:spLocks noGrp="1" noChangeArrowheads="1"/>
          </p:cNvSpPr>
          <p:nvPr>
            <p:ph type="body" sz="half" idx="1"/>
          </p:nvPr>
        </p:nvSpPr>
        <p:spPr>
          <a:xfrm>
            <a:off x="685800" y="1981200"/>
            <a:ext cx="7696200" cy="1066800"/>
          </a:xfrm>
        </p:spPr>
        <p:txBody>
          <a:bodyPr/>
          <a:lstStyle/>
          <a:p>
            <a:pPr>
              <a:buFont typeface="Times" charset="0"/>
              <a:buChar char="•"/>
            </a:pPr>
            <a:r>
              <a:rPr lang="en-US" sz="2800"/>
              <a:t>Required when returned value is compared to grouped data</a:t>
            </a:r>
          </a:p>
        </p:txBody>
      </p:sp>
      <p:sp>
        <p:nvSpPr>
          <p:cNvPr id="5" name="Footer Placeholder 4"/>
          <p:cNvSpPr>
            <a:spLocks noGrp="1"/>
          </p:cNvSpPr>
          <p:nvPr>
            <p:ph type="ftr" sz="quarter" idx="10"/>
          </p:nvPr>
        </p:nvSpPr>
        <p:spPr/>
        <p:txBody>
          <a:bodyPr/>
          <a:lstStyle/>
          <a:p>
            <a:r>
              <a:rPr lang="en-US"/>
              <a:t>Oracle 10</a:t>
            </a:r>
            <a:r>
              <a:rPr lang="en-US" i="1"/>
              <a:t>g:</a:t>
            </a:r>
            <a:r>
              <a:rPr lang="en-US"/>
              <a:t> SQL</a:t>
            </a:r>
            <a:endParaRPr lang="en-US">
              <a:latin typeface="Arial" pitchFamily="34" charset="0"/>
            </a:endParaRPr>
          </a:p>
        </p:txBody>
      </p:sp>
      <p:sp>
        <p:nvSpPr>
          <p:cNvPr id="6" name="Slide Number Placeholder 5"/>
          <p:cNvSpPr>
            <a:spLocks noGrp="1"/>
          </p:cNvSpPr>
          <p:nvPr>
            <p:ph type="sldNum" sz="quarter" idx="11"/>
          </p:nvPr>
        </p:nvSpPr>
        <p:spPr/>
        <p:txBody>
          <a:bodyPr/>
          <a:lstStyle/>
          <a:p>
            <a:fld id="{963D4FD9-67D2-4FC2-B8A9-ECC6192A717F}" type="slidenum">
              <a:rPr lang="en-US"/>
              <a:pPr/>
              <a:t>10</a:t>
            </a:fld>
            <a:endParaRPr lang="en-US">
              <a:latin typeface="Arial" pitchFamily="34" charset="0"/>
            </a:endParaRPr>
          </a:p>
        </p:txBody>
      </p:sp>
      <p:sp>
        <p:nvSpPr>
          <p:cNvPr id="4" name="Rectangle 3">
            <a:extLst>
              <a:ext uri="{FF2B5EF4-FFF2-40B4-BE49-F238E27FC236}">
                <a16:creationId xmlns:a16="http://schemas.microsoft.com/office/drawing/2014/main" id="{993A2090-AD87-4A70-AC13-11E725AC78FE}"/>
              </a:ext>
            </a:extLst>
          </p:cNvPr>
          <p:cNvSpPr/>
          <p:nvPr/>
        </p:nvSpPr>
        <p:spPr>
          <a:xfrm>
            <a:off x="533400" y="2967335"/>
            <a:ext cx="8458200" cy="1200329"/>
          </a:xfrm>
          <a:prstGeom prst="rect">
            <a:avLst/>
          </a:prstGeom>
        </p:spPr>
        <p:txBody>
          <a:bodyPr wrap="square">
            <a:spAutoFit/>
          </a:bodyPr>
          <a:lstStyle/>
          <a:p>
            <a:r>
              <a:rPr lang="en-IN" sz="2400" b="1" dirty="0"/>
              <a:t>select </a:t>
            </a:r>
            <a:r>
              <a:rPr lang="en-IN" sz="2400" b="1" dirty="0" err="1"/>
              <a:t>deptno,avg</a:t>
            </a:r>
            <a:r>
              <a:rPr lang="en-IN" sz="2400" b="1" dirty="0"/>
              <a:t>(salary) from employee group by </a:t>
            </a:r>
            <a:r>
              <a:rPr lang="en-IN" sz="2400" b="1" dirty="0" err="1"/>
              <a:t>deptno</a:t>
            </a:r>
            <a:r>
              <a:rPr lang="en-IN" sz="2400" b="1" dirty="0"/>
              <a:t> having </a:t>
            </a:r>
            <a:r>
              <a:rPr lang="en-IN" sz="2400" b="1" dirty="0" err="1"/>
              <a:t>avg</a:t>
            </a:r>
            <a:r>
              <a:rPr lang="en-IN" sz="2400" b="1" dirty="0"/>
              <a:t>(salary)&gt;(select </a:t>
            </a:r>
            <a:r>
              <a:rPr lang="en-IN" sz="2400" b="1" dirty="0" err="1"/>
              <a:t>avg</a:t>
            </a:r>
            <a:r>
              <a:rPr lang="en-IN" sz="2400" b="1" dirty="0"/>
              <a:t>(salary) from employee where </a:t>
            </a:r>
            <a:r>
              <a:rPr lang="en-IN" sz="2400" b="1" dirty="0" err="1"/>
              <a:t>deptno</a:t>
            </a:r>
            <a:r>
              <a:rPr lang="en-IN" sz="2400" b="1" dirty="0"/>
              <a:t>='D11');</a:t>
            </a:r>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58402" name="Rectangle 2"/>
          <p:cNvSpPr>
            <a:spLocks noGrp="1" noChangeArrowheads="1"/>
          </p:cNvSpPr>
          <p:nvPr>
            <p:ph type="title"/>
          </p:nvPr>
        </p:nvSpPr>
        <p:spPr/>
        <p:txBody>
          <a:bodyPr>
            <a:normAutofit fontScale="90000"/>
          </a:bodyPr>
          <a:lstStyle/>
          <a:p>
            <a:r>
              <a:rPr lang="en-US"/>
              <a:t>Single-Row Subquery in a SELECT Clause</a:t>
            </a:r>
          </a:p>
        </p:txBody>
      </p:sp>
      <p:sp>
        <p:nvSpPr>
          <p:cNvPr id="358403" name="Rectangle 3"/>
          <p:cNvSpPr>
            <a:spLocks noGrp="1" noChangeArrowheads="1"/>
          </p:cNvSpPr>
          <p:nvPr>
            <p:ph type="body" sz="half" idx="1"/>
          </p:nvPr>
        </p:nvSpPr>
        <p:spPr>
          <a:xfrm>
            <a:off x="685800" y="1981200"/>
            <a:ext cx="6781800" cy="1600200"/>
          </a:xfrm>
        </p:spPr>
        <p:txBody>
          <a:bodyPr/>
          <a:lstStyle/>
          <a:p>
            <a:pPr>
              <a:buFont typeface="Times" charset="0"/>
              <a:buChar char="•"/>
            </a:pPr>
            <a:r>
              <a:rPr lang="en-US" sz="2400" dirty="0"/>
              <a:t>Replicates subquery value for each row displayed</a:t>
            </a:r>
          </a:p>
        </p:txBody>
      </p:sp>
      <p:sp>
        <p:nvSpPr>
          <p:cNvPr id="5" name="Footer Placeholder 4"/>
          <p:cNvSpPr>
            <a:spLocks noGrp="1"/>
          </p:cNvSpPr>
          <p:nvPr>
            <p:ph type="ftr" sz="quarter" idx="10"/>
          </p:nvPr>
        </p:nvSpPr>
        <p:spPr/>
        <p:txBody>
          <a:bodyPr/>
          <a:lstStyle/>
          <a:p>
            <a:r>
              <a:rPr lang="en-US"/>
              <a:t>Oracle 10</a:t>
            </a:r>
            <a:r>
              <a:rPr lang="en-US" i="1"/>
              <a:t>g:</a:t>
            </a:r>
            <a:r>
              <a:rPr lang="en-US"/>
              <a:t> SQL</a:t>
            </a:r>
            <a:endParaRPr lang="en-US">
              <a:latin typeface="Arial" pitchFamily="34" charset="0"/>
            </a:endParaRPr>
          </a:p>
        </p:txBody>
      </p:sp>
      <p:sp>
        <p:nvSpPr>
          <p:cNvPr id="6" name="Slide Number Placeholder 5"/>
          <p:cNvSpPr>
            <a:spLocks noGrp="1"/>
          </p:cNvSpPr>
          <p:nvPr>
            <p:ph type="sldNum" sz="quarter" idx="11"/>
          </p:nvPr>
        </p:nvSpPr>
        <p:spPr/>
        <p:txBody>
          <a:bodyPr/>
          <a:lstStyle/>
          <a:p>
            <a:fld id="{14760F16-D85B-443F-9A4D-C3EE4BDE1549}" type="slidenum">
              <a:rPr lang="en-US"/>
              <a:pPr/>
              <a:t>11</a:t>
            </a:fld>
            <a:endParaRPr lang="en-US">
              <a:latin typeface="Arial" pitchFamily="34" charset="0"/>
            </a:endParaRPr>
          </a:p>
        </p:txBody>
      </p:sp>
      <p:sp>
        <p:nvSpPr>
          <p:cNvPr id="4" name="Rectangle 3">
            <a:extLst>
              <a:ext uri="{FF2B5EF4-FFF2-40B4-BE49-F238E27FC236}">
                <a16:creationId xmlns:a16="http://schemas.microsoft.com/office/drawing/2014/main" id="{55CC2BC4-B65B-49AB-88C2-454255B8F479}"/>
              </a:ext>
            </a:extLst>
          </p:cNvPr>
          <p:cNvSpPr/>
          <p:nvPr/>
        </p:nvSpPr>
        <p:spPr>
          <a:xfrm>
            <a:off x="381000" y="3105835"/>
            <a:ext cx="8229600" cy="954107"/>
          </a:xfrm>
          <a:prstGeom prst="rect">
            <a:avLst/>
          </a:prstGeom>
        </p:spPr>
        <p:txBody>
          <a:bodyPr wrap="square">
            <a:spAutoFit/>
          </a:bodyPr>
          <a:lstStyle/>
          <a:p>
            <a:r>
              <a:rPr lang="en-IN" sz="2800" b="1" dirty="0"/>
              <a:t>select </a:t>
            </a:r>
            <a:r>
              <a:rPr lang="en-IN" sz="2800" b="1" dirty="0" err="1"/>
              <a:t>empname,salary</a:t>
            </a:r>
            <a:r>
              <a:rPr lang="en-IN" sz="2800" b="1" dirty="0"/>
              <a:t>,(select </a:t>
            </a:r>
            <a:r>
              <a:rPr lang="en-IN" sz="2800" b="1" dirty="0" err="1"/>
              <a:t>avg</a:t>
            </a:r>
            <a:r>
              <a:rPr lang="en-IN" sz="2800" b="1" dirty="0"/>
              <a:t>(salary) from employee) average from employee;</a:t>
            </a:r>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58402" name="Rectangle 2"/>
          <p:cNvSpPr>
            <a:spLocks noGrp="1" noChangeArrowheads="1"/>
          </p:cNvSpPr>
          <p:nvPr>
            <p:ph type="title"/>
          </p:nvPr>
        </p:nvSpPr>
        <p:spPr/>
        <p:txBody>
          <a:bodyPr>
            <a:normAutofit fontScale="90000"/>
          </a:bodyPr>
          <a:lstStyle/>
          <a:p>
            <a:r>
              <a:rPr lang="en-US" dirty="0"/>
              <a:t>Single-Row Subquery in a FROM Clause</a:t>
            </a:r>
          </a:p>
        </p:txBody>
      </p:sp>
      <p:sp>
        <p:nvSpPr>
          <p:cNvPr id="5" name="Footer Placeholder 4"/>
          <p:cNvSpPr>
            <a:spLocks noGrp="1"/>
          </p:cNvSpPr>
          <p:nvPr>
            <p:ph type="ftr" sz="quarter" idx="10"/>
          </p:nvPr>
        </p:nvSpPr>
        <p:spPr/>
        <p:txBody>
          <a:bodyPr/>
          <a:lstStyle/>
          <a:p>
            <a:r>
              <a:rPr lang="en-US"/>
              <a:t>Oracle 10</a:t>
            </a:r>
            <a:r>
              <a:rPr lang="en-US" i="1"/>
              <a:t>g:</a:t>
            </a:r>
            <a:r>
              <a:rPr lang="en-US"/>
              <a:t> SQL</a:t>
            </a:r>
            <a:endParaRPr lang="en-US">
              <a:latin typeface="Arial" pitchFamily="34" charset="0"/>
            </a:endParaRPr>
          </a:p>
        </p:txBody>
      </p:sp>
      <p:sp>
        <p:nvSpPr>
          <p:cNvPr id="6" name="Slide Number Placeholder 5"/>
          <p:cNvSpPr>
            <a:spLocks noGrp="1"/>
          </p:cNvSpPr>
          <p:nvPr>
            <p:ph type="sldNum" sz="quarter" idx="11"/>
          </p:nvPr>
        </p:nvSpPr>
        <p:spPr/>
        <p:txBody>
          <a:bodyPr/>
          <a:lstStyle/>
          <a:p>
            <a:fld id="{14760F16-D85B-443F-9A4D-C3EE4BDE1549}" type="slidenum">
              <a:rPr lang="en-US"/>
              <a:pPr/>
              <a:t>12</a:t>
            </a:fld>
            <a:endParaRPr lang="en-US">
              <a:latin typeface="Arial" pitchFamily="34" charset="0"/>
            </a:endParaRPr>
          </a:p>
        </p:txBody>
      </p:sp>
      <p:sp>
        <p:nvSpPr>
          <p:cNvPr id="7" name="Rectangle 6">
            <a:extLst>
              <a:ext uri="{FF2B5EF4-FFF2-40B4-BE49-F238E27FC236}">
                <a16:creationId xmlns:a16="http://schemas.microsoft.com/office/drawing/2014/main" id="{62097BC2-1697-41D4-B1D2-00439A1FE9A5}"/>
              </a:ext>
            </a:extLst>
          </p:cNvPr>
          <p:cNvSpPr/>
          <p:nvPr/>
        </p:nvSpPr>
        <p:spPr>
          <a:xfrm>
            <a:off x="838200" y="2967335"/>
            <a:ext cx="8229600" cy="1200329"/>
          </a:xfrm>
          <a:prstGeom prst="rect">
            <a:avLst/>
          </a:prstGeom>
        </p:spPr>
        <p:txBody>
          <a:bodyPr wrap="square">
            <a:spAutoFit/>
          </a:bodyPr>
          <a:lstStyle/>
          <a:p>
            <a:r>
              <a:rPr lang="en-IN" sz="2400" b="1" dirty="0"/>
              <a:t>select </a:t>
            </a:r>
            <a:r>
              <a:rPr lang="en-IN" sz="2400" b="1" dirty="0" err="1"/>
              <a:t>empno,empname,deptname</a:t>
            </a:r>
            <a:r>
              <a:rPr lang="en-IN" sz="2400" b="1" dirty="0"/>
              <a:t> from(select * from employee </a:t>
            </a:r>
            <a:r>
              <a:rPr lang="en-IN" sz="2400" b="1" dirty="0" err="1"/>
              <a:t>e,department</a:t>
            </a:r>
            <a:r>
              <a:rPr lang="en-IN" sz="2400" b="1" dirty="0"/>
              <a:t> d where </a:t>
            </a:r>
            <a:r>
              <a:rPr lang="en-IN" sz="2400" b="1" dirty="0" err="1"/>
              <a:t>e.deptno</a:t>
            </a:r>
            <a:r>
              <a:rPr lang="en-IN" sz="2400" b="1" dirty="0"/>
              <a:t>=</a:t>
            </a:r>
            <a:r>
              <a:rPr lang="en-IN" sz="2400" b="1" dirty="0" err="1"/>
              <a:t>d.deptno</a:t>
            </a:r>
            <a:r>
              <a:rPr lang="en-IN" sz="2400" b="1" dirty="0"/>
              <a:t>) where </a:t>
            </a:r>
            <a:r>
              <a:rPr lang="en-IN" sz="2400" b="1" dirty="0" err="1"/>
              <a:t>rownum</a:t>
            </a:r>
            <a:r>
              <a:rPr lang="en-IN" sz="2400" b="1" dirty="0"/>
              <a:t>&lt;5;</a:t>
            </a:r>
          </a:p>
        </p:txBody>
      </p:sp>
    </p:spTree>
    <p:extLst>
      <p:ext uri="{BB962C8B-B14F-4D97-AF65-F5344CB8AC3E}">
        <p14:creationId xmlns:p14="http://schemas.microsoft.com/office/powerpoint/2010/main" val="2251656"/>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60450" name="Rectangle 2"/>
          <p:cNvSpPr>
            <a:spLocks noGrp="1" noChangeArrowheads="1"/>
          </p:cNvSpPr>
          <p:nvPr>
            <p:ph type="title"/>
          </p:nvPr>
        </p:nvSpPr>
        <p:spPr/>
        <p:txBody>
          <a:bodyPr/>
          <a:lstStyle/>
          <a:p>
            <a:r>
              <a:rPr lang="en-US"/>
              <a:t>Multiple</a:t>
            </a:r>
            <a:r>
              <a:rPr lang="en-US" sz="4000"/>
              <a:t>-</a:t>
            </a:r>
            <a:r>
              <a:rPr lang="en-US"/>
              <a:t>Row</a:t>
            </a:r>
            <a:r>
              <a:rPr lang="en-US" sz="4000"/>
              <a:t> </a:t>
            </a:r>
            <a:r>
              <a:rPr lang="en-US"/>
              <a:t>Subqueries</a:t>
            </a:r>
          </a:p>
        </p:txBody>
      </p:sp>
      <p:sp>
        <p:nvSpPr>
          <p:cNvPr id="4" name="Footer Placeholder 3"/>
          <p:cNvSpPr>
            <a:spLocks noGrp="1"/>
          </p:cNvSpPr>
          <p:nvPr>
            <p:ph type="ftr" sz="quarter" idx="11"/>
          </p:nvPr>
        </p:nvSpPr>
        <p:spPr/>
        <p:txBody>
          <a:bodyPr/>
          <a:lstStyle/>
          <a:p>
            <a:r>
              <a:rPr lang="en-US"/>
              <a:t>Oracle 10</a:t>
            </a:r>
            <a:r>
              <a:rPr lang="en-US" i="1"/>
              <a:t>g:</a:t>
            </a:r>
            <a:r>
              <a:rPr lang="en-US"/>
              <a:t> SQL</a:t>
            </a:r>
            <a:endParaRPr lang="en-US">
              <a:latin typeface="Arial" pitchFamily="34" charset="0"/>
            </a:endParaRPr>
          </a:p>
        </p:txBody>
      </p:sp>
      <p:sp>
        <p:nvSpPr>
          <p:cNvPr id="5" name="Slide Number Placeholder 4"/>
          <p:cNvSpPr>
            <a:spLocks noGrp="1"/>
          </p:cNvSpPr>
          <p:nvPr>
            <p:ph type="sldNum" sz="quarter" idx="12"/>
          </p:nvPr>
        </p:nvSpPr>
        <p:spPr/>
        <p:txBody>
          <a:bodyPr/>
          <a:lstStyle/>
          <a:p>
            <a:fld id="{A05CCA86-E0A6-4D92-B9C0-F5061730687D}" type="slidenum">
              <a:rPr lang="en-US"/>
              <a:pPr/>
              <a:t>13</a:t>
            </a:fld>
            <a:endParaRPr lang="en-US">
              <a:latin typeface="Arial" pitchFamily="34" charset="0"/>
            </a:endParaRPr>
          </a:p>
        </p:txBody>
      </p:sp>
      <p:sp>
        <p:nvSpPr>
          <p:cNvPr id="360451" name="Rectangle 3"/>
          <p:cNvSpPr>
            <a:spLocks noGrp="1" noChangeArrowheads="1"/>
          </p:cNvSpPr>
          <p:nvPr>
            <p:ph sz="quarter" idx="1"/>
          </p:nvPr>
        </p:nvSpPr>
        <p:spPr/>
        <p:txBody>
          <a:bodyPr/>
          <a:lstStyle/>
          <a:p>
            <a:r>
              <a:rPr lang="en-US"/>
              <a:t>Return more than one row of results </a:t>
            </a:r>
          </a:p>
          <a:p>
            <a:r>
              <a:rPr lang="en-US"/>
              <a:t>Require use of IN, ANY, ALL, or EXISTS operators</a:t>
            </a:r>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64546" name="Rectangle 2"/>
          <p:cNvSpPr>
            <a:spLocks noGrp="1" noChangeArrowheads="1"/>
          </p:cNvSpPr>
          <p:nvPr>
            <p:ph type="title"/>
          </p:nvPr>
        </p:nvSpPr>
        <p:spPr/>
        <p:txBody>
          <a:bodyPr/>
          <a:lstStyle/>
          <a:p>
            <a:r>
              <a:rPr lang="en-US"/>
              <a:t>ANY and ALL Operators</a:t>
            </a:r>
          </a:p>
        </p:txBody>
      </p:sp>
      <p:sp>
        <p:nvSpPr>
          <p:cNvPr id="364547" name="Rectangle 3"/>
          <p:cNvSpPr>
            <a:spLocks noGrp="1" noChangeArrowheads="1"/>
          </p:cNvSpPr>
          <p:nvPr>
            <p:ph type="body" sz="half" idx="1"/>
          </p:nvPr>
        </p:nvSpPr>
        <p:spPr>
          <a:xfrm>
            <a:off x="685800" y="1981200"/>
            <a:ext cx="7315200" cy="533400"/>
          </a:xfrm>
        </p:spPr>
        <p:txBody>
          <a:bodyPr/>
          <a:lstStyle/>
          <a:p>
            <a:pPr>
              <a:buFont typeface="Times" charset="0"/>
              <a:buChar char="•"/>
            </a:pPr>
            <a:r>
              <a:rPr lang="en-US" sz="2800"/>
              <a:t>Combine with arithmetic operators</a:t>
            </a:r>
          </a:p>
        </p:txBody>
      </p:sp>
      <p:pic>
        <p:nvPicPr>
          <p:cNvPr id="364549" name="Picture 5" descr="Fig12-11"/>
          <p:cNvPicPr>
            <a:picLocks noGrp="1" noChangeAspect="1" noChangeArrowheads="1"/>
          </p:cNvPicPr>
          <p:nvPr>
            <p:ph sz="half" idx="2"/>
          </p:nvPr>
        </p:nvPicPr>
        <p:blipFill>
          <a:blip r:embed="rId2"/>
          <a:srcRect/>
          <a:stretch>
            <a:fillRect/>
          </a:stretch>
        </p:blipFill>
        <p:spPr>
          <a:xfrm>
            <a:off x="533400" y="2574925"/>
            <a:ext cx="8305800" cy="2619375"/>
          </a:xfrm>
          <a:noFill/>
          <a:ln/>
        </p:spPr>
      </p:pic>
      <p:sp>
        <p:nvSpPr>
          <p:cNvPr id="5" name="Footer Placeholder 4"/>
          <p:cNvSpPr>
            <a:spLocks noGrp="1"/>
          </p:cNvSpPr>
          <p:nvPr>
            <p:ph type="ftr" sz="quarter" idx="10"/>
          </p:nvPr>
        </p:nvSpPr>
        <p:spPr/>
        <p:txBody>
          <a:bodyPr/>
          <a:lstStyle/>
          <a:p>
            <a:r>
              <a:rPr lang="en-US"/>
              <a:t>Oracle 10</a:t>
            </a:r>
            <a:r>
              <a:rPr lang="en-US" i="1"/>
              <a:t>g:</a:t>
            </a:r>
            <a:r>
              <a:rPr lang="en-US"/>
              <a:t> SQL</a:t>
            </a:r>
            <a:endParaRPr lang="en-US">
              <a:latin typeface="Arial" pitchFamily="34" charset="0"/>
            </a:endParaRPr>
          </a:p>
        </p:txBody>
      </p:sp>
      <p:sp>
        <p:nvSpPr>
          <p:cNvPr id="6" name="Slide Number Placeholder 5"/>
          <p:cNvSpPr>
            <a:spLocks noGrp="1"/>
          </p:cNvSpPr>
          <p:nvPr>
            <p:ph type="sldNum" sz="quarter" idx="11"/>
          </p:nvPr>
        </p:nvSpPr>
        <p:spPr/>
        <p:txBody>
          <a:bodyPr/>
          <a:lstStyle/>
          <a:p>
            <a:fld id="{2A0C3170-A850-4A1B-880F-8E9D433E9D30}" type="slidenum">
              <a:rPr lang="en-US"/>
              <a:pPr/>
              <a:t>14</a:t>
            </a:fld>
            <a:endParaRPr lang="en-US">
              <a:latin typeface="Arial" pitchFamily="34" charset="0"/>
            </a:endParaRPr>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04485" name="Rectangle 1029"/>
          <p:cNvSpPr>
            <a:spLocks noGrp="1" noChangeArrowheads="1"/>
          </p:cNvSpPr>
          <p:nvPr>
            <p:ph type="title"/>
          </p:nvPr>
        </p:nvSpPr>
        <p:spPr/>
        <p:txBody>
          <a:bodyPr>
            <a:normAutofit fontScale="90000"/>
          </a:bodyPr>
          <a:lstStyle/>
          <a:p>
            <a:r>
              <a:rPr lang="en-US"/>
              <a:t>Multiple-Row Subquery in a WHERE Clause (continued)</a:t>
            </a:r>
            <a:endParaRPr lang="en-US" sz="4000"/>
          </a:p>
        </p:txBody>
      </p:sp>
      <p:sp>
        <p:nvSpPr>
          <p:cNvPr id="4" name="Footer Placeholder 3"/>
          <p:cNvSpPr>
            <a:spLocks noGrp="1"/>
          </p:cNvSpPr>
          <p:nvPr>
            <p:ph type="ftr" sz="quarter" idx="11"/>
          </p:nvPr>
        </p:nvSpPr>
        <p:spPr/>
        <p:txBody>
          <a:bodyPr/>
          <a:lstStyle/>
          <a:p>
            <a:r>
              <a:rPr lang="en-US"/>
              <a:t>Oracle 10</a:t>
            </a:r>
            <a:r>
              <a:rPr lang="en-US" i="1"/>
              <a:t>g:</a:t>
            </a:r>
            <a:r>
              <a:rPr lang="en-US"/>
              <a:t> SQL</a:t>
            </a:r>
            <a:endParaRPr lang="en-US">
              <a:latin typeface="Arial" pitchFamily="34" charset="0"/>
            </a:endParaRPr>
          </a:p>
        </p:txBody>
      </p:sp>
      <p:sp>
        <p:nvSpPr>
          <p:cNvPr id="5" name="Slide Number Placeholder 4"/>
          <p:cNvSpPr>
            <a:spLocks noGrp="1"/>
          </p:cNvSpPr>
          <p:nvPr>
            <p:ph type="sldNum" sz="quarter" idx="12"/>
          </p:nvPr>
        </p:nvSpPr>
        <p:spPr/>
        <p:txBody>
          <a:bodyPr/>
          <a:lstStyle/>
          <a:p>
            <a:fld id="{F54FFB41-33E2-43F9-B905-13EBEA510C04}" type="slidenum">
              <a:rPr lang="en-US"/>
              <a:pPr/>
              <a:t>15</a:t>
            </a:fld>
            <a:endParaRPr lang="en-US">
              <a:latin typeface="Arial" pitchFamily="34" charset="0"/>
            </a:endParaRPr>
          </a:p>
        </p:txBody>
      </p:sp>
      <p:sp>
        <p:nvSpPr>
          <p:cNvPr id="3" name="Content Placeholder 2">
            <a:extLst>
              <a:ext uri="{FF2B5EF4-FFF2-40B4-BE49-F238E27FC236}">
                <a16:creationId xmlns:a16="http://schemas.microsoft.com/office/drawing/2014/main" id="{D5266B42-87AB-4B84-94D8-5967238D4298}"/>
              </a:ext>
            </a:extLst>
          </p:cNvPr>
          <p:cNvSpPr>
            <a:spLocks noGrp="1"/>
          </p:cNvSpPr>
          <p:nvPr>
            <p:ph sz="quarter" idx="1"/>
          </p:nvPr>
        </p:nvSpPr>
        <p:spPr/>
        <p:txBody>
          <a:bodyPr/>
          <a:lstStyle/>
          <a:p>
            <a:r>
              <a:rPr lang="en-US" dirty="0"/>
              <a:t>Multiple row subquery-returns multiple row one col to the outer query</a:t>
            </a:r>
          </a:p>
          <a:p>
            <a:pPr marL="0" indent="0">
              <a:buNone/>
            </a:pPr>
            <a:r>
              <a:rPr lang="en-US" dirty="0"/>
              <a:t>#</a:t>
            </a:r>
            <a:r>
              <a:rPr lang="en-US" dirty="0" err="1"/>
              <a:t>any,all</a:t>
            </a:r>
            <a:endParaRPr lang="en-US" dirty="0"/>
          </a:p>
          <a:p>
            <a:pPr marL="0" indent="0">
              <a:buNone/>
            </a:pPr>
            <a:r>
              <a:rPr lang="en-US" b="1" dirty="0"/>
              <a:t>select </a:t>
            </a:r>
            <a:r>
              <a:rPr lang="en-US" b="1" dirty="0" err="1"/>
              <a:t>empname</a:t>
            </a:r>
            <a:r>
              <a:rPr lang="en-US" b="1" dirty="0"/>
              <a:t>, salary from employee where salary&gt;all(select salary from employee where </a:t>
            </a:r>
            <a:r>
              <a:rPr lang="en-US" b="1" dirty="0" err="1"/>
              <a:t>deptno</a:t>
            </a:r>
            <a:r>
              <a:rPr lang="en-US" b="1" dirty="0"/>
              <a:t>='D11') and </a:t>
            </a:r>
            <a:r>
              <a:rPr lang="en-US" b="1" dirty="0" err="1"/>
              <a:t>deptno</a:t>
            </a:r>
            <a:r>
              <a:rPr lang="en-US" b="1" dirty="0"/>
              <a:t>!='D11';</a:t>
            </a:r>
          </a:p>
          <a:p>
            <a:pPr marL="0" indent="0">
              <a:buNone/>
            </a:pPr>
            <a:r>
              <a:rPr lang="en-US" dirty="0"/>
              <a:t>#in</a:t>
            </a:r>
          </a:p>
          <a:p>
            <a:pPr marL="0" indent="0">
              <a:buNone/>
            </a:pPr>
            <a:r>
              <a:rPr lang="en-US" b="1" dirty="0"/>
              <a:t>select </a:t>
            </a:r>
            <a:r>
              <a:rPr lang="en-US" b="1" dirty="0" err="1"/>
              <a:t>empname</a:t>
            </a:r>
            <a:r>
              <a:rPr lang="en-US" b="1" dirty="0"/>
              <a:t> from employee where </a:t>
            </a:r>
            <a:r>
              <a:rPr lang="en-US" b="1" dirty="0" err="1"/>
              <a:t>deptno</a:t>
            </a:r>
            <a:r>
              <a:rPr lang="en-US" b="1" dirty="0"/>
              <a:t> in(select </a:t>
            </a:r>
            <a:r>
              <a:rPr lang="en-US" b="1" dirty="0" err="1"/>
              <a:t>deptno</a:t>
            </a:r>
            <a:r>
              <a:rPr lang="en-US" b="1" dirty="0"/>
              <a:t> from department where </a:t>
            </a:r>
            <a:r>
              <a:rPr lang="en-US" b="1" dirty="0" err="1"/>
              <a:t>deptname</a:t>
            </a:r>
            <a:r>
              <a:rPr lang="en-US" b="1" dirty="0"/>
              <a:t>='SOFTWARE SUPPORT');</a:t>
            </a:r>
          </a:p>
          <a:p>
            <a:endParaRPr lang="en-US" b="1" dirty="0"/>
          </a:p>
          <a:p>
            <a:endParaRPr lang="en-IN"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69666" name="Rectangle 2"/>
          <p:cNvSpPr>
            <a:spLocks noGrp="1" noChangeArrowheads="1"/>
          </p:cNvSpPr>
          <p:nvPr>
            <p:ph type="title"/>
          </p:nvPr>
        </p:nvSpPr>
        <p:spPr/>
        <p:txBody>
          <a:bodyPr/>
          <a:lstStyle/>
          <a:p>
            <a:r>
              <a:rPr lang="en-US"/>
              <a:t>Multiple-Column Subqueries</a:t>
            </a:r>
          </a:p>
        </p:txBody>
      </p:sp>
      <p:sp>
        <p:nvSpPr>
          <p:cNvPr id="4" name="Footer Placeholder 3"/>
          <p:cNvSpPr>
            <a:spLocks noGrp="1"/>
          </p:cNvSpPr>
          <p:nvPr>
            <p:ph type="ftr" sz="quarter" idx="11"/>
          </p:nvPr>
        </p:nvSpPr>
        <p:spPr/>
        <p:txBody>
          <a:bodyPr/>
          <a:lstStyle/>
          <a:p>
            <a:r>
              <a:rPr lang="en-US"/>
              <a:t>Oracle 10</a:t>
            </a:r>
            <a:r>
              <a:rPr lang="en-US" i="1"/>
              <a:t>g:</a:t>
            </a:r>
            <a:r>
              <a:rPr lang="en-US"/>
              <a:t> SQL</a:t>
            </a:r>
            <a:endParaRPr lang="en-US">
              <a:latin typeface="Arial" pitchFamily="34" charset="0"/>
            </a:endParaRPr>
          </a:p>
        </p:txBody>
      </p:sp>
      <p:sp>
        <p:nvSpPr>
          <p:cNvPr id="5" name="Slide Number Placeholder 4"/>
          <p:cNvSpPr>
            <a:spLocks noGrp="1"/>
          </p:cNvSpPr>
          <p:nvPr>
            <p:ph type="sldNum" sz="quarter" idx="12"/>
          </p:nvPr>
        </p:nvSpPr>
        <p:spPr/>
        <p:txBody>
          <a:bodyPr/>
          <a:lstStyle/>
          <a:p>
            <a:fld id="{AEB1E636-8DFE-4ABD-99C3-1476992E9447}" type="slidenum">
              <a:rPr lang="en-US"/>
              <a:pPr/>
              <a:t>16</a:t>
            </a:fld>
            <a:endParaRPr lang="en-US">
              <a:latin typeface="Arial" pitchFamily="34" charset="0"/>
            </a:endParaRPr>
          </a:p>
        </p:txBody>
      </p:sp>
      <p:sp>
        <p:nvSpPr>
          <p:cNvPr id="369667" name="Rectangle 3"/>
          <p:cNvSpPr>
            <a:spLocks noGrp="1" noChangeArrowheads="1"/>
          </p:cNvSpPr>
          <p:nvPr>
            <p:ph sz="quarter" idx="1"/>
          </p:nvPr>
        </p:nvSpPr>
        <p:spPr/>
        <p:txBody>
          <a:bodyPr/>
          <a:lstStyle/>
          <a:p>
            <a:r>
              <a:rPr lang="en-US"/>
              <a:t>Return more than one column in results</a:t>
            </a:r>
          </a:p>
          <a:p>
            <a:r>
              <a:rPr lang="en-US"/>
              <a:t>Can return more than one row</a:t>
            </a:r>
          </a:p>
          <a:p>
            <a:r>
              <a:rPr lang="en-US"/>
              <a:t>Column list on the left side of operator must be in parentheses</a:t>
            </a:r>
          </a:p>
          <a:p>
            <a:r>
              <a:rPr lang="en-US"/>
              <a:t>Use the IN operator for WHERE and HAVING clauses</a:t>
            </a:r>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74786" name="Rectangle 2"/>
          <p:cNvSpPr>
            <a:spLocks noGrp="1" noChangeArrowheads="1"/>
          </p:cNvSpPr>
          <p:nvPr>
            <p:ph type="title"/>
          </p:nvPr>
        </p:nvSpPr>
        <p:spPr/>
        <p:txBody>
          <a:bodyPr>
            <a:normAutofit fontScale="90000"/>
          </a:bodyPr>
          <a:lstStyle/>
          <a:p>
            <a:r>
              <a:rPr lang="en-US"/>
              <a:t>Multiple-Column Subquery in a WHERE Clause</a:t>
            </a:r>
          </a:p>
        </p:txBody>
      </p:sp>
      <p:sp>
        <p:nvSpPr>
          <p:cNvPr id="374787" name="Rectangle 3"/>
          <p:cNvSpPr>
            <a:spLocks noGrp="1" noChangeArrowheads="1"/>
          </p:cNvSpPr>
          <p:nvPr>
            <p:ph type="body" sz="half" idx="1"/>
          </p:nvPr>
        </p:nvSpPr>
        <p:spPr>
          <a:xfrm>
            <a:off x="685800" y="1981200"/>
            <a:ext cx="6705600" cy="2743200"/>
          </a:xfrm>
        </p:spPr>
        <p:txBody>
          <a:bodyPr/>
          <a:lstStyle/>
          <a:p>
            <a:pPr>
              <a:buFont typeface="Times" charset="0"/>
              <a:buChar char="•"/>
            </a:pPr>
            <a:r>
              <a:rPr lang="en-US" sz="2800" dirty="0"/>
              <a:t>Returns multiple columns for evaluation</a:t>
            </a:r>
          </a:p>
        </p:txBody>
      </p:sp>
      <p:sp>
        <p:nvSpPr>
          <p:cNvPr id="5" name="Footer Placeholder 4"/>
          <p:cNvSpPr>
            <a:spLocks noGrp="1"/>
          </p:cNvSpPr>
          <p:nvPr>
            <p:ph type="ftr" sz="quarter" idx="10"/>
          </p:nvPr>
        </p:nvSpPr>
        <p:spPr/>
        <p:txBody>
          <a:bodyPr/>
          <a:lstStyle/>
          <a:p>
            <a:r>
              <a:rPr lang="en-US"/>
              <a:t>Oracle 10</a:t>
            </a:r>
            <a:r>
              <a:rPr lang="en-US" i="1"/>
              <a:t>g:</a:t>
            </a:r>
            <a:r>
              <a:rPr lang="en-US"/>
              <a:t> SQL</a:t>
            </a:r>
            <a:endParaRPr lang="en-US">
              <a:latin typeface="Arial" pitchFamily="34" charset="0"/>
            </a:endParaRPr>
          </a:p>
        </p:txBody>
      </p:sp>
      <p:sp>
        <p:nvSpPr>
          <p:cNvPr id="6" name="Slide Number Placeholder 5"/>
          <p:cNvSpPr>
            <a:spLocks noGrp="1"/>
          </p:cNvSpPr>
          <p:nvPr>
            <p:ph type="sldNum" sz="quarter" idx="11"/>
          </p:nvPr>
        </p:nvSpPr>
        <p:spPr/>
        <p:txBody>
          <a:bodyPr/>
          <a:lstStyle/>
          <a:p>
            <a:fld id="{AF4CD203-AE0C-4D61-81B0-5AB7597631AE}" type="slidenum">
              <a:rPr lang="en-US"/>
              <a:pPr/>
              <a:t>17</a:t>
            </a:fld>
            <a:endParaRPr lang="en-US">
              <a:latin typeface="Arial" pitchFamily="34" charset="0"/>
            </a:endParaRPr>
          </a:p>
        </p:txBody>
      </p:sp>
      <p:sp>
        <p:nvSpPr>
          <p:cNvPr id="4" name="Rectangle 3">
            <a:extLst>
              <a:ext uri="{FF2B5EF4-FFF2-40B4-BE49-F238E27FC236}">
                <a16:creationId xmlns:a16="http://schemas.microsoft.com/office/drawing/2014/main" id="{191C4E41-3A62-46C4-93C4-16E93F25F6D5}"/>
              </a:ext>
            </a:extLst>
          </p:cNvPr>
          <p:cNvSpPr/>
          <p:nvPr/>
        </p:nvSpPr>
        <p:spPr>
          <a:xfrm>
            <a:off x="228600" y="2828836"/>
            <a:ext cx="8382000" cy="1569660"/>
          </a:xfrm>
          <a:prstGeom prst="rect">
            <a:avLst/>
          </a:prstGeom>
        </p:spPr>
        <p:txBody>
          <a:bodyPr wrap="square">
            <a:spAutoFit/>
          </a:bodyPr>
          <a:lstStyle/>
          <a:p>
            <a:r>
              <a:rPr lang="en-IN" sz="2400" b="1" dirty="0"/>
              <a:t>#multiple columns multiple rows</a:t>
            </a:r>
          </a:p>
          <a:p>
            <a:r>
              <a:rPr lang="en-IN" sz="2400" b="1" dirty="0"/>
              <a:t>SELECT * FROM EMPLOYEE WHERE(JOB, EDLEVEL) IN(SELECT JOB, </a:t>
            </a:r>
            <a:r>
              <a:rPr lang="en-IN" sz="2400" b="1" dirty="0" err="1"/>
              <a:t>edlevel</a:t>
            </a:r>
            <a:r>
              <a:rPr lang="en-IN" sz="2400" b="1" dirty="0"/>
              <a:t> FROM EMPLOYEE WHERE </a:t>
            </a:r>
            <a:r>
              <a:rPr lang="en-IN" sz="2400" b="1" dirty="0" err="1"/>
              <a:t>EmpNAME</a:t>
            </a:r>
            <a:r>
              <a:rPr lang="en-IN" sz="2400" b="1" dirty="0"/>
              <a:t>='Julie  Baby');</a:t>
            </a:r>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82978" name="Rectangle 1026"/>
          <p:cNvSpPr>
            <a:spLocks noGrp="1" noChangeArrowheads="1"/>
          </p:cNvSpPr>
          <p:nvPr>
            <p:ph type="title"/>
          </p:nvPr>
        </p:nvSpPr>
        <p:spPr/>
        <p:txBody>
          <a:bodyPr/>
          <a:lstStyle/>
          <a:p>
            <a:r>
              <a:rPr lang="en-US"/>
              <a:t>Uncorrelated Subqueries</a:t>
            </a:r>
          </a:p>
        </p:txBody>
      </p:sp>
      <p:sp>
        <p:nvSpPr>
          <p:cNvPr id="4" name="Footer Placeholder 3"/>
          <p:cNvSpPr>
            <a:spLocks noGrp="1"/>
          </p:cNvSpPr>
          <p:nvPr>
            <p:ph type="ftr" sz="quarter" idx="11"/>
          </p:nvPr>
        </p:nvSpPr>
        <p:spPr/>
        <p:txBody>
          <a:bodyPr/>
          <a:lstStyle/>
          <a:p>
            <a:r>
              <a:rPr lang="en-US"/>
              <a:t>Oracle 10</a:t>
            </a:r>
            <a:r>
              <a:rPr lang="en-US" i="1"/>
              <a:t>g:</a:t>
            </a:r>
            <a:r>
              <a:rPr lang="en-US"/>
              <a:t> SQL</a:t>
            </a:r>
            <a:endParaRPr lang="en-US">
              <a:latin typeface="Arial" pitchFamily="34" charset="0"/>
            </a:endParaRPr>
          </a:p>
        </p:txBody>
      </p:sp>
      <p:sp>
        <p:nvSpPr>
          <p:cNvPr id="5" name="Slide Number Placeholder 4"/>
          <p:cNvSpPr>
            <a:spLocks noGrp="1"/>
          </p:cNvSpPr>
          <p:nvPr>
            <p:ph type="sldNum" sz="quarter" idx="12"/>
          </p:nvPr>
        </p:nvSpPr>
        <p:spPr/>
        <p:txBody>
          <a:bodyPr/>
          <a:lstStyle/>
          <a:p>
            <a:fld id="{DA8D3E9B-F8FC-4D78-9A00-3CC97C289071}" type="slidenum">
              <a:rPr lang="en-US"/>
              <a:pPr/>
              <a:t>18</a:t>
            </a:fld>
            <a:endParaRPr lang="en-US">
              <a:latin typeface="Arial" pitchFamily="34" charset="0"/>
            </a:endParaRPr>
          </a:p>
        </p:txBody>
      </p:sp>
      <p:sp>
        <p:nvSpPr>
          <p:cNvPr id="382979" name="Rectangle 1027"/>
          <p:cNvSpPr>
            <a:spLocks noGrp="1" noChangeArrowheads="1"/>
          </p:cNvSpPr>
          <p:nvPr>
            <p:ph sz="quarter" idx="1"/>
          </p:nvPr>
        </p:nvSpPr>
        <p:spPr/>
        <p:txBody>
          <a:bodyPr/>
          <a:lstStyle/>
          <a:p>
            <a:r>
              <a:rPr lang="en-US"/>
              <a:t>Processing sequence:</a:t>
            </a:r>
          </a:p>
          <a:p>
            <a:pPr lvl="1"/>
            <a:r>
              <a:rPr lang="en-US"/>
              <a:t>Inner query is executed first</a:t>
            </a:r>
          </a:p>
          <a:p>
            <a:pPr lvl="1"/>
            <a:r>
              <a:rPr lang="en-US"/>
              <a:t>Result is passed to outer query</a:t>
            </a:r>
          </a:p>
          <a:p>
            <a:pPr lvl="1"/>
            <a:r>
              <a:rPr lang="en-US"/>
              <a:t>Outer query is executed</a:t>
            </a:r>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362" name="Rectangle 2"/>
          <p:cNvSpPr>
            <a:spLocks noGrp="1" noChangeArrowheads="1"/>
          </p:cNvSpPr>
          <p:nvPr>
            <p:ph type="title"/>
          </p:nvPr>
        </p:nvSpPr>
        <p:spPr>
          <a:noFill/>
          <a:ln/>
        </p:spPr>
        <p:txBody>
          <a:bodyPr/>
          <a:lstStyle/>
          <a:p>
            <a:r>
              <a:rPr lang="en-US"/>
              <a:t>Correlated Subqueries</a:t>
            </a:r>
          </a:p>
        </p:txBody>
      </p:sp>
      <p:sp>
        <p:nvSpPr>
          <p:cNvPr id="15363" name="Rectangle 3"/>
          <p:cNvSpPr>
            <a:spLocks noGrp="1" noChangeArrowheads="1"/>
          </p:cNvSpPr>
          <p:nvPr>
            <p:ph sz="quarter" idx="1"/>
          </p:nvPr>
        </p:nvSpPr>
        <p:spPr>
          <a:xfrm>
            <a:off x="863600" y="1495425"/>
            <a:ext cx="7385050" cy="1311275"/>
          </a:xfrm>
          <a:ln/>
        </p:spPr>
        <p:txBody>
          <a:bodyPr>
            <a:normAutofit/>
          </a:bodyPr>
          <a:lstStyle/>
          <a:p>
            <a:r>
              <a:rPr lang="en-US"/>
              <a:t>Used to affect row-by-row processing, each subquery is executed once for every row of the outer query.</a:t>
            </a:r>
          </a:p>
        </p:txBody>
      </p:sp>
      <p:sp>
        <p:nvSpPr>
          <p:cNvPr id="15364" name="Rectangle 4"/>
          <p:cNvSpPr>
            <a:spLocks noChangeArrowheads="1"/>
          </p:cNvSpPr>
          <p:nvPr/>
        </p:nvSpPr>
        <p:spPr bwMode="auto">
          <a:xfrm>
            <a:off x="2514600" y="4089400"/>
            <a:ext cx="4267200" cy="558800"/>
          </a:xfrm>
          <a:prstGeom prst="rect">
            <a:avLst/>
          </a:prstGeom>
          <a:solidFill>
            <a:schemeClr val="accent1"/>
          </a:solidFill>
          <a:ln w="9525">
            <a:noFill/>
            <a:miter lim="800000"/>
            <a:headEnd/>
            <a:tailEnd/>
          </a:ln>
          <a:effectLst/>
        </p:spPr>
        <p:txBody>
          <a:bodyPr wrap="none" anchor="ctr"/>
          <a:lstStyle/>
          <a:p>
            <a:endParaRPr lang="en-US"/>
          </a:p>
        </p:txBody>
      </p:sp>
      <p:sp>
        <p:nvSpPr>
          <p:cNvPr id="15365" name="Rectangle 5"/>
          <p:cNvSpPr>
            <a:spLocks noChangeArrowheads="1"/>
          </p:cNvSpPr>
          <p:nvPr/>
        </p:nvSpPr>
        <p:spPr bwMode="auto">
          <a:xfrm>
            <a:off x="2501900" y="5181600"/>
            <a:ext cx="4267200" cy="838200"/>
          </a:xfrm>
          <a:prstGeom prst="rect">
            <a:avLst/>
          </a:prstGeom>
          <a:solidFill>
            <a:schemeClr val="accent1"/>
          </a:solidFill>
          <a:ln w="9525">
            <a:noFill/>
            <a:miter lim="800000"/>
            <a:headEnd/>
            <a:tailEnd/>
          </a:ln>
          <a:effectLst/>
        </p:spPr>
        <p:txBody>
          <a:bodyPr wrap="none" anchor="ctr"/>
          <a:lstStyle/>
          <a:p>
            <a:endParaRPr lang="en-US"/>
          </a:p>
        </p:txBody>
      </p:sp>
      <p:sp>
        <p:nvSpPr>
          <p:cNvPr id="15366" name="Rectangle 6"/>
          <p:cNvSpPr>
            <a:spLocks noChangeArrowheads="1"/>
          </p:cNvSpPr>
          <p:nvPr/>
        </p:nvSpPr>
        <p:spPr bwMode="auto">
          <a:xfrm>
            <a:off x="2514600" y="2974975"/>
            <a:ext cx="4267200" cy="582613"/>
          </a:xfrm>
          <a:prstGeom prst="rect">
            <a:avLst/>
          </a:prstGeom>
          <a:solidFill>
            <a:schemeClr val="accent1"/>
          </a:solidFill>
          <a:ln w="9525">
            <a:noFill/>
            <a:miter lim="800000"/>
            <a:headEnd/>
            <a:tailEnd/>
          </a:ln>
          <a:effectLst/>
        </p:spPr>
        <p:txBody>
          <a:bodyPr wrap="none" anchor="ctr"/>
          <a:lstStyle/>
          <a:p>
            <a:endParaRPr lang="en-US"/>
          </a:p>
        </p:txBody>
      </p:sp>
      <p:sp>
        <p:nvSpPr>
          <p:cNvPr id="15367" name="Rectangle 7"/>
          <p:cNvSpPr>
            <a:spLocks noChangeArrowheads="1"/>
          </p:cNvSpPr>
          <p:nvPr/>
        </p:nvSpPr>
        <p:spPr bwMode="auto">
          <a:xfrm>
            <a:off x="2514600" y="2935288"/>
            <a:ext cx="4279900" cy="641350"/>
          </a:xfrm>
          <a:prstGeom prst="rect">
            <a:avLst/>
          </a:prstGeom>
          <a:noFill/>
          <a:ln w="9525">
            <a:noFill/>
            <a:miter lim="800000"/>
            <a:headEnd/>
            <a:tailEnd/>
          </a:ln>
          <a:effectLst/>
        </p:spPr>
        <p:txBody>
          <a:bodyPr lIns="92075" tIns="46038" rIns="92075" bIns="46038">
            <a:spAutoFit/>
          </a:bodyPr>
          <a:lstStyle/>
          <a:p>
            <a:pPr>
              <a:lnSpc>
                <a:spcPct val="100000"/>
              </a:lnSpc>
              <a:spcBef>
                <a:spcPct val="0"/>
              </a:spcBef>
            </a:pPr>
            <a:r>
              <a:rPr lang="en-US" sz="1800">
                <a:solidFill>
                  <a:srgbClr val="003366"/>
                </a:solidFill>
                <a:latin typeface="Arial" pitchFamily="34" charset="0"/>
              </a:rPr>
              <a:t>GET</a:t>
            </a:r>
          </a:p>
          <a:p>
            <a:pPr>
              <a:lnSpc>
                <a:spcPct val="100000"/>
              </a:lnSpc>
              <a:spcBef>
                <a:spcPct val="0"/>
              </a:spcBef>
            </a:pPr>
            <a:r>
              <a:rPr lang="en-US" sz="1800">
                <a:solidFill>
                  <a:srgbClr val="003366"/>
                </a:solidFill>
                <a:latin typeface="Arial" pitchFamily="34" charset="0"/>
              </a:rPr>
              <a:t>candidate row</a:t>
            </a:r>
          </a:p>
        </p:txBody>
      </p:sp>
      <p:sp>
        <p:nvSpPr>
          <p:cNvPr id="15368" name="Rectangle 8"/>
          <p:cNvSpPr>
            <a:spLocks noChangeArrowheads="1"/>
          </p:cNvSpPr>
          <p:nvPr/>
        </p:nvSpPr>
        <p:spPr bwMode="auto">
          <a:xfrm>
            <a:off x="2473325" y="4067175"/>
            <a:ext cx="4351338" cy="641350"/>
          </a:xfrm>
          <a:prstGeom prst="rect">
            <a:avLst/>
          </a:prstGeom>
          <a:noFill/>
          <a:ln w="9525">
            <a:noFill/>
            <a:miter lim="800000"/>
            <a:headEnd/>
            <a:tailEnd/>
          </a:ln>
          <a:effectLst/>
        </p:spPr>
        <p:txBody>
          <a:bodyPr wrap="none" lIns="92075" tIns="46038" rIns="92075" bIns="46038">
            <a:spAutoFit/>
          </a:bodyPr>
          <a:lstStyle/>
          <a:p>
            <a:pPr>
              <a:lnSpc>
                <a:spcPct val="100000"/>
              </a:lnSpc>
              <a:spcBef>
                <a:spcPct val="0"/>
              </a:spcBef>
            </a:pPr>
            <a:r>
              <a:rPr lang="en-US" sz="1800">
                <a:solidFill>
                  <a:srgbClr val="003366"/>
                </a:solidFill>
                <a:latin typeface="Arial" pitchFamily="34" charset="0"/>
              </a:rPr>
              <a:t>EXECUTE</a:t>
            </a:r>
          </a:p>
          <a:p>
            <a:pPr>
              <a:lnSpc>
                <a:spcPct val="100000"/>
              </a:lnSpc>
              <a:spcBef>
                <a:spcPct val="0"/>
              </a:spcBef>
            </a:pPr>
            <a:r>
              <a:rPr lang="en-US" sz="1800">
                <a:solidFill>
                  <a:srgbClr val="003366"/>
                </a:solidFill>
                <a:latin typeface="Arial" pitchFamily="34" charset="0"/>
              </a:rPr>
              <a:t>inner query using candidate row value</a:t>
            </a:r>
          </a:p>
        </p:txBody>
      </p:sp>
      <p:sp>
        <p:nvSpPr>
          <p:cNvPr id="15369" name="Rectangle 9"/>
          <p:cNvSpPr>
            <a:spLocks noChangeArrowheads="1"/>
          </p:cNvSpPr>
          <p:nvPr/>
        </p:nvSpPr>
        <p:spPr bwMode="auto">
          <a:xfrm>
            <a:off x="2489200" y="5170488"/>
            <a:ext cx="4292600" cy="915987"/>
          </a:xfrm>
          <a:prstGeom prst="rect">
            <a:avLst/>
          </a:prstGeom>
          <a:noFill/>
          <a:ln w="9525">
            <a:noFill/>
            <a:miter lim="800000"/>
            <a:headEnd/>
            <a:tailEnd/>
          </a:ln>
          <a:effectLst/>
        </p:spPr>
        <p:txBody>
          <a:bodyPr lIns="92075" tIns="46038" rIns="92075" bIns="46038">
            <a:spAutoFit/>
          </a:bodyPr>
          <a:lstStyle/>
          <a:p>
            <a:pPr>
              <a:lnSpc>
                <a:spcPct val="100000"/>
              </a:lnSpc>
              <a:spcBef>
                <a:spcPct val="0"/>
              </a:spcBef>
            </a:pPr>
            <a:r>
              <a:rPr lang="en-US" sz="1800">
                <a:solidFill>
                  <a:srgbClr val="003366"/>
                </a:solidFill>
                <a:latin typeface="Arial" pitchFamily="34" charset="0"/>
              </a:rPr>
              <a:t>USE</a:t>
            </a:r>
          </a:p>
          <a:p>
            <a:pPr>
              <a:lnSpc>
                <a:spcPct val="100000"/>
              </a:lnSpc>
              <a:spcBef>
                <a:spcPct val="0"/>
              </a:spcBef>
            </a:pPr>
            <a:r>
              <a:rPr lang="en-US" sz="1800">
                <a:solidFill>
                  <a:srgbClr val="003366"/>
                </a:solidFill>
                <a:latin typeface="Arial" pitchFamily="34" charset="0"/>
              </a:rPr>
              <a:t>value(s) from inner query to qualify candidate row</a:t>
            </a:r>
          </a:p>
        </p:txBody>
      </p:sp>
      <p:sp>
        <p:nvSpPr>
          <p:cNvPr id="15370" name="Line 10"/>
          <p:cNvSpPr>
            <a:spLocks noChangeShapeType="1"/>
          </p:cNvSpPr>
          <p:nvPr/>
        </p:nvSpPr>
        <p:spPr bwMode="auto">
          <a:xfrm>
            <a:off x="4597400" y="3606800"/>
            <a:ext cx="0" cy="419100"/>
          </a:xfrm>
          <a:prstGeom prst="line">
            <a:avLst/>
          </a:prstGeom>
          <a:noFill/>
          <a:ln w="12700">
            <a:solidFill>
              <a:schemeClr val="hlink"/>
            </a:solidFill>
            <a:round/>
            <a:headEnd type="none" w="sm" len="sm"/>
            <a:tailEnd type="stealth" w="med" len="lg"/>
          </a:ln>
          <a:effectLst/>
        </p:spPr>
        <p:txBody>
          <a:bodyPr/>
          <a:lstStyle/>
          <a:p>
            <a:endParaRPr lang="en-US"/>
          </a:p>
        </p:txBody>
      </p:sp>
      <p:sp>
        <p:nvSpPr>
          <p:cNvPr id="15371" name="Line 11"/>
          <p:cNvSpPr>
            <a:spLocks noChangeShapeType="1"/>
          </p:cNvSpPr>
          <p:nvPr/>
        </p:nvSpPr>
        <p:spPr bwMode="auto">
          <a:xfrm>
            <a:off x="4584700" y="4711700"/>
            <a:ext cx="0" cy="419100"/>
          </a:xfrm>
          <a:prstGeom prst="line">
            <a:avLst/>
          </a:prstGeom>
          <a:noFill/>
          <a:ln w="12700">
            <a:solidFill>
              <a:schemeClr val="hlink"/>
            </a:solidFill>
            <a:round/>
            <a:headEnd type="none" w="sm" len="sm"/>
            <a:tailEnd type="stealth" w="med" len="lg"/>
          </a:ln>
          <a:effectLst/>
        </p:spPr>
        <p:txBody>
          <a:bodyPr/>
          <a:lstStyle/>
          <a:p>
            <a:endParaRPr lang="en-US"/>
          </a:p>
        </p:txBody>
      </p:sp>
      <p:sp>
        <p:nvSpPr>
          <p:cNvPr id="15372" name="Line 12"/>
          <p:cNvSpPr>
            <a:spLocks noChangeShapeType="1"/>
          </p:cNvSpPr>
          <p:nvPr/>
        </p:nvSpPr>
        <p:spPr bwMode="auto">
          <a:xfrm flipH="1">
            <a:off x="1752600" y="5562600"/>
            <a:ext cx="698500" cy="0"/>
          </a:xfrm>
          <a:prstGeom prst="line">
            <a:avLst/>
          </a:prstGeom>
          <a:noFill/>
          <a:ln w="12700">
            <a:solidFill>
              <a:schemeClr val="hlink"/>
            </a:solidFill>
            <a:round/>
            <a:headEnd type="none" w="sm" len="sm"/>
            <a:tailEnd type="none" w="sm" len="sm"/>
          </a:ln>
          <a:effectLst/>
        </p:spPr>
        <p:txBody>
          <a:bodyPr/>
          <a:lstStyle/>
          <a:p>
            <a:endParaRPr lang="en-US"/>
          </a:p>
        </p:txBody>
      </p:sp>
      <p:sp>
        <p:nvSpPr>
          <p:cNvPr id="15373" name="Line 13"/>
          <p:cNvSpPr>
            <a:spLocks noChangeShapeType="1"/>
          </p:cNvSpPr>
          <p:nvPr/>
        </p:nvSpPr>
        <p:spPr bwMode="auto">
          <a:xfrm flipV="1">
            <a:off x="1752600" y="3263900"/>
            <a:ext cx="0" cy="2298700"/>
          </a:xfrm>
          <a:prstGeom prst="line">
            <a:avLst/>
          </a:prstGeom>
          <a:noFill/>
          <a:ln w="12700">
            <a:solidFill>
              <a:schemeClr val="hlink"/>
            </a:solidFill>
            <a:round/>
            <a:headEnd type="none" w="sm" len="sm"/>
            <a:tailEnd type="none" w="sm" len="sm"/>
          </a:ln>
          <a:effectLst/>
        </p:spPr>
        <p:txBody>
          <a:bodyPr/>
          <a:lstStyle/>
          <a:p>
            <a:endParaRPr lang="en-US"/>
          </a:p>
        </p:txBody>
      </p:sp>
      <p:sp>
        <p:nvSpPr>
          <p:cNvPr id="15374" name="Line 14"/>
          <p:cNvSpPr>
            <a:spLocks noChangeShapeType="1"/>
          </p:cNvSpPr>
          <p:nvPr/>
        </p:nvSpPr>
        <p:spPr bwMode="auto">
          <a:xfrm>
            <a:off x="1752600" y="3251200"/>
            <a:ext cx="685800" cy="0"/>
          </a:xfrm>
          <a:prstGeom prst="line">
            <a:avLst/>
          </a:prstGeom>
          <a:noFill/>
          <a:ln w="12700">
            <a:solidFill>
              <a:schemeClr val="hlink"/>
            </a:solidFill>
            <a:round/>
            <a:headEnd type="none" w="sm" len="sm"/>
            <a:tailEnd type="stealth" w="med" len="lg"/>
          </a:ln>
          <a:effectLst/>
        </p:spPr>
        <p:txBody>
          <a:bodyPr/>
          <a:lstStyle/>
          <a:p>
            <a:endParaRPr lang="en-US"/>
          </a:p>
        </p:txBody>
      </p:sp>
    </p:spTree>
  </p:cSld>
  <p:clrMapOvr>
    <a:masterClrMapping/>
  </p:clrMapOvr>
  <p:transition spd="slow"/>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458" name="Rectangle 2"/>
          <p:cNvSpPr>
            <a:spLocks noGrp="1" noChangeArrowheads="1"/>
          </p:cNvSpPr>
          <p:nvPr>
            <p:ph type="title"/>
          </p:nvPr>
        </p:nvSpPr>
        <p:spPr>
          <a:noFill/>
          <a:ln/>
        </p:spPr>
        <p:txBody>
          <a:bodyPr>
            <a:normAutofit/>
          </a:bodyPr>
          <a:lstStyle/>
          <a:p>
            <a:r>
              <a:rPr lang="en-US"/>
              <a:t>Using Correlated Subqueries</a:t>
            </a:r>
          </a:p>
        </p:txBody>
      </p:sp>
      <p:sp>
        <p:nvSpPr>
          <p:cNvPr id="19467" name="Rectangle 11"/>
          <p:cNvSpPr>
            <a:spLocks noGrp="1" noChangeArrowheads="1"/>
          </p:cNvSpPr>
          <p:nvPr>
            <p:ph sz="quarter" idx="1"/>
          </p:nvPr>
        </p:nvSpPr>
        <p:spPr>
          <a:xfrm>
            <a:off x="863600" y="1495425"/>
            <a:ext cx="7385050" cy="904875"/>
          </a:xfrm>
          <a:ln/>
        </p:spPr>
        <p:txBody>
          <a:bodyPr>
            <a:normAutofit/>
          </a:bodyPr>
          <a:lstStyle/>
          <a:p>
            <a:r>
              <a:rPr lang="en-US"/>
              <a:t>Find all employees who make more than the average salary in their department.</a:t>
            </a:r>
          </a:p>
        </p:txBody>
      </p:sp>
      <p:sp>
        <p:nvSpPr>
          <p:cNvPr id="19459" name="Rectangle 3"/>
          <p:cNvSpPr>
            <a:spLocks noChangeArrowheads="1"/>
          </p:cNvSpPr>
          <p:nvPr/>
        </p:nvSpPr>
        <p:spPr bwMode="blackWhite">
          <a:xfrm>
            <a:off x="876300" y="2495550"/>
            <a:ext cx="7658100" cy="1477963"/>
          </a:xfrm>
          <a:prstGeom prst="rect">
            <a:avLst/>
          </a:prstGeom>
          <a:solidFill>
            <a:srgbClr val="FFFFCC"/>
          </a:solidFill>
          <a:ln w="25400">
            <a:solidFill>
              <a:srgbClr val="000000"/>
            </a:solidFill>
            <a:miter lim="800000"/>
            <a:headEnd/>
            <a:tailEnd/>
          </a:ln>
          <a:effectLst>
            <a:outerShdw dist="89803" dir="2700000" algn="ctr" rotWithShape="0">
              <a:srgbClr val="000000">
                <a:alpha val="50000"/>
              </a:srgbClr>
            </a:outerShdw>
          </a:effectLst>
        </p:spPr>
        <p:txBody>
          <a:bodyPr wrap="none" anchor="ctr"/>
          <a:lstStyle/>
          <a:p>
            <a:endParaRPr lang="en-US"/>
          </a:p>
        </p:txBody>
      </p:sp>
      <p:sp>
        <p:nvSpPr>
          <p:cNvPr id="19460" name="Rectangle 4"/>
          <p:cNvSpPr>
            <a:spLocks noChangeArrowheads="1"/>
          </p:cNvSpPr>
          <p:nvPr/>
        </p:nvSpPr>
        <p:spPr bwMode="ltGray">
          <a:xfrm>
            <a:off x="3425825" y="3074988"/>
            <a:ext cx="5095875" cy="889000"/>
          </a:xfrm>
          <a:prstGeom prst="rect">
            <a:avLst/>
          </a:prstGeom>
          <a:solidFill>
            <a:srgbClr val="FF9966"/>
          </a:solidFill>
          <a:ln w="9525">
            <a:noFill/>
            <a:miter lim="800000"/>
            <a:headEnd/>
            <a:tailEnd/>
          </a:ln>
          <a:effectLst/>
        </p:spPr>
        <p:txBody>
          <a:bodyPr wrap="none" anchor="ctr"/>
          <a:lstStyle/>
          <a:p>
            <a:endParaRPr lang="en-US"/>
          </a:p>
        </p:txBody>
      </p:sp>
      <p:grpSp>
        <p:nvGrpSpPr>
          <p:cNvPr id="2" name="Group 7"/>
          <p:cNvGrpSpPr>
            <a:grpSpLocks/>
          </p:cNvGrpSpPr>
          <p:nvPr/>
        </p:nvGrpSpPr>
        <p:grpSpPr bwMode="auto">
          <a:xfrm>
            <a:off x="5229225" y="2530475"/>
            <a:ext cx="3224213" cy="1069975"/>
            <a:chOff x="3294" y="1594"/>
            <a:chExt cx="2031" cy="674"/>
          </a:xfrm>
        </p:grpSpPr>
        <p:sp>
          <p:nvSpPr>
            <p:cNvPr id="19461" name="Rectangle 5"/>
            <p:cNvSpPr>
              <a:spLocks noChangeArrowheads="1"/>
            </p:cNvSpPr>
            <p:nvPr/>
          </p:nvSpPr>
          <p:spPr bwMode="auto">
            <a:xfrm>
              <a:off x="3480" y="1594"/>
              <a:ext cx="1845" cy="674"/>
            </a:xfrm>
            <a:prstGeom prst="rect">
              <a:avLst/>
            </a:prstGeom>
            <a:noFill/>
            <a:ln w="9525">
              <a:noFill/>
              <a:miter lim="800000"/>
              <a:headEnd/>
              <a:tailEnd/>
            </a:ln>
            <a:effectLst/>
          </p:spPr>
          <p:txBody>
            <a:bodyPr wrap="none" lIns="92075" tIns="46038" rIns="92075" bIns="46038">
              <a:spAutoFit/>
            </a:bodyPr>
            <a:lstStyle/>
            <a:p>
              <a:pPr algn="r">
                <a:lnSpc>
                  <a:spcPct val="100000"/>
                </a:lnSpc>
                <a:spcBef>
                  <a:spcPct val="0"/>
                </a:spcBef>
              </a:pPr>
              <a:r>
                <a:rPr lang="en-US" sz="1600">
                  <a:solidFill>
                    <a:srgbClr val="FF3300"/>
                  </a:solidFill>
                  <a:latin typeface="Arial" pitchFamily="34" charset="0"/>
                </a:rPr>
                <a:t>Each time the outer query</a:t>
              </a:r>
            </a:p>
            <a:p>
              <a:pPr algn="r">
                <a:lnSpc>
                  <a:spcPct val="100000"/>
                </a:lnSpc>
                <a:spcBef>
                  <a:spcPct val="0"/>
                </a:spcBef>
              </a:pPr>
              <a:r>
                <a:rPr lang="en-US" sz="1600">
                  <a:solidFill>
                    <a:srgbClr val="FF3300"/>
                  </a:solidFill>
                  <a:latin typeface="Arial" pitchFamily="34" charset="0"/>
                </a:rPr>
                <a:t>is processed the</a:t>
              </a:r>
            </a:p>
            <a:p>
              <a:pPr algn="r">
                <a:lnSpc>
                  <a:spcPct val="100000"/>
                </a:lnSpc>
                <a:spcBef>
                  <a:spcPct val="0"/>
                </a:spcBef>
              </a:pPr>
              <a:r>
                <a:rPr lang="en-US" sz="1600">
                  <a:solidFill>
                    <a:srgbClr val="FF3300"/>
                  </a:solidFill>
                  <a:latin typeface="Arial" pitchFamily="34" charset="0"/>
                </a:rPr>
                <a:t>                       inner query is</a:t>
              </a:r>
            </a:p>
            <a:p>
              <a:pPr algn="r">
                <a:lnSpc>
                  <a:spcPct val="100000"/>
                </a:lnSpc>
                <a:spcBef>
                  <a:spcPct val="0"/>
                </a:spcBef>
              </a:pPr>
              <a:r>
                <a:rPr lang="en-US" sz="1600">
                  <a:solidFill>
                    <a:srgbClr val="FF3300"/>
                  </a:solidFill>
                  <a:latin typeface="Arial" pitchFamily="34" charset="0"/>
                </a:rPr>
                <a:t>                               evaluated.</a:t>
              </a:r>
            </a:p>
          </p:txBody>
        </p:sp>
        <p:sp>
          <p:nvSpPr>
            <p:cNvPr id="19462" name="Arc 6"/>
            <p:cNvSpPr>
              <a:spLocks/>
            </p:cNvSpPr>
            <p:nvPr/>
          </p:nvSpPr>
          <p:spPr bwMode="auto">
            <a:xfrm rot="10800000">
              <a:off x="3294" y="1806"/>
              <a:ext cx="1084" cy="248"/>
            </a:xfrm>
            <a:custGeom>
              <a:avLst/>
              <a:gdLst>
                <a:gd name="G0" fmla="+- 21600 0 0"/>
                <a:gd name="G1" fmla="+- 0 0 0"/>
                <a:gd name="G2" fmla="+- 21600 0 0"/>
                <a:gd name="T0" fmla="*/ 27008 w 27008"/>
                <a:gd name="T1" fmla="*/ 20912 h 21600"/>
                <a:gd name="T2" fmla="*/ 0 w 27008"/>
                <a:gd name="T3" fmla="*/ 0 h 21600"/>
                <a:gd name="T4" fmla="*/ 21600 w 27008"/>
                <a:gd name="T5" fmla="*/ 0 h 21600"/>
              </a:gdLst>
              <a:ahLst/>
              <a:cxnLst>
                <a:cxn ang="0">
                  <a:pos x="T0" y="T1"/>
                </a:cxn>
                <a:cxn ang="0">
                  <a:pos x="T2" y="T3"/>
                </a:cxn>
                <a:cxn ang="0">
                  <a:pos x="T4" y="T5"/>
                </a:cxn>
              </a:cxnLst>
              <a:rect l="0" t="0" r="r" b="b"/>
              <a:pathLst>
                <a:path w="27008" h="21600" fill="none" extrusionOk="0">
                  <a:moveTo>
                    <a:pt x="27008" y="20912"/>
                  </a:moveTo>
                  <a:cubicBezTo>
                    <a:pt x="25241" y="21368"/>
                    <a:pt x="23424" y="21599"/>
                    <a:pt x="21600" y="21600"/>
                  </a:cubicBezTo>
                  <a:cubicBezTo>
                    <a:pt x="9670" y="21600"/>
                    <a:pt x="0" y="11929"/>
                    <a:pt x="0" y="0"/>
                  </a:cubicBezTo>
                </a:path>
                <a:path w="27008" h="21600" stroke="0" extrusionOk="0">
                  <a:moveTo>
                    <a:pt x="27008" y="20912"/>
                  </a:moveTo>
                  <a:cubicBezTo>
                    <a:pt x="25241" y="21368"/>
                    <a:pt x="23424" y="21599"/>
                    <a:pt x="21600" y="21600"/>
                  </a:cubicBezTo>
                  <a:cubicBezTo>
                    <a:pt x="9670" y="21600"/>
                    <a:pt x="0" y="11929"/>
                    <a:pt x="0" y="0"/>
                  </a:cubicBezTo>
                  <a:lnTo>
                    <a:pt x="21600" y="0"/>
                  </a:lnTo>
                  <a:close/>
                </a:path>
              </a:pathLst>
            </a:custGeom>
            <a:noFill/>
            <a:ln w="25400" cap="rnd">
              <a:solidFill>
                <a:srgbClr val="FF5050"/>
              </a:solidFill>
              <a:round/>
              <a:headEnd type="stealth" w="med" len="lg"/>
              <a:tailEnd type="none" w="sm" len="sm"/>
            </a:ln>
            <a:effectLst>
              <a:outerShdw dist="17961" dir="2700000" algn="ctr" rotWithShape="0">
                <a:srgbClr val="000000">
                  <a:alpha val="50000"/>
                </a:srgbClr>
              </a:outerShdw>
            </a:effectLst>
          </p:spPr>
          <p:txBody>
            <a:bodyPr/>
            <a:lstStyle/>
            <a:p>
              <a:endParaRPr lang="en-US"/>
            </a:p>
          </p:txBody>
        </p:sp>
      </p:grpSp>
      <p:sp>
        <p:nvSpPr>
          <p:cNvPr id="19464" name="Rectangle 8"/>
          <p:cNvSpPr>
            <a:spLocks noChangeArrowheads="1"/>
          </p:cNvSpPr>
          <p:nvPr/>
        </p:nvSpPr>
        <p:spPr bwMode="auto">
          <a:xfrm>
            <a:off x="930275" y="2503488"/>
            <a:ext cx="7731125" cy="1465262"/>
          </a:xfrm>
          <a:prstGeom prst="rect">
            <a:avLst/>
          </a:prstGeom>
          <a:noFill/>
          <a:ln w="9525">
            <a:noFill/>
            <a:miter lim="800000"/>
            <a:headEnd/>
            <a:tailEnd/>
          </a:ln>
          <a:effectLst/>
        </p:spPr>
        <p:txBody>
          <a:bodyPr lIns="92075" tIns="46038" rIns="92075" bIns="46038">
            <a:spAutoFit/>
          </a:bodyPr>
          <a:lstStyle/>
          <a:p>
            <a:pPr algn="l">
              <a:lnSpc>
                <a:spcPct val="100000"/>
              </a:lnSpc>
              <a:spcBef>
                <a:spcPct val="0"/>
              </a:spcBef>
            </a:pPr>
            <a:r>
              <a:rPr lang="en-US" sz="1800">
                <a:solidFill>
                  <a:srgbClr val="000000"/>
                </a:solidFill>
                <a:latin typeface="Courier New" pitchFamily="49" charset="0"/>
              </a:rPr>
              <a:t>SQL&gt; SELECT empno, sal, deptno</a:t>
            </a:r>
          </a:p>
          <a:p>
            <a:pPr algn="l">
              <a:lnSpc>
                <a:spcPct val="100000"/>
              </a:lnSpc>
              <a:spcBef>
                <a:spcPct val="0"/>
              </a:spcBef>
            </a:pPr>
            <a:r>
              <a:rPr lang="en-US" sz="1800">
                <a:solidFill>
                  <a:srgbClr val="000000"/>
                </a:solidFill>
                <a:latin typeface="Courier New" pitchFamily="49" charset="0"/>
              </a:rPr>
              <a:t>  2  FROM   emp outer</a:t>
            </a:r>
          </a:p>
          <a:p>
            <a:pPr algn="l">
              <a:lnSpc>
                <a:spcPct val="100000"/>
              </a:lnSpc>
              <a:spcBef>
                <a:spcPct val="0"/>
              </a:spcBef>
            </a:pPr>
            <a:r>
              <a:rPr lang="en-US" sz="1800">
                <a:solidFill>
                  <a:srgbClr val="000000"/>
                </a:solidFill>
                <a:latin typeface="Courier New" pitchFamily="49" charset="0"/>
              </a:rPr>
              <a:t>  3  WHERE  sal &gt; (SELECT AVG(sal)</a:t>
            </a:r>
          </a:p>
          <a:p>
            <a:pPr algn="l">
              <a:lnSpc>
                <a:spcPct val="100000"/>
              </a:lnSpc>
              <a:spcBef>
                <a:spcPct val="0"/>
              </a:spcBef>
            </a:pPr>
            <a:r>
              <a:rPr lang="en-US" sz="1800">
                <a:solidFill>
                  <a:srgbClr val="000000"/>
                </a:solidFill>
                <a:latin typeface="Courier New" pitchFamily="49" charset="0"/>
              </a:rPr>
              <a:t>  4                FROM   emp inner</a:t>
            </a:r>
          </a:p>
          <a:p>
            <a:pPr algn="l">
              <a:lnSpc>
                <a:spcPct val="100000"/>
              </a:lnSpc>
              <a:spcBef>
                <a:spcPct val="0"/>
              </a:spcBef>
            </a:pPr>
            <a:r>
              <a:rPr lang="en-US" sz="1800">
                <a:solidFill>
                  <a:srgbClr val="000000"/>
                </a:solidFill>
                <a:latin typeface="Courier New" pitchFamily="49" charset="0"/>
              </a:rPr>
              <a:t>  5                WHERE  outer.deptno = inner.deptno);</a:t>
            </a:r>
          </a:p>
        </p:txBody>
      </p:sp>
      <p:sp>
        <p:nvSpPr>
          <p:cNvPr id="19465" name="Rectangle 9"/>
          <p:cNvSpPr>
            <a:spLocks noChangeArrowheads="1"/>
          </p:cNvSpPr>
          <p:nvPr/>
        </p:nvSpPr>
        <p:spPr bwMode="auto">
          <a:xfrm>
            <a:off x="906463" y="2543175"/>
            <a:ext cx="7315200" cy="1806575"/>
          </a:xfrm>
          <a:prstGeom prst="rect">
            <a:avLst/>
          </a:prstGeom>
          <a:noFill/>
          <a:ln w="9525">
            <a:noFill/>
            <a:miter lim="800000"/>
            <a:headEnd/>
            <a:tailEnd/>
          </a:ln>
          <a:effectLst/>
        </p:spPr>
        <p:txBody>
          <a:bodyPr lIns="92075" tIns="46038" rIns="92075" bIns="46038">
            <a:spAutoFit/>
          </a:bodyPr>
          <a:lstStyle/>
          <a:p>
            <a:pPr algn="l" defTabSz="400050">
              <a:lnSpc>
                <a:spcPct val="125000"/>
              </a:lnSpc>
              <a:spcBef>
                <a:spcPct val="0"/>
              </a:spcBef>
              <a:tabLst>
                <a:tab pos="400050" algn="r"/>
                <a:tab pos="685800" algn="l"/>
              </a:tabLst>
            </a:pPr>
            <a:endParaRPr lang="en-US" sz="1800">
              <a:solidFill>
                <a:srgbClr val="000000"/>
              </a:solidFill>
              <a:latin typeface="Courier New" pitchFamily="49" charset="0"/>
            </a:endParaRPr>
          </a:p>
          <a:p>
            <a:pPr algn="l" defTabSz="400050">
              <a:lnSpc>
                <a:spcPct val="125000"/>
              </a:lnSpc>
              <a:spcBef>
                <a:spcPct val="0"/>
              </a:spcBef>
              <a:tabLst>
                <a:tab pos="400050" algn="r"/>
                <a:tab pos="685800" algn="l"/>
              </a:tabLst>
            </a:pPr>
            <a:endParaRPr lang="en-US" sz="1800">
              <a:solidFill>
                <a:srgbClr val="000000"/>
              </a:solidFill>
              <a:latin typeface="Courier New" pitchFamily="49" charset="0"/>
            </a:endParaRPr>
          </a:p>
          <a:p>
            <a:pPr algn="l" defTabSz="400050">
              <a:lnSpc>
                <a:spcPct val="125000"/>
              </a:lnSpc>
              <a:spcBef>
                <a:spcPct val="0"/>
              </a:spcBef>
              <a:tabLst>
                <a:tab pos="400050" algn="r"/>
                <a:tab pos="685800" algn="l"/>
              </a:tabLst>
            </a:pPr>
            <a:endParaRPr lang="en-US" sz="1800">
              <a:solidFill>
                <a:srgbClr val="000000"/>
              </a:solidFill>
              <a:latin typeface="Courier New" pitchFamily="49" charset="0"/>
            </a:endParaRPr>
          </a:p>
          <a:p>
            <a:pPr algn="l" defTabSz="400050">
              <a:lnSpc>
                <a:spcPct val="125000"/>
              </a:lnSpc>
              <a:spcBef>
                <a:spcPct val="0"/>
              </a:spcBef>
              <a:tabLst>
                <a:tab pos="400050" algn="r"/>
                <a:tab pos="685800" algn="l"/>
              </a:tabLst>
            </a:pPr>
            <a:endParaRPr lang="en-US" sz="1800">
              <a:solidFill>
                <a:srgbClr val="000000"/>
              </a:solidFill>
              <a:latin typeface="Courier New" pitchFamily="49" charset="0"/>
            </a:endParaRPr>
          </a:p>
          <a:p>
            <a:pPr algn="l" defTabSz="400050">
              <a:lnSpc>
                <a:spcPct val="125000"/>
              </a:lnSpc>
              <a:spcBef>
                <a:spcPct val="0"/>
              </a:spcBef>
              <a:tabLst>
                <a:tab pos="400050" algn="r"/>
                <a:tab pos="685800" algn="l"/>
              </a:tabLst>
            </a:pPr>
            <a:endParaRPr lang="en-US" sz="1800">
              <a:solidFill>
                <a:srgbClr val="000000"/>
              </a:solidFill>
              <a:latin typeface="Courier New" pitchFamily="49" charset="0"/>
            </a:endParaRPr>
          </a:p>
        </p:txBody>
      </p:sp>
      <p:sp>
        <p:nvSpPr>
          <p:cNvPr id="19466" name="Rectangle 10"/>
          <p:cNvSpPr>
            <a:spLocks noChangeArrowheads="1"/>
          </p:cNvSpPr>
          <p:nvPr/>
        </p:nvSpPr>
        <p:spPr bwMode="blackWhite">
          <a:xfrm>
            <a:off x="876300" y="4159250"/>
            <a:ext cx="7645400" cy="2038350"/>
          </a:xfrm>
          <a:prstGeom prst="rect">
            <a:avLst/>
          </a:prstGeom>
          <a:solidFill>
            <a:srgbClr val="DDDDDD"/>
          </a:solidFill>
          <a:ln w="25400">
            <a:solidFill>
              <a:srgbClr val="000000"/>
            </a:solidFill>
            <a:miter lim="800000"/>
            <a:headEnd/>
            <a:tailEnd/>
          </a:ln>
          <a:effectLst>
            <a:outerShdw dist="89803" dir="2700000" algn="ctr" rotWithShape="0">
              <a:srgbClr val="000000">
                <a:alpha val="50000"/>
              </a:srgbClr>
            </a:outerShdw>
          </a:effectLst>
        </p:spPr>
        <p:txBody>
          <a:bodyPr wrap="none" lIns="92075" tIns="46038" rIns="92075" bIns="46038" anchor="ctr"/>
          <a:lstStyle/>
          <a:p>
            <a:pPr algn="l">
              <a:lnSpc>
                <a:spcPct val="100000"/>
              </a:lnSpc>
              <a:spcBef>
                <a:spcPct val="0"/>
              </a:spcBef>
              <a:tabLst>
                <a:tab pos="1200150" algn="l"/>
              </a:tabLst>
            </a:pPr>
            <a:r>
              <a:rPr lang="en-US" sz="1800">
                <a:solidFill>
                  <a:srgbClr val="000000"/>
                </a:solidFill>
                <a:latin typeface="Courier New" pitchFamily="49" charset="0"/>
              </a:rPr>
              <a:t>   EMPNO       SAL    DEPTNO</a:t>
            </a:r>
          </a:p>
          <a:p>
            <a:pPr algn="l">
              <a:lnSpc>
                <a:spcPct val="100000"/>
              </a:lnSpc>
              <a:spcBef>
                <a:spcPct val="0"/>
              </a:spcBef>
              <a:tabLst>
                <a:tab pos="1200150" algn="l"/>
              </a:tabLst>
            </a:pPr>
            <a:r>
              <a:rPr lang="en-US" sz="1800">
                <a:solidFill>
                  <a:srgbClr val="000000"/>
                </a:solidFill>
                <a:latin typeface="Courier New" pitchFamily="49" charset="0"/>
              </a:rPr>
              <a:t>-------- --------- ---------</a:t>
            </a:r>
          </a:p>
          <a:p>
            <a:pPr algn="l">
              <a:lnSpc>
                <a:spcPct val="100000"/>
              </a:lnSpc>
              <a:spcBef>
                <a:spcPct val="0"/>
              </a:spcBef>
              <a:tabLst>
                <a:tab pos="1200150" algn="l"/>
              </a:tabLst>
            </a:pPr>
            <a:r>
              <a:rPr lang="en-US" sz="1800">
                <a:solidFill>
                  <a:srgbClr val="000000"/>
                </a:solidFill>
                <a:latin typeface="Courier New" pitchFamily="49" charset="0"/>
              </a:rPr>
              <a:t>    7839      5000        10</a:t>
            </a:r>
          </a:p>
          <a:p>
            <a:pPr algn="l">
              <a:lnSpc>
                <a:spcPct val="100000"/>
              </a:lnSpc>
              <a:spcBef>
                <a:spcPct val="0"/>
              </a:spcBef>
              <a:tabLst>
                <a:tab pos="1200150" algn="l"/>
              </a:tabLst>
            </a:pPr>
            <a:r>
              <a:rPr lang="en-US" sz="1800">
                <a:solidFill>
                  <a:srgbClr val="000000"/>
                </a:solidFill>
                <a:latin typeface="Courier New" pitchFamily="49" charset="0"/>
              </a:rPr>
              <a:t>    7698      2850        30</a:t>
            </a:r>
          </a:p>
          <a:p>
            <a:pPr algn="l">
              <a:lnSpc>
                <a:spcPct val="100000"/>
              </a:lnSpc>
              <a:spcBef>
                <a:spcPct val="0"/>
              </a:spcBef>
              <a:tabLst>
                <a:tab pos="1200150" algn="l"/>
              </a:tabLst>
            </a:pPr>
            <a:r>
              <a:rPr lang="en-US" sz="1800">
                <a:solidFill>
                  <a:srgbClr val="000000"/>
                </a:solidFill>
                <a:latin typeface="Courier New" pitchFamily="49" charset="0"/>
              </a:rPr>
              <a:t>    7566      2975        20</a:t>
            </a:r>
          </a:p>
          <a:p>
            <a:pPr algn="l">
              <a:lnSpc>
                <a:spcPct val="100000"/>
              </a:lnSpc>
              <a:spcBef>
                <a:spcPct val="0"/>
              </a:spcBef>
              <a:tabLst>
                <a:tab pos="1200150" algn="l"/>
              </a:tabLst>
            </a:pPr>
            <a:r>
              <a:rPr lang="en-US" sz="1800">
                <a:solidFill>
                  <a:srgbClr val="000000"/>
                </a:solidFill>
                <a:latin typeface="Courier New" pitchFamily="49" charset="0"/>
              </a:rPr>
              <a:t> ...    </a:t>
            </a:r>
          </a:p>
          <a:p>
            <a:pPr algn="l">
              <a:lnSpc>
                <a:spcPct val="100000"/>
              </a:lnSpc>
              <a:spcBef>
                <a:spcPct val="0"/>
              </a:spcBef>
              <a:tabLst>
                <a:tab pos="1200150" algn="l"/>
              </a:tabLst>
            </a:pPr>
            <a:r>
              <a:rPr lang="en-US" sz="1800">
                <a:solidFill>
                  <a:srgbClr val="000000"/>
                </a:solidFill>
                <a:latin typeface="Courier New" pitchFamily="49" charset="0"/>
              </a:rPr>
              <a:t> 6 rows selected.</a:t>
            </a:r>
          </a:p>
        </p:txBody>
      </p:sp>
    </p:spTree>
  </p:cSld>
  <p:clrMapOvr>
    <a:masterClrMapping/>
  </p:clrMapOvr>
  <p:transition spd="slow"/>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1" fill="hold" grpId="0" nodeType="clickEffect">
                                  <p:stCondLst>
                                    <p:cond delay="0"/>
                                  </p:stCondLst>
                                  <p:childTnLst>
                                    <p:set>
                                      <p:cBhvr>
                                        <p:cTn id="6" dur="1" fill="hold">
                                          <p:stCondLst>
                                            <p:cond delay="0"/>
                                          </p:stCondLst>
                                        </p:cTn>
                                        <p:tgtEl>
                                          <p:spTgt spid="19460"/>
                                        </p:tgtEl>
                                        <p:attrNameLst>
                                          <p:attrName>style.visibility</p:attrName>
                                        </p:attrNameLst>
                                      </p:cBhvr>
                                      <p:to>
                                        <p:strVal val="visible"/>
                                      </p:to>
                                    </p:set>
                                    <p:animEffect transition="in" filter="wipe(up)">
                                      <p:cBhvr>
                                        <p:cTn id="7" dur="500"/>
                                        <p:tgtEl>
                                          <p:spTgt spid="19460"/>
                                        </p:tgtEl>
                                      </p:cBhvr>
                                    </p:animEffect>
                                  </p:childTnLst>
                                </p:cTn>
                              </p:par>
                            </p:childTnLst>
                          </p:cTn>
                        </p:par>
                        <p:par>
                          <p:cTn id="8" fill="hold">
                            <p:stCondLst>
                              <p:cond delay="500"/>
                            </p:stCondLst>
                            <p:childTnLst>
                              <p:par>
                                <p:cTn id="9" presetID="22" presetClass="entr" presetSubtype="4" fill="hold" nodeType="afterEffect">
                                  <p:stCondLst>
                                    <p:cond delay="0"/>
                                  </p:stCondLst>
                                  <p:childTnLst>
                                    <p:set>
                                      <p:cBhvr>
                                        <p:cTn id="10" dur="1" fill="hold">
                                          <p:stCondLst>
                                            <p:cond delay="0"/>
                                          </p:stCondLst>
                                        </p:cTn>
                                        <p:tgtEl>
                                          <p:spTgt spid="2"/>
                                        </p:tgtEl>
                                        <p:attrNameLst>
                                          <p:attrName>style.visibility</p:attrName>
                                        </p:attrNameLst>
                                      </p:cBhvr>
                                      <p:to>
                                        <p:strVal val="visible"/>
                                      </p:to>
                                    </p:set>
                                    <p:animEffect transition="in" filter="wipe(down)">
                                      <p:cBhvr>
                                        <p:cTn id="11" dur="500"/>
                                        <p:tgtEl>
                                          <p:spTgt spid="2"/>
                                        </p:tgtEl>
                                      </p:cBhvr>
                                    </p:animEffect>
                                  </p:childTnLst>
                                </p:cTn>
                              </p:par>
                            </p:childTnLst>
                          </p:cTn>
                        </p:par>
                      </p:childTnLst>
                    </p:cTn>
                  </p:par>
                  <p:par>
                    <p:cTn id="12" fill="hold">
                      <p:stCondLst>
                        <p:cond delay="indefinite"/>
                      </p:stCondLst>
                      <p:childTnLst>
                        <p:par>
                          <p:cTn id="13" fill="hold">
                            <p:stCondLst>
                              <p:cond delay="0"/>
                            </p:stCondLst>
                            <p:childTnLst>
                              <p:par>
                                <p:cTn id="14" presetID="22" presetClass="entr" presetSubtype="1" fill="hold" grpId="0" nodeType="clickEffect">
                                  <p:stCondLst>
                                    <p:cond delay="0"/>
                                  </p:stCondLst>
                                  <p:childTnLst>
                                    <p:set>
                                      <p:cBhvr>
                                        <p:cTn id="15" dur="1" fill="hold">
                                          <p:stCondLst>
                                            <p:cond delay="0"/>
                                          </p:stCondLst>
                                        </p:cTn>
                                        <p:tgtEl>
                                          <p:spTgt spid="19466"/>
                                        </p:tgtEl>
                                        <p:attrNameLst>
                                          <p:attrName>style.visibility</p:attrName>
                                        </p:attrNameLst>
                                      </p:cBhvr>
                                      <p:to>
                                        <p:strVal val="visible"/>
                                      </p:to>
                                    </p:set>
                                    <p:animEffect transition="in" filter="wipe(up)">
                                      <p:cBhvr>
                                        <p:cTn id="16" dur="500"/>
                                        <p:tgtEl>
                                          <p:spTgt spid="1946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9460" grpId="0" animBg="1"/>
      <p:bldP spid="19466" grpId="0" animBg="1" autoUpdateAnimBg="0"/>
    </p:bldLst>
  </p:timing>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1E1157B-67B5-4C50-8399-DDA99C936916}"/>
              </a:ext>
            </a:extLst>
          </p:cNvPr>
          <p:cNvSpPr>
            <a:spLocks noGrp="1"/>
          </p:cNvSpPr>
          <p:nvPr>
            <p:ph type="title"/>
          </p:nvPr>
        </p:nvSpPr>
        <p:spPr/>
        <p:txBody>
          <a:bodyPr>
            <a:normAutofit fontScale="90000"/>
          </a:bodyPr>
          <a:lstStyle/>
          <a:p>
            <a:r>
              <a:rPr lang="en-US" dirty="0"/>
              <a:t>CORELATED SUBQUERIES</a:t>
            </a:r>
            <a:br>
              <a:rPr lang="en-US" dirty="0"/>
            </a:br>
            <a:endParaRPr lang="en-IN" dirty="0"/>
          </a:p>
        </p:txBody>
      </p:sp>
      <p:sp>
        <p:nvSpPr>
          <p:cNvPr id="3" name="Content Placeholder 2">
            <a:extLst>
              <a:ext uri="{FF2B5EF4-FFF2-40B4-BE49-F238E27FC236}">
                <a16:creationId xmlns:a16="http://schemas.microsoft.com/office/drawing/2014/main" id="{EBD37630-DDCD-43E9-A3A9-164538CF0820}"/>
              </a:ext>
            </a:extLst>
          </p:cNvPr>
          <p:cNvSpPr>
            <a:spLocks noGrp="1"/>
          </p:cNvSpPr>
          <p:nvPr>
            <p:ph sz="quarter" idx="1"/>
          </p:nvPr>
        </p:nvSpPr>
        <p:spPr/>
        <p:txBody>
          <a:bodyPr>
            <a:normAutofit/>
          </a:bodyPr>
          <a:lstStyle/>
          <a:p>
            <a:r>
              <a:rPr lang="en-US" dirty="0"/>
              <a:t>#Find all employees who make more than the average salary in their department</a:t>
            </a:r>
          </a:p>
          <a:p>
            <a:pPr marL="0" indent="0">
              <a:buNone/>
            </a:pPr>
            <a:r>
              <a:rPr lang="en-US" dirty="0"/>
              <a:t>SELECT DEPTNO,EMPNO,EMPNAME,SALARY FROM EMPLOYEE E WHERE SALARY&gt;(SELECT AVG(SALARY) FROM EMPLOYEE E1 WHERE E.DEPTNO=E1.DEPTNO) ORDER BY DEPTNO;</a:t>
            </a:r>
          </a:p>
          <a:p>
            <a:pPr marL="0" indent="0">
              <a:buNone/>
            </a:pPr>
            <a:endParaRPr lang="en-IN" dirty="0"/>
          </a:p>
        </p:txBody>
      </p:sp>
    </p:spTree>
    <p:extLst>
      <p:ext uri="{BB962C8B-B14F-4D97-AF65-F5344CB8AC3E}">
        <p14:creationId xmlns:p14="http://schemas.microsoft.com/office/powerpoint/2010/main" val="2846222657"/>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1506" name="Rectangle 2"/>
          <p:cNvSpPr>
            <a:spLocks noGrp="1" noChangeArrowheads="1"/>
          </p:cNvSpPr>
          <p:nvPr>
            <p:ph type="title"/>
          </p:nvPr>
        </p:nvSpPr>
        <p:spPr>
          <a:noFill/>
          <a:ln/>
        </p:spPr>
        <p:txBody>
          <a:bodyPr/>
          <a:lstStyle/>
          <a:p>
            <a:r>
              <a:rPr lang="en-US"/>
              <a:t>Using the EXISTS Operator</a:t>
            </a:r>
          </a:p>
        </p:txBody>
      </p:sp>
      <p:sp>
        <p:nvSpPr>
          <p:cNvPr id="21507" name="Rectangle 3"/>
          <p:cNvSpPr>
            <a:spLocks noGrp="1" noChangeArrowheads="1"/>
          </p:cNvSpPr>
          <p:nvPr>
            <p:ph sz="quarter" idx="1"/>
          </p:nvPr>
        </p:nvSpPr>
        <p:spPr>
          <a:xfrm>
            <a:off x="860425" y="1506538"/>
            <a:ext cx="7308850" cy="4089400"/>
          </a:xfrm>
          <a:noFill/>
          <a:ln/>
        </p:spPr>
        <p:txBody>
          <a:bodyPr/>
          <a:lstStyle/>
          <a:p>
            <a:pPr lvl="1"/>
            <a:r>
              <a:rPr lang="en-US"/>
              <a:t>If a subquery row value is found:</a:t>
            </a:r>
          </a:p>
          <a:p>
            <a:pPr lvl="2"/>
            <a:r>
              <a:rPr lang="en-US"/>
              <a:t>The search does not continue in the inner query.</a:t>
            </a:r>
          </a:p>
          <a:p>
            <a:pPr lvl="2"/>
            <a:r>
              <a:rPr lang="en-US"/>
              <a:t>The condition is flagged TRUE.</a:t>
            </a:r>
          </a:p>
          <a:p>
            <a:pPr lvl="1"/>
            <a:r>
              <a:rPr lang="en-US"/>
              <a:t>If a subquery row value is not found:</a:t>
            </a:r>
          </a:p>
          <a:p>
            <a:pPr lvl="2"/>
            <a:r>
              <a:rPr lang="en-US"/>
              <a:t>The condition is flagged FALSE.</a:t>
            </a:r>
          </a:p>
          <a:p>
            <a:pPr lvl="2"/>
            <a:r>
              <a:rPr lang="en-US"/>
              <a:t>The search continues in the inner query.</a:t>
            </a:r>
          </a:p>
        </p:txBody>
      </p:sp>
      <p:sp>
        <p:nvSpPr>
          <p:cNvPr id="21508" name="Rectangle 4"/>
          <p:cNvSpPr>
            <a:spLocks noChangeArrowheads="1"/>
          </p:cNvSpPr>
          <p:nvPr/>
        </p:nvSpPr>
        <p:spPr bwMode="auto">
          <a:xfrm>
            <a:off x="917575" y="1681163"/>
            <a:ext cx="7308850" cy="822325"/>
          </a:xfrm>
          <a:prstGeom prst="rect">
            <a:avLst/>
          </a:prstGeom>
          <a:noFill/>
          <a:ln w="9525">
            <a:noFill/>
            <a:miter lim="800000"/>
            <a:headEnd/>
            <a:tailEnd/>
          </a:ln>
          <a:effectLst>
            <a:outerShdw dist="35921" dir="2700000" algn="ctr" rotWithShape="0">
              <a:schemeClr val="tx1">
                <a:alpha val="50000"/>
              </a:schemeClr>
            </a:outerShdw>
          </a:effectLst>
        </p:spPr>
        <p:txBody>
          <a:bodyPr wrap="none" anchor="ctr"/>
          <a:lstStyle/>
          <a:p>
            <a:endParaRPr lang="en-US"/>
          </a:p>
        </p:txBody>
      </p:sp>
    </p:spTree>
  </p:cSld>
  <p:clrMapOvr>
    <a:masterClrMapping/>
  </p:clrMapOvr>
  <p:transition spd="slow"/>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68642" name="Rectangle 1026"/>
          <p:cNvSpPr>
            <a:spLocks noGrp="1" noChangeArrowheads="1"/>
          </p:cNvSpPr>
          <p:nvPr>
            <p:ph type="title"/>
          </p:nvPr>
        </p:nvSpPr>
        <p:spPr/>
        <p:txBody>
          <a:bodyPr/>
          <a:lstStyle/>
          <a:p>
            <a:r>
              <a:rPr lang="en-US"/>
              <a:t>EXISTS Operator</a:t>
            </a:r>
          </a:p>
        </p:txBody>
      </p:sp>
      <p:sp>
        <p:nvSpPr>
          <p:cNvPr id="368643" name="Rectangle 1027"/>
          <p:cNvSpPr>
            <a:spLocks noGrp="1" noChangeArrowheads="1"/>
          </p:cNvSpPr>
          <p:nvPr>
            <p:ph type="body" sz="half" idx="1"/>
          </p:nvPr>
        </p:nvSpPr>
        <p:spPr>
          <a:xfrm>
            <a:off x="685800" y="1981200"/>
            <a:ext cx="7467600" cy="4114800"/>
          </a:xfrm>
        </p:spPr>
        <p:txBody>
          <a:bodyPr/>
          <a:lstStyle/>
          <a:p>
            <a:pPr>
              <a:buFont typeface="Times" charset="0"/>
              <a:buChar char="•"/>
            </a:pPr>
            <a:r>
              <a:rPr lang="en-US" sz="2400" dirty="0"/>
              <a:t>Determines whether condition exists in subquery</a:t>
            </a:r>
          </a:p>
        </p:txBody>
      </p:sp>
      <p:sp>
        <p:nvSpPr>
          <p:cNvPr id="5" name="Footer Placeholder 4"/>
          <p:cNvSpPr>
            <a:spLocks noGrp="1"/>
          </p:cNvSpPr>
          <p:nvPr>
            <p:ph type="ftr" sz="quarter" idx="10"/>
          </p:nvPr>
        </p:nvSpPr>
        <p:spPr/>
        <p:txBody>
          <a:bodyPr/>
          <a:lstStyle/>
          <a:p>
            <a:r>
              <a:rPr lang="en-US"/>
              <a:t>Oracle 10</a:t>
            </a:r>
            <a:r>
              <a:rPr lang="en-US" i="1"/>
              <a:t>g:</a:t>
            </a:r>
            <a:r>
              <a:rPr lang="en-US"/>
              <a:t> SQL</a:t>
            </a:r>
            <a:endParaRPr lang="en-US">
              <a:latin typeface="Arial" pitchFamily="34" charset="0"/>
            </a:endParaRPr>
          </a:p>
        </p:txBody>
      </p:sp>
      <p:sp>
        <p:nvSpPr>
          <p:cNvPr id="6" name="Slide Number Placeholder 5"/>
          <p:cNvSpPr>
            <a:spLocks noGrp="1"/>
          </p:cNvSpPr>
          <p:nvPr>
            <p:ph type="sldNum" sz="quarter" idx="11"/>
          </p:nvPr>
        </p:nvSpPr>
        <p:spPr/>
        <p:txBody>
          <a:bodyPr/>
          <a:lstStyle/>
          <a:p>
            <a:fld id="{95818608-AE81-4368-814E-839C6DF73ED5}" type="slidenum">
              <a:rPr lang="en-US"/>
              <a:pPr/>
              <a:t>23</a:t>
            </a:fld>
            <a:endParaRPr lang="en-US">
              <a:latin typeface="Arial" pitchFamily="34" charset="0"/>
            </a:endParaRPr>
          </a:p>
        </p:txBody>
      </p:sp>
      <p:sp>
        <p:nvSpPr>
          <p:cNvPr id="4" name="Rectangle 3">
            <a:extLst>
              <a:ext uri="{FF2B5EF4-FFF2-40B4-BE49-F238E27FC236}">
                <a16:creationId xmlns:a16="http://schemas.microsoft.com/office/drawing/2014/main" id="{B65484FD-EE90-412D-9D6B-6AB06722523C}"/>
              </a:ext>
            </a:extLst>
          </p:cNvPr>
          <p:cNvSpPr/>
          <p:nvPr/>
        </p:nvSpPr>
        <p:spPr>
          <a:xfrm>
            <a:off x="685800" y="2631638"/>
            <a:ext cx="8229600" cy="2308324"/>
          </a:xfrm>
          <a:prstGeom prst="rect">
            <a:avLst/>
          </a:prstGeom>
        </p:spPr>
        <p:txBody>
          <a:bodyPr wrap="square">
            <a:spAutoFit/>
          </a:bodyPr>
          <a:lstStyle/>
          <a:p>
            <a:r>
              <a:rPr lang="en-US" dirty="0"/>
              <a:t>#EXISTS</a:t>
            </a:r>
          </a:p>
          <a:p>
            <a:r>
              <a:rPr lang="en-US" dirty="0"/>
              <a:t>#LIST ALL THE EMPLOYEES ASSIGNED TO A PROJECT </a:t>
            </a:r>
          </a:p>
          <a:p>
            <a:r>
              <a:rPr lang="en-US" dirty="0"/>
              <a:t>SELECT EMPNO,EMPNAME FROM EMPLOYEE E WHERE EXISTS(SELECT PROJNO FROM EMP_PROJ EP WHERE E.EMPNO=EP.EMPNO);</a:t>
            </a:r>
          </a:p>
          <a:p>
            <a:endParaRPr lang="en-US" dirty="0"/>
          </a:p>
          <a:p>
            <a:r>
              <a:rPr lang="en-US" dirty="0"/>
              <a:t>#LIST ALL THE EMPLOYEES NOT ASSIGNED TO A PROJECT </a:t>
            </a:r>
          </a:p>
          <a:p>
            <a:r>
              <a:rPr lang="en-US" dirty="0"/>
              <a:t>SELECT EMPNO,EMPNAME FROM EMPLOYEE E WHERE NOT EXISTS(SELECT PROJNO FROM EMP_PROJ EP WHERE E.EMPNO=EP.EMPNO);</a:t>
            </a:r>
          </a:p>
        </p:txBody>
      </p:sp>
    </p:spTree>
    <p:extLst>
      <p:ext uri="{BB962C8B-B14F-4D97-AF65-F5344CB8AC3E}">
        <p14:creationId xmlns:p14="http://schemas.microsoft.com/office/powerpoint/2010/main" val="336065429"/>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602" name="Rectangle 2"/>
          <p:cNvSpPr>
            <a:spLocks noChangeArrowheads="1"/>
          </p:cNvSpPr>
          <p:nvPr/>
        </p:nvSpPr>
        <p:spPr bwMode="auto">
          <a:xfrm>
            <a:off x="854075" y="1265238"/>
            <a:ext cx="7654925" cy="946150"/>
          </a:xfrm>
          <a:prstGeom prst="rect">
            <a:avLst/>
          </a:prstGeom>
          <a:noFill/>
          <a:ln w="9525">
            <a:noFill/>
            <a:miter lim="800000"/>
            <a:headEnd/>
            <a:tailEnd/>
          </a:ln>
          <a:effectLst/>
        </p:spPr>
        <p:txBody>
          <a:bodyPr lIns="92075" tIns="46038" rIns="92075" bIns="46038">
            <a:spAutoFit/>
          </a:bodyPr>
          <a:lstStyle/>
          <a:p>
            <a:pPr algn="l">
              <a:lnSpc>
                <a:spcPct val="100000"/>
              </a:lnSpc>
              <a:spcBef>
                <a:spcPct val="50000"/>
              </a:spcBef>
            </a:pPr>
            <a:r>
              <a:rPr lang="en-US">
                <a:solidFill>
                  <a:schemeClr val="tx1"/>
                </a:solidFill>
                <a:latin typeface="Arial" pitchFamily="34" charset="0"/>
              </a:rPr>
              <a:t>Find all departments that do not have any employees.</a:t>
            </a:r>
          </a:p>
        </p:txBody>
      </p:sp>
      <p:sp>
        <p:nvSpPr>
          <p:cNvPr id="25603" name="Rectangle 3"/>
          <p:cNvSpPr>
            <a:spLocks noChangeArrowheads="1"/>
          </p:cNvSpPr>
          <p:nvPr/>
        </p:nvSpPr>
        <p:spPr bwMode="auto">
          <a:xfrm>
            <a:off x="968375" y="492125"/>
            <a:ext cx="7299325" cy="881063"/>
          </a:xfrm>
          <a:prstGeom prst="rect">
            <a:avLst/>
          </a:prstGeom>
          <a:noFill/>
          <a:ln w="9525">
            <a:noFill/>
            <a:miter lim="800000"/>
            <a:headEnd/>
            <a:tailEnd/>
          </a:ln>
          <a:effectLst>
            <a:outerShdw dist="53882" dir="2700000" algn="ctr" rotWithShape="0">
              <a:srgbClr val="000000">
                <a:alpha val="50000"/>
              </a:srgbClr>
            </a:outerShdw>
          </a:effectLst>
        </p:spPr>
        <p:txBody>
          <a:bodyPr lIns="92075" tIns="46038" rIns="92075" bIns="46038"/>
          <a:lstStyle/>
          <a:p>
            <a:pPr>
              <a:lnSpc>
                <a:spcPct val="100000"/>
              </a:lnSpc>
              <a:spcBef>
                <a:spcPct val="0"/>
              </a:spcBef>
            </a:pPr>
            <a:r>
              <a:rPr lang="en-US" sz="3600">
                <a:solidFill>
                  <a:srgbClr val="FFCC66"/>
                </a:solidFill>
                <a:latin typeface="Arial" pitchFamily="34" charset="0"/>
              </a:rPr>
              <a:t>Using the NOT EXISTS Operator</a:t>
            </a:r>
          </a:p>
        </p:txBody>
      </p:sp>
      <p:sp>
        <p:nvSpPr>
          <p:cNvPr id="25604" name="Rectangle 4"/>
          <p:cNvSpPr>
            <a:spLocks noChangeArrowheads="1"/>
          </p:cNvSpPr>
          <p:nvPr/>
        </p:nvSpPr>
        <p:spPr bwMode="blackWhite">
          <a:xfrm>
            <a:off x="865188" y="2222500"/>
            <a:ext cx="7720012" cy="1465263"/>
          </a:xfrm>
          <a:prstGeom prst="rect">
            <a:avLst/>
          </a:prstGeom>
          <a:solidFill>
            <a:srgbClr val="FFFFCC"/>
          </a:solidFill>
          <a:ln w="25400">
            <a:solidFill>
              <a:srgbClr val="000000"/>
            </a:solidFill>
            <a:miter lim="800000"/>
            <a:headEnd/>
            <a:tailEnd/>
          </a:ln>
          <a:effectLst>
            <a:outerShdw dist="89803" dir="2700000" algn="ctr" rotWithShape="0">
              <a:srgbClr val="000000">
                <a:alpha val="50000"/>
              </a:srgbClr>
            </a:outerShdw>
          </a:effectLst>
        </p:spPr>
        <p:txBody>
          <a:bodyPr wrap="none" anchor="ctr"/>
          <a:lstStyle/>
          <a:p>
            <a:endParaRPr lang="en-US"/>
          </a:p>
        </p:txBody>
      </p:sp>
      <p:sp>
        <p:nvSpPr>
          <p:cNvPr id="25605" name="Rectangle 5"/>
          <p:cNvSpPr>
            <a:spLocks noChangeArrowheads="1"/>
          </p:cNvSpPr>
          <p:nvPr/>
        </p:nvSpPr>
        <p:spPr bwMode="ltGray">
          <a:xfrm>
            <a:off x="2735263" y="2798763"/>
            <a:ext cx="1473200" cy="336550"/>
          </a:xfrm>
          <a:prstGeom prst="rect">
            <a:avLst/>
          </a:prstGeom>
          <a:solidFill>
            <a:srgbClr val="FF5050">
              <a:alpha val="50000"/>
            </a:srgbClr>
          </a:solidFill>
          <a:ln w="9525">
            <a:noFill/>
            <a:miter lim="800000"/>
            <a:headEnd/>
            <a:tailEnd/>
          </a:ln>
          <a:effectLst/>
        </p:spPr>
        <p:txBody>
          <a:bodyPr wrap="none" anchor="ctr"/>
          <a:lstStyle/>
          <a:p>
            <a:endParaRPr lang="en-US"/>
          </a:p>
        </p:txBody>
      </p:sp>
      <p:sp>
        <p:nvSpPr>
          <p:cNvPr id="25606" name="Rectangle 6"/>
          <p:cNvSpPr>
            <a:spLocks noChangeArrowheads="1"/>
          </p:cNvSpPr>
          <p:nvPr/>
        </p:nvSpPr>
        <p:spPr bwMode="blackWhite">
          <a:xfrm>
            <a:off x="879475" y="4076700"/>
            <a:ext cx="7667625" cy="1168400"/>
          </a:xfrm>
          <a:prstGeom prst="rect">
            <a:avLst/>
          </a:prstGeom>
          <a:solidFill>
            <a:srgbClr val="DDDDDD"/>
          </a:solidFill>
          <a:ln w="25400">
            <a:solidFill>
              <a:srgbClr val="000000"/>
            </a:solidFill>
            <a:miter lim="800000"/>
            <a:headEnd/>
            <a:tailEnd/>
          </a:ln>
          <a:effectLst>
            <a:outerShdw dist="89803" dir="2700000" algn="ctr" rotWithShape="0">
              <a:srgbClr val="000000">
                <a:alpha val="50000"/>
              </a:srgbClr>
            </a:outerShdw>
          </a:effectLst>
        </p:spPr>
        <p:txBody>
          <a:bodyPr wrap="none" lIns="92075" tIns="46038" rIns="92075" bIns="46038" anchor="ctr"/>
          <a:lstStyle/>
          <a:p>
            <a:pPr algn="l">
              <a:lnSpc>
                <a:spcPct val="100000"/>
              </a:lnSpc>
              <a:spcBef>
                <a:spcPct val="0"/>
              </a:spcBef>
              <a:tabLst>
                <a:tab pos="1200150" algn="l"/>
              </a:tabLst>
            </a:pPr>
            <a:r>
              <a:rPr lang="en-US" sz="1800">
                <a:solidFill>
                  <a:srgbClr val="000000"/>
                </a:solidFill>
                <a:latin typeface="Courier New" pitchFamily="49" charset="0"/>
              </a:rPr>
              <a:t>   DEPTNO DNAME</a:t>
            </a:r>
          </a:p>
          <a:p>
            <a:pPr algn="l">
              <a:lnSpc>
                <a:spcPct val="100000"/>
              </a:lnSpc>
              <a:spcBef>
                <a:spcPct val="0"/>
              </a:spcBef>
              <a:tabLst>
                <a:tab pos="1200150" algn="l"/>
              </a:tabLst>
            </a:pPr>
            <a:r>
              <a:rPr lang="en-US" sz="1800">
                <a:solidFill>
                  <a:srgbClr val="000000"/>
                </a:solidFill>
                <a:latin typeface="Courier New" pitchFamily="49" charset="0"/>
              </a:rPr>
              <a:t>--------- ----------</a:t>
            </a:r>
          </a:p>
          <a:p>
            <a:pPr algn="l">
              <a:lnSpc>
                <a:spcPct val="100000"/>
              </a:lnSpc>
              <a:spcBef>
                <a:spcPct val="0"/>
              </a:spcBef>
              <a:tabLst>
                <a:tab pos="1200150" algn="l"/>
              </a:tabLst>
            </a:pPr>
            <a:r>
              <a:rPr lang="en-US" sz="1800">
                <a:solidFill>
                  <a:srgbClr val="000000"/>
                </a:solidFill>
                <a:latin typeface="Courier New" pitchFamily="49" charset="0"/>
              </a:rPr>
              <a:t>       40 OPERATIONS</a:t>
            </a:r>
          </a:p>
        </p:txBody>
      </p:sp>
      <p:sp>
        <p:nvSpPr>
          <p:cNvPr id="25607" name="Rectangle 7"/>
          <p:cNvSpPr>
            <a:spLocks noChangeArrowheads="1"/>
          </p:cNvSpPr>
          <p:nvPr/>
        </p:nvSpPr>
        <p:spPr bwMode="blackWhite">
          <a:xfrm>
            <a:off x="869950" y="2209800"/>
            <a:ext cx="7745413" cy="1490663"/>
          </a:xfrm>
          <a:prstGeom prst="rect">
            <a:avLst/>
          </a:prstGeom>
          <a:noFill/>
          <a:ln w="9525">
            <a:noFill/>
            <a:miter lim="800000"/>
            <a:headEnd/>
            <a:tailEnd/>
          </a:ln>
          <a:effectLst/>
        </p:spPr>
        <p:txBody>
          <a:bodyPr wrap="none" lIns="92075" tIns="46038" rIns="92075" bIns="46038" anchor="ctr"/>
          <a:lstStyle/>
          <a:p>
            <a:pPr algn="l">
              <a:lnSpc>
                <a:spcPct val="100000"/>
              </a:lnSpc>
              <a:spcBef>
                <a:spcPct val="0"/>
              </a:spcBef>
            </a:pPr>
            <a:r>
              <a:rPr lang="en-US" sz="1800">
                <a:solidFill>
                  <a:srgbClr val="000000"/>
                </a:solidFill>
                <a:latin typeface="Courier New" pitchFamily="49" charset="0"/>
              </a:rPr>
              <a:t>SQL&gt; SELECT	deptno, dname</a:t>
            </a:r>
          </a:p>
          <a:p>
            <a:pPr algn="l">
              <a:lnSpc>
                <a:spcPct val="100000"/>
              </a:lnSpc>
              <a:spcBef>
                <a:spcPct val="0"/>
              </a:spcBef>
            </a:pPr>
            <a:r>
              <a:rPr lang="en-US" sz="1800">
                <a:solidFill>
                  <a:srgbClr val="000000"/>
                </a:solidFill>
                <a:latin typeface="Courier New" pitchFamily="49" charset="0"/>
              </a:rPr>
              <a:t>  2  FROM 	dept d</a:t>
            </a:r>
          </a:p>
          <a:p>
            <a:pPr algn="l">
              <a:lnSpc>
                <a:spcPct val="100000"/>
              </a:lnSpc>
              <a:spcBef>
                <a:spcPct val="0"/>
              </a:spcBef>
            </a:pPr>
            <a:r>
              <a:rPr lang="en-US" sz="1800">
                <a:solidFill>
                  <a:srgbClr val="000000"/>
                </a:solidFill>
                <a:latin typeface="Courier New" pitchFamily="49" charset="0"/>
              </a:rPr>
              <a:t>  3  WHERE	NOT EXISTS (SELECT '1'</a:t>
            </a:r>
          </a:p>
          <a:p>
            <a:pPr algn="l">
              <a:lnSpc>
                <a:spcPct val="100000"/>
              </a:lnSpc>
              <a:spcBef>
                <a:spcPct val="0"/>
              </a:spcBef>
            </a:pPr>
            <a:r>
              <a:rPr lang="en-US" sz="1800">
                <a:solidFill>
                  <a:srgbClr val="000000"/>
                </a:solidFill>
                <a:latin typeface="Courier New" pitchFamily="49" charset="0"/>
              </a:rPr>
              <a:t>  4                      FROM   emp e</a:t>
            </a:r>
          </a:p>
          <a:p>
            <a:pPr algn="l">
              <a:lnSpc>
                <a:spcPct val="100000"/>
              </a:lnSpc>
              <a:spcBef>
                <a:spcPct val="0"/>
              </a:spcBef>
            </a:pPr>
            <a:r>
              <a:rPr lang="en-US" sz="1800">
                <a:solidFill>
                  <a:srgbClr val="000000"/>
                </a:solidFill>
                <a:latin typeface="Courier New" pitchFamily="49" charset="0"/>
              </a:rPr>
              <a:t>  5                      WHERE  d.deptno = e.deptno);</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1" fill="hold" grpId="0" nodeType="clickEffect">
                                  <p:stCondLst>
                                    <p:cond delay="0"/>
                                  </p:stCondLst>
                                  <p:childTnLst>
                                    <p:set>
                                      <p:cBhvr>
                                        <p:cTn id="6" dur="1" fill="hold">
                                          <p:stCondLst>
                                            <p:cond delay="0"/>
                                          </p:stCondLst>
                                        </p:cTn>
                                        <p:tgtEl>
                                          <p:spTgt spid="25605"/>
                                        </p:tgtEl>
                                        <p:attrNameLst>
                                          <p:attrName>style.visibility</p:attrName>
                                        </p:attrNameLst>
                                      </p:cBhvr>
                                      <p:to>
                                        <p:strVal val="visible"/>
                                      </p:to>
                                    </p:set>
                                    <p:animEffect transition="in" filter="wipe(up)">
                                      <p:cBhvr>
                                        <p:cTn id="7" dur="500"/>
                                        <p:tgtEl>
                                          <p:spTgt spid="2560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5605" grpId="0" animBg="1"/>
    </p:bldLst>
  </p:timing>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85026" name="Rectangle 2"/>
          <p:cNvSpPr>
            <a:spLocks noGrp="1" noChangeArrowheads="1"/>
          </p:cNvSpPr>
          <p:nvPr>
            <p:ph type="title"/>
          </p:nvPr>
        </p:nvSpPr>
        <p:spPr/>
        <p:txBody>
          <a:bodyPr/>
          <a:lstStyle/>
          <a:p>
            <a:r>
              <a:rPr lang="en-US"/>
              <a:t>Nested Subqueries</a:t>
            </a:r>
          </a:p>
        </p:txBody>
      </p:sp>
      <p:sp>
        <p:nvSpPr>
          <p:cNvPr id="4" name="Footer Placeholder 3"/>
          <p:cNvSpPr>
            <a:spLocks noGrp="1"/>
          </p:cNvSpPr>
          <p:nvPr>
            <p:ph type="ftr" sz="quarter" idx="11"/>
          </p:nvPr>
        </p:nvSpPr>
        <p:spPr/>
        <p:txBody>
          <a:bodyPr/>
          <a:lstStyle/>
          <a:p>
            <a:r>
              <a:rPr lang="en-US"/>
              <a:t>Oracle 10</a:t>
            </a:r>
            <a:r>
              <a:rPr lang="en-US" i="1"/>
              <a:t>g:</a:t>
            </a:r>
            <a:r>
              <a:rPr lang="en-US"/>
              <a:t> SQL</a:t>
            </a:r>
            <a:endParaRPr lang="en-US">
              <a:latin typeface="Arial" pitchFamily="34" charset="0"/>
            </a:endParaRPr>
          </a:p>
        </p:txBody>
      </p:sp>
      <p:sp>
        <p:nvSpPr>
          <p:cNvPr id="5" name="Slide Number Placeholder 4"/>
          <p:cNvSpPr>
            <a:spLocks noGrp="1"/>
          </p:cNvSpPr>
          <p:nvPr>
            <p:ph type="sldNum" sz="quarter" idx="12"/>
          </p:nvPr>
        </p:nvSpPr>
        <p:spPr/>
        <p:txBody>
          <a:bodyPr/>
          <a:lstStyle/>
          <a:p>
            <a:fld id="{4A56C4B7-EF57-44EC-A4AC-DABF9CBE6010}" type="slidenum">
              <a:rPr lang="en-US"/>
              <a:pPr/>
              <a:t>25</a:t>
            </a:fld>
            <a:endParaRPr lang="en-US">
              <a:latin typeface="Arial" pitchFamily="34" charset="0"/>
            </a:endParaRPr>
          </a:p>
        </p:txBody>
      </p:sp>
      <p:sp>
        <p:nvSpPr>
          <p:cNvPr id="385027" name="Rectangle 3"/>
          <p:cNvSpPr>
            <a:spLocks noGrp="1" noChangeArrowheads="1"/>
          </p:cNvSpPr>
          <p:nvPr>
            <p:ph sz="quarter" idx="1"/>
          </p:nvPr>
        </p:nvSpPr>
        <p:spPr/>
        <p:txBody>
          <a:bodyPr/>
          <a:lstStyle/>
          <a:p>
            <a:r>
              <a:rPr lang="en-US"/>
              <a:t>Maximum of 255 subqueries if nested in the WHERE clause</a:t>
            </a:r>
            <a:endParaRPr lang="en-US">
              <a:cs typeface="Times New Roman" pitchFamily="18" charset="0"/>
            </a:endParaRPr>
          </a:p>
          <a:p>
            <a:r>
              <a:rPr lang="en-US"/>
              <a:t>No limit if nested in the FROM clause</a:t>
            </a:r>
          </a:p>
          <a:p>
            <a:r>
              <a:rPr lang="en-US"/>
              <a:t>Innermost subquery is resolved first, then the next level, etc.</a:t>
            </a:r>
          </a:p>
        </p:txBody>
      </p:sp>
    </p:spTree>
  </p:cSld>
  <p:clrMapOvr>
    <a:masterClrMapping/>
  </p:clrMapOvr>
</p:sld>
</file>

<file path=ppt/theme/_rels/theme1.xml.rels><?xml version="1.0" encoding="UTF-8" standalone="yes"?>
<Relationships xmlns="http://schemas.openxmlformats.org/package/2006/relationships"><Relationship Id="rId1" Type="http://schemas.openxmlformats.org/officeDocument/2006/relationships/image" Target="../media/image1.jpeg"/></Relationships>
</file>

<file path=ppt/theme/theme1.xml><?xml version="1.0" encoding="utf-8"?>
<a:theme xmlns:a="http://schemas.openxmlformats.org/drawingml/2006/main" name="Equity">
  <a:themeElements>
    <a:clrScheme name="Equity">
      <a:dk1>
        <a:sysClr val="windowText" lastClr="000000"/>
      </a:dk1>
      <a:lt1>
        <a:sysClr val="window" lastClr="FFFFFF"/>
      </a:lt1>
      <a:dk2>
        <a:srgbClr val="696464"/>
      </a:dk2>
      <a:lt2>
        <a:srgbClr val="E9E5DC"/>
      </a:lt2>
      <a:accent1>
        <a:srgbClr val="D34817"/>
      </a:accent1>
      <a:accent2>
        <a:srgbClr val="9B2D1F"/>
      </a:accent2>
      <a:accent3>
        <a:srgbClr val="A28E6A"/>
      </a:accent3>
      <a:accent4>
        <a:srgbClr val="956251"/>
      </a:accent4>
      <a:accent5>
        <a:srgbClr val="918485"/>
      </a:accent5>
      <a:accent6>
        <a:srgbClr val="855D5D"/>
      </a:accent6>
      <a:hlink>
        <a:srgbClr val="CC9900"/>
      </a:hlink>
      <a:folHlink>
        <a:srgbClr val="96A9A9"/>
      </a:folHlink>
    </a:clrScheme>
    <a:fontScheme name="Equity">
      <a:majorFont>
        <a:latin typeface="Franklin Gothic Book"/>
        <a:ea typeface=""/>
        <a:cs typeface=""/>
        <a:font script="Grek" typeface="Calibri"/>
        <a:font script="Cyrl" typeface="Calibri"/>
        <a:font script="Jpan" typeface="HGｺﾞｼｯｸM"/>
        <a:font script="Hang" typeface="바탕"/>
        <a:font script="Hans" typeface="幼圆"/>
        <a:font script="Hant" typeface="微軟正黑體"/>
        <a:font script="Arab" typeface="Tahoma"/>
        <a:font script="Hebr" typeface="Aharoni"/>
        <a:font script="Thai" typeface="Lily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majorFont>
      <a:minorFont>
        <a:latin typeface="Perpetua"/>
        <a:ea typeface=""/>
        <a:cs typeface=""/>
        <a:font script="Grek" typeface="Cambria"/>
        <a:font script="Cyrl" typeface="Cambria"/>
        <a:font script="Jpan" typeface="HG創英ﾌﾟﾚｾﾞﾝｽEB"/>
        <a:font script="Hang" typeface="맑은 고딕"/>
        <a:font script="Hans" typeface="宋体"/>
        <a:font script="Hant" typeface="新細明體"/>
        <a:font script="Arab" typeface="Times New Roman"/>
        <a:font script="Hebr" typeface="Aharoni"/>
        <a:font script="Thai" typeface="EucrosiaUPC"/>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inorFont>
    </a:fontScheme>
    <a:fmtScheme name="Equity">
      <a:fillStyleLst>
        <a:solidFill>
          <a:schemeClr val="phClr"/>
        </a:solidFill>
        <a:blipFill>
          <a:blip xmlns:r="http://schemas.openxmlformats.org/officeDocument/2006/relationships" r:embed="rId1">
            <a:duotone>
              <a:schemeClr val="phClr">
                <a:tint val="30000"/>
                <a:satMod val="300000"/>
              </a:schemeClr>
              <a:schemeClr val="phClr">
                <a:tint val="40000"/>
                <a:satMod val="200000"/>
              </a:schemeClr>
            </a:duotone>
          </a:blip>
          <a:tile tx="0" ty="0" sx="70000" sy="70000" flip="none" algn="ctr"/>
        </a:blipFill>
        <a:blipFill>
          <a:blip xmlns:r="http://schemas.openxmlformats.org/officeDocument/2006/relationships" r:embed="rId1">
            <a:duotone>
              <a:schemeClr val="phClr">
                <a:shade val="22000"/>
                <a:satMod val="160000"/>
              </a:schemeClr>
              <a:schemeClr val="phClr">
                <a:shade val="45000"/>
                <a:satMod val="100000"/>
              </a:schemeClr>
            </a:duotone>
          </a:blip>
          <a:tile tx="0" ty="0" sx="65000" sy="65000" flip="none" algn="ctr"/>
        </a:blipFill>
      </a:fillStyleLst>
      <a:lnStyleLst>
        <a:ln w="9525" cap="flat" cmpd="sng" algn="ctr">
          <a:solidFill>
            <a:schemeClr val="phClr">
              <a:shade val="60000"/>
              <a:satMod val="110000"/>
            </a:schemeClr>
          </a:solidFill>
          <a:prstDash val="solid"/>
        </a:ln>
        <a:ln w="12700" cap="flat" cmpd="sng" algn="ctr">
          <a:solidFill>
            <a:schemeClr val="phClr"/>
          </a:solidFill>
          <a:prstDash val="solid"/>
        </a:ln>
        <a:ln w="38100" cap="flat" cmpd="sng" algn="ctr">
          <a:solidFill>
            <a:schemeClr val="phClr"/>
          </a:solidFill>
          <a:prstDash val="solid"/>
        </a:ln>
      </a:lnStyleLst>
      <a:effectStyleLst>
        <a:effectStyle>
          <a:effectLst>
            <a:outerShdw blurRad="38100" dist="25400" dir="5400000" algn="t" rotWithShape="0">
              <a:srgbClr val="000000">
                <a:alpha val="50000"/>
              </a:srgbClr>
            </a:outerShdw>
          </a:effectLst>
        </a:effectStyle>
        <a:effectStyle>
          <a:effectLst>
            <a:outerShdw blurRad="38100" dist="25400" dir="5400000" algn="t" rotWithShape="0">
              <a:srgbClr val="000000">
                <a:alpha val="50000"/>
              </a:srgbClr>
            </a:outerShdw>
          </a:effectLst>
        </a:effectStyle>
        <a:effectStyle>
          <a:effectLst>
            <a:outerShdw blurRad="50800" dist="50800" dir="5400000" algn="t" rotWithShape="0">
              <a:srgbClr val="000000">
                <a:alpha val="60000"/>
              </a:srgbClr>
            </a:outerShdw>
          </a:effectLst>
          <a:scene3d>
            <a:camera prst="isometricBottomUp" fov="0">
              <a:rot lat="0" lon="0" rev="0"/>
            </a:camera>
            <a:lightRig rig="soft" dir="b">
              <a:rot lat="0" lon="0" rev="9000000"/>
            </a:lightRig>
          </a:scene3d>
          <a:sp3d contourW="35000" prstMaterial="matte">
            <a:bevelT w="45000" h="38100" prst="convex"/>
            <a:contourClr>
              <a:schemeClr val="phClr">
                <a:tint val="10000"/>
                <a:satMod val="130000"/>
              </a:schemeClr>
            </a:contourClr>
          </a:sp3d>
        </a:effectStyle>
      </a:effectStyleLst>
      <a:bgFillStyleLst>
        <a:solidFill>
          <a:schemeClr val="phClr"/>
        </a:solidFill>
        <a:gradFill rotWithShape="1">
          <a:gsLst>
            <a:gs pos="0">
              <a:schemeClr val="phClr">
                <a:shade val="40000"/>
                <a:satMod val="165000"/>
              </a:schemeClr>
            </a:gs>
            <a:gs pos="50000">
              <a:schemeClr val="phClr">
                <a:shade val="80000"/>
                <a:satMod val="155000"/>
              </a:schemeClr>
            </a:gs>
            <a:gs pos="100000">
              <a:schemeClr val="phClr">
                <a:tint val="95000"/>
                <a:satMod val="200000"/>
              </a:schemeClr>
            </a:gs>
          </a:gsLst>
          <a:lin ang="16200000" scaled="1"/>
        </a:gradFill>
        <a:blipFill>
          <a:blip xmlns:r="http://schemas.openxmlformats.org/officeDocument/2006/relationships" r:embed="rId1">
            <a:duotone>
              <a:schemeClr val="phClr">
                <a:tint val="95000"/>
                <a:satMod val="200000"/>
              </a:schemeClr>
              <a:schemeClr val="phClr">
                <a:shade val="80000"/>
                <a:satMod val="100000"/>
              </a:schemeClr>
            </a:duotone>
          </a:blip>
          <a:tile tx="0" ty="0" sx="55000" sy="55000" flip="none" algn="tl"/>
        </a:blipFill>
      </a:bgFillStyleLst>
    </a:fmtScheme>
  </a:themeElements>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emplate>Equity</Template>
  <TotalTime>686</TotalTime>
  <Words>2175</Words>
  <Application>Microsoft Office PowerPoint</Application>
  <PresentationFormat>On-screen Show (4:3)</PresentationFormat>
  <Paragraphs>260</Paragraphs>
  <Slides>25</Slides>
  <Notes>9</Notes>
  <HiddenSlides>0</HiddenSlides>
  <MMClips>0</MMClips>
  <ScaleCrop>false</ScaleCrop>
  <HeadingPairs>
    <vt:vector size="6" baseType="variant">
      <vt:variant>
        <vt:lpstr>Fonts Used</vt:lpstr>
      </vt:variant>
      <vt:variant>
        <vt:i4>9</vt:i4>
      </vt:variant>
      <vt:variant>
        <vt:lpstr>Theme</vt:lpstr>
      </vt:variant>
      <vt:variant>
        <vt:i4>1</vt:i4>
      </vt:variant>
      <vt:variant>
        <vt:lpstr>Slide Titles</vt:lpstr>
      </vt:variant>
      <vt:variant>
        <vt:i4>25</vt:i4>
      </vt:variant>
    </vt:vector>
  </HeadingPairs>
  <TitlesOfParts>
    <vt:vector size="35" baseType="lpstr">
      <vt:lpstr>Arial</vt:lpstr>
      <vt:lpstr>Calibri</vt:lpstr>
      <vt:lpstr>Courier New</vt:lpstr>
      <vt:lpstr>Franklin Gothic Book</vt:lpstr>
      <vt:lpstr>Helvetica</vt:lpstr>
      <vt:lpstr>Perpetua</vt:lpstr>
      <vt:lpstr>Times</vt:lpstr>
      <vt:lpstr>Times New Roman</vt:lpstr>
      <vt:lpstr>Wingdings 2</vt:lpstr>
      <vt:lpstr>Equity</vt:lpstr>
      <vt:lpstr>Nested Subqueries</vt:lpstr>
      <vt:lpstr>Subqueries and Their Uses</vt:lpstr>
      <vt:lpstr>PowerPoint Presentation</vt:lpstr>
      <vt:lpstr>Subquery</vt:lpstr>
      <vt:lpstr>Subqueries</vt:lpstr>
      <vt:lpstr>Using a Subquery</vt:lpstr>
      <vt:lpstr>Types of Subqueries</vt:lpstr>
      <vt:lpstr>Single-Row Subqueries</vt:lpstr>
      <vt:lpstr>Single-Row Subquery in a WHERE Clause</vt:lpstr>
      <vt:lpstr>Single-Row Subquery in a HAVING Clause</vt:lpstr>
      <vt:lpstr>Single-Row Subquery in a SELECT Clause</vt:lpstr>
      <vt:lpstr>Single-Row Subquery in a FROM Clause</vt:lpstr>
      <vt:lpstr>Multiple-Row Subqueries</vt:lpstr>
      <vt:lpstr>ANY and ALL Operators</vt:lpstr>
      <vt:lpstr>Multiple-Row Subquery in a WHERE Clause (continued)</vt:lpstr>
      <vt:lpstr>Multiple-Column Subqueries</vt:lpstr>
      <vt:lpstr>Multiple-Column Subquery in a WHERE Clause</vt:lpstr>
      <vt:lpstr>Uncorrelated Subqueries</vt:lpstr>
      <vt:lpstr>Correlated Subqueries</vt:lpstr>
      <vt:lpstr>Using Correlated Subqueries</vt:lpstr>
      <vt:lpstr>CORELATED SUBQUERIES </vt:lpstr>
      <vt:lpstr>Using the EXISTS Operator</vt:lpstr>
      <vt:lpstr>EXISTS Operator</vt:lpstr>
      <vt:lpstr>PowerPoint Presentation</vt:lpstr>
      <vt:lpstr>Nested Subqueries</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Slide 1</dc:title>
  <dc:creator>sunu</dc:creator>
  <cp:lastModifiedBy>sunum</cp:lastModifiedBy>
  <cp:revision>17</cp:revision>
  <dcterms:created xsi:type="dcterms:W3CDTF">2015-01-17T06:13:20Z</dcterms:created>
  <dcterms:modified xsi:type="dcterms:W3CDTF">2025-02-24T17:18:51Z</dcterms:modified>
</cp:coreProperties>
</file>