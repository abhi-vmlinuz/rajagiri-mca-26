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notesMasterIdLst>
    <p:notesMasterId r:id="rId6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 Reference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7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Essential Linux Commands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- Disk Free Space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7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filesystem disk space usage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Command -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the amount of disk space used and available on filesystems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filesystem name, total size, used space, available space, and mount point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monitoring disk usage and preventing full disks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all Unix-like systems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Syntax: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175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[OPTIONS] [FILE/FILESYSTEM]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Command - Common Options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Flags: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-h : Human-readable format (KB, MB, GB)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-k : Display in kilobytes (default)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659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 : Display in megabytes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860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 : Show inode usage instead of disk space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060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-T : Include filesystem type in output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260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 : Include pseudo-filesystems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461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--total : Display a total line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Command - Examples &amp; Output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Basic usage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Filesystem    1K-blocks     Used Available Use% Mounted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/dev/sda1    102285344 45632156 56653188  45%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tmpfs          1024000        0  1024000   0% /run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Human-readable format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603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df -h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Filesystem      Size  Used Avail Use% Mounted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/dev/sda1        98G   44G   54G  45%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tmpfs          1000M     0 1000M   0% /run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- Disk Usage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7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file and directory space usage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Command -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disk usage of files and directories recursively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much disk space each file/directory consumes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finding large files and directories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analyze current directory or specified paths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Syntax: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175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 [OPTIONS] [DIRECTORY]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Command - Common Options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Flags: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-h : Human-readable format (K, M, G)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 : Display only total for each argument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659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 : Show all files, not just directories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860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 : Reverse sort (largest first)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060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 : Produce grand total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260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 N : Limit depth to N levels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461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 : Don't include subdirectory sizes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Command - Examples &amp; Output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Directory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du -sh /home/user/*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256M /home/user/Documents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512M /home/user/Downloads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128M /home/user/Pictures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50G  /home/user/Videos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Sorted by size (largest first)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6888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du -sh /home/user/* | sort -hr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50G /home/user/Videos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512M /home/user/Downloads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256M /home/user/Documents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- Archive Files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7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extract archive files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Command -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multiple files into a single archive (tape archive)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create, extract, list, and modify archives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combined with compression (gzip, bzip2, xz)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file permissions and directory structure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Syntax: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175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 [OPTIONS] [ARCHIVE] [FILES/DIRECTORIES]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Command - Essential Options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Flags: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 : Create new archive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 : Extract files from archive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-t : List contents of archive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48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 FILE : Specify archive filename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23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 : Verbose (show filenames)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974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-z : Compress with gzip (.tar.gz)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718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-j : Compress with bzip2 (.tar.bz2)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461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-J : Compress with xz (.tar.xz)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Command - Examples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Create compressed archive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tar -czvf backup.tar.gz /home/user/Documents/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List archive contents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6596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tar -tzf backup.tar.gz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Documents/file1.txt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Documents/file2.pdf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Documents/subfolder/file3.doc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Extract archive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803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tar -xzvf backup.tar.gz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4: Create uncompressed archive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5204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tar -cvf archive.tar /path/to/files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- Create ZIP Archives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7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files with ZIP format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Command -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ZIP format compressed archives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Windows and other platforms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both compression and no-compression modes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optional password protection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update existing archives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Syntax: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83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 [OPTIONS] ARCHIVE.zip [FILES/DIRECTORIES]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Command - Common Options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Flags: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 : Recursively include directories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 : Encrypt with password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-q : Quiet mode (no output)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48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-l : Convert LF to CRLF (line endings)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23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 : Update existing archive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974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 : Delete files from archive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718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 to -9 : Set compression level (9=max)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461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 : Exclude files (pattern matching)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Command - Examples &amp; Usage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Create ZIP archive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zip -r myfiles.zip /home/user/Documents/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Password protected ZIP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6596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zip -e -r secure.zip /home/user/sensitive/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password: ****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password: ****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Maximum compression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803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zip -9 -r archive.zip /files/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4: Exclude specific files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5204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zip -r backup.zip /files/ -x '*.log' '*.tmp'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uname - System Information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7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system and kernel information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uname Command -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system information about the operating system and kernel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OS name, kernel version, hardware info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system administration and troubleshooting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verify OS compatibility and architecture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Syntax: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175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uname [OPTIONS]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uname Command - Available Options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Flags: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 : Print all information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 : Kernel name (Linux, Darwin, etc)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 : Network node hostname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48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 : Kernel release version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23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 : Kernel version details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974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 : Machine hardware name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718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: Processor type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461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 : Hardware platform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204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 : Operating system name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uname Command - Examples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All system information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uname -a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ubuntu-server 5.10.0-8-generic #1 SMP x86_64 GNU/Linux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Kernel information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uname -r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5.10.0-8-generic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OS and hardware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060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uname -o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GNU/Linux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uname -m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x86_64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4: Hostname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832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uname -n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ubuntu-server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- Change File Permissions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7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file and directory permissions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Command -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file and directory access permissions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symbolic and numeric (octal) notation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who can read, write, and execute files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system security and access control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Syntax: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175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[OPTIONS] MODE FILE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Command - Numeric Mode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Octal Notation (3 digits):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r(read)=4  w(write)=2  x(execute)=1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755 file     # Owner: rwx, Others: r-x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02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644 file     # Owner: rw-, Others: r--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40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700 file     # Owner: rwx, Others: ---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603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777 file     # Everyone: rwx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803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666 file     # Everyone: rw-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Breakdown: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digit=Owner, Second=Group, Third=Others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Command - Symbolic Mode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Notation: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u(user) g(group) o(others) a(all) +/- rwx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u+x file           # Add execute for owner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02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g-w file           # Remove write from group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40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o-r file           # Remove read from others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603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a+r file           # Add read for 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803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u=rwx,g=rx,o= file # Set specific permissions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Options: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5204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 : Recursive (apply to directory and contents)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Command - Examples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Make script executable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+x script.sh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755 script.sh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Restrict file permissions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600 secret.txt    # Only owner can read/write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Recursive directory permissions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060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-R 755 /home/user/public_html/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4: Remove all permissions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00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000 restricted.txt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5: Set default permissions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947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644 *.txt        # Make all text files readable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- Display First Lines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7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beginning of files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Command -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first lines of files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shows first 10 lines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previewing file contents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text files and command output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files can be processed at once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Syntax: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83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[OPTIONS] [FILE]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Command - Common Options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Flags: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 NUM : Display first NUM lines (default 10)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 NUM : Display first NUM bytes/characters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-q : Suppress file headers when multiple files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48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 : Show file headers always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423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large log files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file format/encoding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header information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with other commands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Command - Examples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First 10 lines (default)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head /etc/passwd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root:x:0:0:root:/root:/bin/bash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daemon:x:1:1:daemon:/usr/sbin:/bin/false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bin:x:2:2:bin:/bin:/bin/false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Specify number of lines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031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head -n 3 /etc/hosts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      localhost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::1            localhost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192.168.1.100  ubuntu-server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Multiple files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803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head -n 2 file1.txt file2.txt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==&gt; file1.txt &lt;==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1 from file1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==&gt; file2.txt &lt;==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- Display Last Lines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7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end of files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Command -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last lines of files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shows last 10 lines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monitoring log files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follow file changes in real-time (-f option)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of head command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Syntax: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83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 [OPTIONS] [FILE]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Command - Essential Options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Flags: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 NUM : Display last NUM lines (default 10)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 NUM : Display last NUM bytes/characters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 : Follow file (show new lines as added)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48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 : Like -f but reopen if file is rotated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23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 SEC : Check for changes every SEC seconds (-f)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974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-q : Suppress file headers with multiple files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718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 : Always show file headers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Command - Examples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Last 10 lines of file (default)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tail /var/log/syslog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15 10:30:45 ubuntu kernel: Out of memory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Last 20 lines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02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tail -n 20 /var/log/auth.log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Monitor log in real-time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146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tail -f /var/log/syslog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Shows new entries as they are written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4: Last 5 lines of multiple files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00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tail -n 5 file1.txt file2.txt file3.txt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- Sort Lines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7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file contents alphabetically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Command -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lines of text files in various ways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alphabetical sort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sort numerically, by fields, reverse order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column-based sorting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data processing pipelines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Syntax: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83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[OPTIONS] [FILE]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Command - Common Options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Flags: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 : Reverse order (Z to A)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 : Sort numerically (not alphabetically)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 : Remove duplicate lines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48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 : Ignore case (fold lowercase to uppercase)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23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-k N : Sort by field N (use with -t)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974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-t CHAR : Specify field delimiter/separator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718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 : Version sort (handles v1.2 &lt; v1.10)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Command - Examples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Alphabetical sort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sort names.txt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Charlie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Numeric sort (smallest to largest)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659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sort -n numbers.txt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 # Numeric, not alphabetic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Sort CSV by 2nd column (prices)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sort -t, -k2 -n data.csv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item1,5.99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item2,12.50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item3,99.99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4: Reverse numerical sort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375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sort -rn numbers.txt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- Search Text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7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patterns in files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Command -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lines matching a pattern (regular expression)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Regular Expression Print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lines containing the search pattern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regular expressions and wildcards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filtering and searching text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Syntax: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83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[OPTIONS] PATTERN [FILE]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Command - Essential Options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Flags: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 : Ignore case (case-insensitive search)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 : Invert match (show non-matching lines)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 : Count matching lines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48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 : Show line numbers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23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 : Recursive search (all files in directory)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974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-l : Show only filenames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718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 : Use extended regex (egrep)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461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 N : Show N lines after match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204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 N : Show N lines before match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Command - Examples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Simple string search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'error' /var/log/syslog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15 10:30:45 ubuntu: ERROR: Connection failed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Case-insensitive search with count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-ic 'error' /var/log/syslog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Show line numbers and context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060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-n -A2 -B1 'failed' /var/log/auth.log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152-Attempted login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153:Login failed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154-Retry limit exceeded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4: Search recursively in directory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832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-r 'function_name' /home/user/projects/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- Superuser Privileges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7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commands as root or another user</a:t>
            </a:r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-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commands with superuser (root) privileges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regular users to perform administrative tasks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user to be in sudoers file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all sudo commands for audit trail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configured to require or not require password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Syntax: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83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[OPTIONS] COMMAND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- Common Options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Flags: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command      # Run command as root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 USER           # Run as specified USER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-l                # List allowed commands for user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48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                # Validate/refresh sudo session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23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-k                # Invalidate session (ask password next time)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974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                # Start interactive shell as root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718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                # Start login shell as root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- sudoers Configuration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Sudoers File (/etc/sudoers):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'visudo' to edit - not a text editor!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visudo             # Safely edit sudoers file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sudoers syntax: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945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user1 ALL=(ALL) ALL      # Full sudo access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688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user2 ALL=(ALL) NOPASSWD: ALL  # No password needed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43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%admin ALL=(ALL) ALL    # Group access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17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user3 ALL=/sbin/reboot  # Only reboot command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- Examples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Run command as root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apt 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[sudo] password for user: ****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Edit system file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nano /etc/hostname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Run as specific user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060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-u www-data whoami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www-data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4: Interactive root shell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461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-i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root@ubuntu:~#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- Process Monitor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7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system resources and processes</a:t>
            </a:r>
            <a:endParaRPr lang="en-US" sz="2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Command -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system resources and running processes in real-time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CPU, memory, and swap usage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processes sorted by resource usage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- can sort, filter, and kill processes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system performance monitoring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Syntax: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83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[OPTIONS]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Command - Startup Options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Options: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          # Start with default display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            # Batch mode (for logging/scripts)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 NUM        # Iterations (with -b, output N times)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48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PID        # Monitor specific process by PID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23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 USER       # Monitor processes by specific user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974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 SEC        # Set refresh interval in seconds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971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Keys (while running):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q=quit, h=help, M=sort by memory, P=sort by CPU, f=fields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Command - Output Fields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     - Process 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544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   - Process owner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830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%CPU    - CPU usage percentage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22960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116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%MEM    - Memory usage percentage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822960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402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VIRT    - Virtual memory used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822960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4688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    - Resident (physical) memory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6974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    - Process state (R=running, S=sleep, Z=zombie)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97180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- Command/program name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Command - Examples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Basic monitoring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- 10:30:45 up 5 days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Tasks: 156 total, 1 running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%Cpu(s): 25.3 us, 10.2 sy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Monitor specific user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031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top -u www-data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Batch mode for logging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974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top -b -n 1 &gt; current_status.txt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4: Monitor with 5 second refresh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91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top -d 5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- Memory Usage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7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memory and swap usage</a:t>
            </a:r>
            <a:endParaRPr lang="en-US" sz="2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Command -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total, used, and free memory (RAM and swap)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quick memory monitoring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physical RAM and swap space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display in human-readable format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 than top for memory info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Syntax: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83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[OPTIONS]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Command - Options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Flags: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-h : Human-readable format (B, K, M, G)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 : Show in bytes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-k : Show in kilobytes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48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 : Show in megabytes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23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-g : Show in gigabytes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974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 SEC : Continuous display with SEC second intervals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718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 NUM : Repeat output NUM times (with -s)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461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-l : Show high/low memory statistics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204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-t : Display total line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Command - Examples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Human-readable format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free -h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total        used        free      shared  buff/cache   available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Mem:           7.8G        2.3G        1.2G        156M        4.3G        4.8G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Swap:          2.0G          0B        2.0G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Megabytes with total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40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free -m -t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total        used        free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Mem:           8192        2355        1228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Continuous monitoring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260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free -h -s 2  # Update every 2 seconds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vmstat - Virtual Memory Stats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7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virtual memory statistics</a:t>
            </a:r>
            <a:endParaRPr lang="en-US" sz="2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vmstat Command -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virtual memory statistics and I/O activity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processes, memory, swap, and disk I/O stats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system performance 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collect statistics at intervals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identify bottlenecks and performance issues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Syntax: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83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vmstat [OPTIONS] [DELAY] [COUNT]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vmstat Command - Options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Flags: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 : Display summary statistics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 : Display active/inactive memory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-t : Add timestamp to output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48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 : Display header only once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23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 : Display disk statistics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974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-w : Wider output format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971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Arguments: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2918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 : Interval between reports (seconds)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566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: Number of reports to display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vmstat Command - Examples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Single snapshot (summary)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vmstat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procs -----------memory---------- ---swap-- -----io---- -system-- ------cpu-----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  b   swpd   free   buff  cache   si   so    bi    bo   in   cs us sy id wa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Monitor every 1 second (5 times)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5740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vmstat 1 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Summary statistics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060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vmstat -s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8388608  K total memory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2404352  K used memory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4: Disk I/O statistics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9184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vmstat -d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E75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Commands Summary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7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tools for system administration</a:t>
            </a:r>
            <a:endParaRPr lang="en-US" sz="2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df/du - Monitor disk space usage and identify large files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tar/zip - Archive and compress files for backup/transfer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- Control file permissions and access security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head/tail - Preview and monitor file contents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sort/grep - Filter and search text data efficiently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- Execute privileged commands safely with audit trail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top/free/vmstat - Monitor system performance and resources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uname - Identify system configuration and kernel info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82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sudo instead of logging in as root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restrictive permissions (644/755) on files and directories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monitor processes with top and check disk with df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commands with pipes: grep + sort + head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tail -f to follow log files in real-time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old data with tar/zip to save space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2026-09-03T08:21:43Z</dcterms:created>
  <dcterms:modified xsi:type="dcterms:W3CDTF">2026-09-03T08:21:43Z</dcterms:modified>
</cp:coreProperties>
</file>