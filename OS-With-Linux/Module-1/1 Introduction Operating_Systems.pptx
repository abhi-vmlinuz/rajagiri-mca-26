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6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7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Fundamentals, Functions &amp;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3840480"/>
            <a:ext cx="5486400" cy="73152"/>
          </a:xfrm>
          <a:prstGeom prst="rect">
            <a:avLst/>
          </a:prstGeom>
          <a:solidFill>
            <a:srgbClr val="00A89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System Components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Devices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94960" y="1920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Editors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3108960"/>
            <a:ext cx="640080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32004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(Kernel)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361188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between users/applications and hardware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Operating System?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391885" y="822960"/>
            <a:ext cx="629466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running at all times on the computer (kernel)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interface between users and computer hardware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hardware and controls resource usage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efficient and convenient system usage</a:t>
            </a:r>
            <a:endParaRPr lang="en-US" sz="1600" dirty="0"/>
          </a:p>
        </p:txBody>
      </p:sp>
      <p:pic>
        <p:nvPicPr>
          <p:cNvPr id="1026" name="Picture 2" descr="Operating System - Overview">
            <a:extLst>
              <a:ext uri="{FF2B5EF4-FFF2-40B4-BE49-F238E27FC236}">
                <a16:creationId xmlns:a16="http://schemas.microsoft.com/office/drawing/2014/main" id="{D949A9CA-8F7D-4055-92D8-31C965868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6014" y="1182312"/>
            <a:ext cx="2890157" cy="299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Objectives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99032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E8F4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721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0" y="144475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computer system easier to use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96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0" y="249631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system resources in an efficient manner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E8F4F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478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Evolvability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354787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testing, development &amp; addition of new components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as an Extended Machine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Complex Hardware Details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Disk Access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FE8E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OS (Complex):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block address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sector numbers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inter-sector gaps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OS (Simple):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E8F8E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1031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specify: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29200" y="2423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location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as a Resource Manager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Responsibilities: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7498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track of allocated resources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resource requests when available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for resource usage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conflicts between different programs/users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Multiplexing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01168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Multiplexing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shared turn-by-turn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allocated to User A for T1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to User B for T2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to User C for T3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CPU scheduling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Multiplexing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9496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split into portions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21945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gets a portion simultaneously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Main memory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Disk storage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allocates and deallocates space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User Point of 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E8F4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533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Stand-Alone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6080" y="13533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0" y="13533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computers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219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26080" y="22219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22219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 competing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E8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90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Handheld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30906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3520" y="30906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9593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26080" y="39593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operation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39593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intervention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System Point of 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has two primary roles: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E8F4F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91640"/>
            <a:ext cx="393192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556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Allocator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3657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CPU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memory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I/O devices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efficient &amp; fair distribution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69164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E8F8E8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691640"/>
            <a:ext cx="393192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7556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Program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4920" y="2148840"/>
            <a:ext cx="3657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 programs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errors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improper system use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I/O operations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828800" y="1097280"/>
            <a:ext cx="54864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is the bridge between users and hardware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convenience, efficiency, and evolvability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as an extended machine and resource manager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time &amp; space multiplexing for resource sharing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different computing environments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349</Words>
  <Application>Microsoft Office PowerPoint</Application>
  <PresentationFormat>On-screen Show (16:9)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 Overview</dc:title>
  <dc:subject>PptxGenJS Presentation</dc:subject>
  <dc:creator>Technical Content</dc:creator>
  <cp:lastModifiedBy>admin</cp:lastModifiedBy>
  <cp:revision>3</cp:revision>
  <dcterms:created xsi:type="dcterms:W3CDTF">2026-07-08T04:11:51Z</dcterms:created>
  <dcterms:modified xsi:type="dcterms:W3CDTF">2026-07-08T04:41:10Z</dcterms:modified>
</cp:coreProperties>
</file>