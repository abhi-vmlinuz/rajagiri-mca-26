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77"/>
  </p:notesMasterIdLst>
  <p:sldIdLst>
    <p:sldId id="256" r:id="rId2"/>
    <p:sldId id="257" r:id="rId3"/>
    <p:sldId id="260" r:id="rId4"/>
    <p:sldId id="259" r:id="rId5"/>
    <p:sldId id="261" r:id="rId6"/>
    <p:sldId id="263" r:id="rId7"/>
    <p:sldId id="258" r:id="rId8"/>
    <p:sldId id="275" r:id="rId9"/>
    <p:sldId id="337" r:id="rId10"/>
    <p:sldId id="338" r:id="rId11"/>
    <p:sldId id="264" r:id="rId12"/>
    <p:sldId id="265" r:id="rId13"/>
    <p:sldId id="266" r:id="rId14"/>
    <p:sldId id="267" r:id="rId15"/>
    <p:sldId id="268" r:id="rId16"/>
    <p:sldId id="269" r:id="rId17"/>
    <p:sldId id="270" r:id="rId18"/>
    <p:sldId id="276" r:id="rId19"/>
    <p:sldId id="352" r:id="rId20"/>
    <p:sldId id="395" r:id="rId21"/>
    <p:sldId id="396" r:id="rId22"/>
    <p:sldId id="397" r:id="rId23"/>
    <p:sldId id="399" r:id="rId24"/>
    <p:sldId id="400" r:id="rId25"/>
    <p:sldId id="398" r:id="rId26"/>
    <p:sldId id="401" r:id="rId27"/>
    <p:sldId id="402" r:id="rId28"/>
    <p:sldId id="403" r:id="rId29"/>
    <p:sldId id="404" r:id="rId30"/>
    <p:sldId id="283" r:id="rId31"/>
    <p:sldId id="407" r:id="rId32"/>
    <p:sldId id="409" r:id="rId33"/>
    <p:sldId id="410" r:id="rId34"/>
    <p:sldId id="411" r:id="rId35"/>
    <p:sldId id="412" r:id="rId36"/>
    <p:sldId id="413" r:id="rId37"/>
    <p:sldId id="414" r:id="rId38"/>
    <p:sldId id="415" r:id="rId39"/>
    <p:sldId id="416" r:id="rId40"/>
    <p:sldId id="418" r:id="rId41"/>
    <p:sldId id="419" r:id="rId42"/>
    <p:sldId id="294" r:id="rId43"/>
    <p:sldId id="295" r:id="rId44"/>
    <p:sldId id="300" r:id="rId45"/>
    <p:sldId id="354" r:id="rId46"/>
    <p:sldId id="355" r:id="rId47"/>
    <p:sldId id="394" r:id="rId48"/>
    <p:sldId id="360" r:id="rId49"/>
    <p:sldId id="361" r:id="rId50"/>
    <p:sldId id="362" r:id="rId51"/>
    <p:sldId id="363" r:id="rId52"/>
    <p:sldId id="364" r:id="rId53"/>
    <p:sldId id="365" r:id="rId54"/>
    <p:sldId id="366" r:id="rId55"/>
    <p:sldId id="368" r:id="rId56"/>
    <p:sldId id="369" r:id="rId57"/>
    <p:sldId id="370" r:id="rId58"/>
    <p:sldId id="371" r:id="rId59"/>
    <p:sldId id="372" r:id="rId60"/>
    <p:sldId id="373" r:id="rId61"/>
    <p:sldId id="374" r:id="rId62"/>
    <p:sldId id="375" r:id="rId63"/>
    <p:sldId id="376" r:id="rId64"/>
    <p:sldId id="377" r:id="rId65"/>
    <p:sldId id="378" r:id="rId66"/>
    <p:sldId id="379" r:id="rId67"/>
    <p:sldId id="380" r:id="rId68"/>
    <p:sldId id="381" r:id="rId69"/>
    <p:sldId id="382" r:id="rId70"/>
    <p:sldId id="383" r:id="rId71"/>
    <p:sldId id="384" r:id="rId72"/>
    <p:sldId id="386" r:id="rId73"/>
    <p:sldId id="389" r:id="rId74"/>
    <p:sldId id="390" r:id="rId75"/>
    <p:sldId id="391"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1709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0-12-14T00:03:48.304"/>
    </inkml:context>
    <inkml:brush xml:id="br0">
      <inkml:brushProperty name="width" value="0.05292" units="cm"/>
      <inkml:brushProperty name="height" value="0.05292" units="cm"/>
      <inkml:brushProperty name="color" value="#FF0000"/>
    </inkml:brush>
  </inkml:definitions>
  <inkml:trace contextRef="#ctx0" brushRef="#br0">5856 3228 0,'-18'0'15,"18"18"79,0-1-63,0 1-15,0-1-16,0 1 0,0 0 16,-17-1-16,17 1 0,-18 0 15,18-1-15,-17 1 0,-1 0 0,0 17 0,18-18 16,-17 1-16,-1 17 0,18-17 0,-18 17 15,18-17-15,-17 0 0,-1 17 0,18-17 16,-18-1-16,18 1 0,-17-1 0,17 1 16,-18-18-16,18 18 0,0-1 15,0-34 17,0-1-32,0-17 15,18 35-15,-18-18 0,0 1 16,17 17-16,-17-18 0,18 0 0,0 1 15,-1 17 1,1-18-16,0 18 16,-1 0-1,-17 35-15,18-35 0,0 18 16,-1 0-16,1-1 16,-18 1-16,17-18 0,1 17 15,0 1-15,-1-18 0,1 18 16,0-18-16,-1 0 0,1 0 15,0 0-15,-1 0 16</inkml:trace>
  <inkml:trace contextRef="#ctx0" brushRef="#br0" timeOffset="220.87">5891 3492 0,'18'0'16,"0"0"-1,17 0-15,-17 0 16,-1-17-16,1 17 0</inkml:trace>
  <inkml:trace contextRef="#ctx0" brushRef="#br0" timeOffset="452.71">5962 3298 0,'18'0'31,"-1"0"-15,18 0-16,-17 0 15,0 0-15,-1 0 0</inkml:trace>
  <inkml:trace contextRef="#ctx0" brushRef="#br0" timeOffset="834.52">6385 3316 0,'-17'-18'0,"-1"18"31,0 0-31,1 0 16,-1 0-16,0 36 15,1-36-15,-1 17 0,18 1 16,-17-18-16,-1 18 0,18-1 0,-18 1 15,18 0-15,-17-1 0,17 1 0,0-1 16,0 1-16,0 0 0,0-1 16,0 19-16,0-19 0,0 1 0,0 0 15,0-1-15,0 1 0,0 0 0,17-1 16,-17 1-16,36-18 0,-19 17 16,1-17-16,-1 0 15,1 0-15,0 0 0,-1-35 16</inkml:trace>
  <inkml:trace contextRef="#ctx0" brushRef="#br0" timeOffset="1076.34">6473 3351 0,'-17'0'16,"17"18"-1,0 0-15,0-1 16,17 19-16,1-19 16,-18 1-16,18-1 0,17 1 15,-35 0-15,0-1 0,0 1 16,18-18-16,-1 18 0,-17-1 0,0 1 16,18-18-16</inkml:trace>
  <inkml:trace contextRef="#ctx0" brushRef="#br0" timeOffset="1312.24">6667 3369 0,'-17'0'0,"-1"0"15,1 18 1,-1-18-16,18 17 0,-18-17 15,18 36-15,-17-36 0,-1 17 16,18 1-16,-18-1 0,1 1 16,17 0-16,-18-1 0,18 1 15,-18 0-15,18-1 0,0 1 16</inkml:trace>
  <inkml:trace contextRef="#ctx0" brushRef="#br0" timeOffset="1641.05">6703 3334 0,'0'0'0,"0"-18"0,17 0 16,1 18-1,-18-17-15,35 17 0,-17 0 16,0-18-16,-1 18 0,1 0 16,0 0-16,-1 35 0,1 1 15,-18-19-15,0 1 0,17 0 16,-17 35-16,0-36 0,0 18 16,0-17-16,0 0 0,0 17 15,-17-17-15,17 17 0,0-17 0,-35-1 0,35 1 16,-18 0-16,18-1 0,-18-17 15,18 18-15,-17-18 0,-1 17 0,0-17 16,18 18-16,-17-18 0,-1 0 16</inkml:trace>
  <inkml:trace contextRef="#ctx0" brushRef="#br0" timeOffset="1891.93">7232 3475 0,'18'0'31,"17"0"-31,-18 0 16,1 0-16,0 0 0,-1 0 0,1 0 16,0 0-16</inkml:trace>
  <inkml:trace contextRef="#ctx0" brushRef="#br0" timeOffset="2063.81">7250 3598 0,'0'0'0,"17"0"47,18 0-31,-35-17-16</inkml:trace>
  <inkml:trace contextRef="#ctx0" brushRef="#br0" timeOffset="4811.24">8273 3298 0,'-18'0'0,"18"-17"62,-18 17 1,1 0-63,-1 35 0,-17-35 15,17 18-15,-17-18 0,17 17 0,-17 1 16,17 0-16,-17-18 0,0 17 0,17 1 15,-17-18-15,17 18 0,1-18 0,-1 17 16,0-17-16,1 0 0,-1 18 0,0-18 16,18 17-1,36 1 1,-19-18-16,19 0 16,-19 18-16,1-18 0,17 0 15,-17 0-15,-1 0 0,19 0 0,-19 17 16,1-17-16,17 0 0,-17 0 0,0 0 15,-1 0-15,1 0 0,-1 18 0,1-18 16,17 0-16,-35 18 0,18-18 16,-18 17-16,0 1 15,0 0-15,-35-1 16,17 1-16,-17 0 16,17-1-16,1-17 15,-1 18-15,0-18 0,1 17 0,-1-17 16,-17 18-16,-1 0 0,19-18 15,-1 17-15,0-17 0,1 18 0,-1-18 0,1 18 16,-1-18-16,0 17 16,1-17-16,-1 18 0,0-18 0,18 18 15,-17-18-15,-1 17 0,18 1 16,0-1 0,35-17-1,-35 18-15,18-18 0,17 0 0,-17 0 16,0 18-16,17-18 0,-18 0 0,19 0 15,-1 0-15,-17 0 0,17 0 16,36 0-16,-54 0 0,18 0 0,1 0 16,-19 0-16,19 0 0,-19-18 15,1 18-15,0 0 0,-1 0 0,1 0 0,-1 0 16</inkml:trace>
  <inkml:trace contextRef="#ctx0" brushRef="#br0" timeOffset="5425.88">7408 4145 0,'0'-18'31,"36"1"-31,-19 17 16,19-18-16,-19 18 16,1 0-16,-1 0 15,1 0 1,-18 18-16,0 17 0,0-17 15,0-1-15,0 1 16,-35 0-16,35-1 16,-18-17-16,18 18 0,0 0 15,0-54 17,0 19-17,18-1-15,-1-17 16,1 17-16,0 0 15,-1 18-15,-17-17 0,18-1 16,0 1-16,-1 17 0,-17-18 16,-17 53 31,17-17-47,-18-18 0,18 17 15,-18-17-15,1 36 0,17-19 16,-18-17-16,18 18 0,-18 0 15,18-1-15,0 1 16,0 0 0,0-1-1,18-17-15,17 0 16,-17 0 0</inkml:trace>
  <inkml:trace contextRef="#ctx0" brushRef="#br0" timeOffset="5711.74">7955 4216 0,'0'0'0,"18"0"31,-1 0-15,1 0-16,0 0 15,-1 0-15</inkml:trace>
  <inkml:trace contextRef="#ctx0" brushRef="#br0" timeOffset="5920.6">7937 4286 0,'0'0'0,"0"18"15,18-18 17,0 0-32,-1 18 15,1-18-15,0 0 16,-1 0-16</inkml:trace>
  <inkml:trace contextRef="#ctx0" brushRef="#br0" timeOffset="6297.38">8414 4216 0,'0'0'0,"-18"0"16,0 0-16,1 0 15,17 17 1,-18 54 31,18-53-47,0-1 0,18 18 15,-1-35 1,1 0 0,17 0-16,-17 0 15,0-17-15,-1 17 0,-17-35 16,18 35-16,-18-18 0,18 18 15,-18-35-15,0 17 0,0 0 16,0 1-16,0-1 16,-18 18-16,18-18 0,-35 18 15,17 0-15,0 0 0,1 0 16,-1 0-16,0 0 0</inkml:trace>
  <inkml:trace contextRef="#ctx0" brushRef="#br0" timeOffset="7213.87">7849 3193 0,'18'0'0,"0"0"62,-18 17-46,17-17-16,-17 18 16,0 0-1,18-18-15,-18 17 0,0 1 0,0-1 16,0 1-16,0-36 62,0 1-46,0-1-16,0-17 16,0 17-16,17 1 15,-17-1-15,18 18 0,-18-18 16,18 18-16,-18-17 0,17 17 15,1 0-15,0 0 0,-18-18 16,17 18-16,1 0 16,0 0-16,-18 35 15,17-35-15,-17 18 0,18-18 0,-18 18 16,0-1-16,0 1 0,0 0 16,0-1-16,0 1 0,0-1 15,-18-17-15,18 18 16</inkml:trace>
  <inkml:trace contextRef="#ctx0" brushRef="#br0" timeOffset="9748.4">8678 3545 0,'0'0'0,"-17"0"15,17 18-15,-18-18 16,18-18 15,0-17-15,0 17 0,18 18-16,-18-17 0,17 17 0,1 0 15,17-18-15,-17 18 16,0 0-16,-1 0 15,1 35 1,-18-17-16,17 17 16,-17 1-16,0-19 0,0 1 0,0 0 15,0-1-15,0 1 0,-35 0 16,35-1-16,0 1 0,-17-18 0,-1 17 16,18 1-16,-18-18 15,18-35 1,0 17-1,36 18-15,-36-17 0,17 17 16,-17-36-16,18 36 0,-18-17 0,17-1 16,-17 0-16,18 1 0,-18-1 0,18 0 15,-18 1-15,0-1 0,0 0 16,17 1 0,-17 34 30,0 1-46,-17-18 0,17 35 16,-18-17-16,18 0 16,-18-18-16,18 17 0,-17 1 15,-1 0-15,18-1 0,0 1 0,-17-18 16,17 18-16,0-1 0,0 1 16,0-1-16,35 1 15,-18 0-15,1-18 16,17 0-1,-17 0-15,17 0 16,-17 0-16</inkml:trace>
  <inkml:trace contextRef="#ctx0" brushRef="#br0" timeOffset="9939.29">9102 3669 0,'-36'0'16,"19"0"0,52 0 31</inkml:trace>
  <inkml:trace contextRef="#ctx0" brushRef="#br0" timeOffset="10485.99">9490 3457 0,'0'-17'0,"0"34"78,0 1-78,0 17 16,0-17-16,0-1 0,17 1 16,-17 0-16,0-1 0,0 1 15,0-36 32,0-17-47,0 17 16,0 1-16,0-1 15,0 0-15,0 1 0,0-1 16,0 1-16,18 17 0,-18-18 16,18 18-16,-18-18 0,17 18 15,1 0 1,0 18 0,-1-18-16,-17 35 0,18-35 15,-18 18-15,0-1 0,17 1 0,-17 0 16,0-1-16,0 1 0,0 0 0,0 17 15,0-17-15,0-1 0,0 1 0</inkml:trace>
  <inkml:trace contextRef="#ctx0" brushRef="#br0" timeOffset="10993.7">9454 3916 0,'0'0'0,"0"-18"0,0 1 15,18-1 1,0 18 0,17 0-16,-17 0 15,-1 18 1,-17-1-16,0 18 15,0-17-15,0 0 16,0-1-16,-17 1 0,17 0 16,-18-18-16,18-18 47,0 0-32,18 18-15,-18-17 16,17-1-16,-17 0 0,18 1 15,0 17-15,-18-18 0,0 36 47,0-1-47,-18-17 16,18 18-16,-18 17 16,18-17-16,-17 0 0,17-1 15,0 1-15,0 0 16,35-18-1</inkml:trace>
  <inkml:trace contextRef="#ctx0" brushRef="#br0" timeOffset="11309.52">9860 3351 0,'18'36'31,"-1"-19"-31,19 1 16,-19 0-16,1-1 0,0 1 0,-18 17 15,17-17-15,1 17 0,-18 0 0,18 1 16,-18 17-16,0-18 0,0 0 16,0 18-16,0-18 0,0 1 0,-36-1 15,36 0-15,-35-17 0,17 17 0,1-17 0,-19-1 16,19 1-16,-19 0 0,19-1 16,-1-17-16</inkml:trace>
  <inkml:trace contextRef="#ctx0" brushRef="#br0" timeOffset="11627.32">9384 3404 0,'0'0'16,"-18"18"-16,1 0 0,-1-18 15,18 35-15,-18-18 0,18 1 0,-17 0 16,17 17-16,-18-17 0,18 17 0,0 0 16,0 1-16,0-1 0,0 0 0,0 0 15,0 1-15,0-19 0,0 19 16,0-1-16,18-18 0,-18 19 0,17-19 15,19 36-15,-19-35 0,1 0 16,0-18-16,17 17 0,-18-17 0</inkml:trace>
  <inkml:trace contextRef="#ctx0" brushRef="#br0" timeOffset="11942.14">10231 3492 0,'-18'0'16,"18"18"-16,0 0 15,0 35-15,-18-36 0,18 19 16,0-19-16,0 19 0,0-1 0,-17 0 15,17-17-15,0 17 0,0 0 16,0 36-16,0-54 0,-18 19 0,18-1 16,0-17-16,0-1 0,0 1 15,0 17-15,-18-17 0,18-1 0,0 1 16,0 0-16,0-1 16</inkml:trace>
  <inkml:trace contextRef="#ctx0" brushRef="#br0" timeOffset="12236.97">10195 3563 0,'0'-18'0,"0"1"15,0-1-15,0 0 16,18 18-16,-18-17 15,35 17-15,-17 0 0,-1 0 0,1 0 16,17 0-16,-17 0 0,0 17 16,-1-17-16,-17 36 0,18-1 15,-18 0-15,18-17 0,-18 0 0,0-1 16,0 19-16,0-19 0,-36 1 0,36-1 16,-17 1-16,-19 0 0,19-1 15,-1-17-15,18 18 0,-18-18 16,1 0-16,-1 0 0,1 0 15,-1 0-15</inkml:trace>
  <inkml:trace contextRef="#ctx0" brushRef="#br0" timeOffset="12761.67">10460 3369 0,'0'0'0,"0"-18"16,35 18 0,-35-17-16,18 17 0,-1 0 15,19 0-15,-19 0 16,1 0-16,0 0 15,-18 17-15,0 1 16,0 0-16,0-1 16,0 1-16,0 0 0,-18-18 0,18 17 15,-18-17-15,18 18 16,-17-18-16,17-35 47,17 17-47,-17 0 15,36 1-15,-36-1 16,17 0-16,-17 1 0,18 17 16,-18-18-16,18 18 0,-18-18 15,0 54 17,-18-36-32,18 17 0,-18 19 15,1-19-15,17 1 16,-18 0-16,18-1 0,0 1 15,-18-1-15,18 1 0,0 0 0,0-1 16,0 1-16,0 0 16,36-1-16</inkml:trace>
  <inkml:trace contextRef="#ctx0" brushRef="#br0" timeOffset="13347.34">10971 3545 0,'-17'0'15,"17"-17"-15,-18 17 0,0 0 16,1 0-16,-1 0 16,1 17-1,-1-17-15,18 18 0,-18-18 0,18 18 16,-17-18-16,-1 35 0,18-17 0,-18-1 15,1 1-15,17 0 0,0-1 16,0 1-16,17-1 16,1-17-1,17 0-15,-17 0 16,0-35-16,-1 18 16,1 17-16,-18-18 0,17 18 15,-17-18-15,18 1 0,-18-1 0,18 18 16,-18-18-16,17 18 15,-17-17-15,0 52 32,0 0-32,0-17 15,0 17-15,0-17 0,0 17 0,0 0 16,0 1-16,0-19 0,0 54 16,0-36-16,0 0 0,0 1 15,0-19-15,0 19 0,-35-19 0,35 18 16,0 1-16,-18-36 0,18 17 0,0 1 15,0-53 17,0 17-32,0-17 15,36 17-15,-36 1 0,17-1 16,-17 0-16,18 1 0,0-1 0,-1 0 16,-17 1-16,18-1 0,0 0 0,-18 1 15,17-1-15,1 18 0,-18-17 0,17 17 16,1-18-16,-18 0 0</inkml:trace>
  <inkml:trace contextRef="#ctx0" brushRef="#br0" timeOffset="13837.05">11077 3387 0,'-17'0'15,"17"17"1,0 1-16,0 0 16,0-1-16,0 1 0,0-1 15,0 1-15,0 0 0,0-1 16,0 1-16,0 0 15,0-1-15,17-17 32,-17-17-17,0-19-15,0 19 16,0-1-16,18 0 0,-18 1 0,0-1 16,0 1-16,17 17 0,-17-18 15,0 0-15,18 18 16,-18-17-16,18 17 0,-1 0 15,1 0 1,-18 17-16,18 1 16,-18 0-16,17-18 15,-17 35-15,0-18 0,0 1 16,0 0-16,0-1 0,0 1 16,0 0-16,0-1 0,0 1 15,-17-18 1</inkml:trace>
  <inkml:trace contextRef="#ctx0" brushRef="#br0" timeOffset="14033.94">11430 3492 0,'-18'0'0,"18"18"15,36-18 17,-19 0-32,1 0 15,0-35-15</inkml:trace>
  <inkml:trace contextRef="#ctx0" brushRef="#br0" timeOffset="14542.67">11589 3404 0,'-18'0'0,"18"-17"15,0-1 17,35 18-32,-17 0 15,0 0-15,-1 0 16,1 18-1,-18-1-15,0 19 16,0-19-16,0 1 16,0-1-1,-35-17-15,35 18 16,0-36 15,0 1-15,17 17-16,1-18 15,0 1-15,-1-1 16,1 18-16,-1-18 0,-17 1 0,18 17 16,-18-18-16,18 18 0,-18-18 15,0 36 32,-18 0-47,18 17 16,-18-17-16,18-1 15,0 1-15,0-1 16,0 1-16,36 0 16,-19-18-1,1 0-15,0 0 0,-1 0 16,1 0-16</inkml:trace>
  <inkml:trace contextRef="#ctx0" brushRef="#br0" timeOffset="18299.5">12347 3845 0,'18'0'31,"17"-17"-31,-17 17 16,-1 0-16,1-18 0,17 18 16,18-18-16,-35 1 0,0 17 15,-1 0-15,1 0 0,-1 0 0,1 0 16</inkml:trace>
  <inkml:trace contextRef="#ctx0" brushRef="#br0" timeOffset="18510.37">12347 3916 0,'0'0'0,"0"17"0,18-17 47,-1 0-32,19 0-15,-19 0 0,1 0 16,0 0-16,-1 0 0,1 0 16,0 0-16</inkml:trace>
  <inkml:trace contextRef="#ctx0" brushRef="#br0" timeOffset="19180.99">13564 3492 0,'0'0'16,"18"0"-16,-53 0 31,17 0-31,0 36 16,1-36-16,-1 0 0,0 17 15,1-17-15,-1 18 0,1 0 16,-36-1-16,35 1 0,0 0 0,1-18 16,-1 17-16,0-17 0,1 18 15,-1-18-15,1 18 0,17-1 16,17-17 15,1 18-31,-1-18 16,19 0-16,-19 0 15,1 17-15,0-17 0,-1 0 16,1 18-16,0-18 0,-1 18 16,-17-1-1,0 1-15,0 0 16,-17-18-16,17 17 16,-18-17-16,18 18 0,-35-18 0,35 18 15,-36-18-15,36 17 0,-17-17 0,-1 18 16,0-18-16,18 17 0,-17-17 0,-1 18 15,1-18-15,17 18 0,-18-18 16,0 0-16,18 17 0,-17-17 16,17 18-16,-18-18 0,18 18 15,-18-18-15,18 17 0,0 1 16,0 0 0,18-18-16,17 0 15,1 17-15,-19-17 16,1 0-16,17 0 0,0 0 15,-17 0-15,17 0 0,1 0 0,-1 0 16,0 0-16,0 0 0,1 0 0,-1 0 16,0 0-16,-17 0 0,17 0 0,-17 0 0,-1 0 15,-17 18 1,-17-18 0</inkml:trace>
  <inkml:trace contextRef="#ctx0" brushRef="#br0" timeOffset="21770.5">13652 3792 0,'0'-17'47,"0"-1"-32,18 0-15,0 1 16,-1 17-16,-17-18 16,36 18-16,-19 0 15,1 0-15,0 0 0,-1 0 16,1 0 0,-18 18-16,18-1 15,-18 1-15,0 0 0,0-1 16,0 1-16,-36 0 15,36-1-15,-17-17 16,-1 18-16,18-36 47,18 18-47,-1-35 16,1 17-16,0 18 15,-1-17-15,1-1 16,-1 18-16,-17-18 0,18 18 0,-18-17 15,18 17-15,-18-18 0,-18 36 47,0-1-31,18 1 0,-17-18-16,17 18 0,-18-1 15,18 1-15,0 0 0,0-1 16,0 1-1,53-18 1,-53 18-16,35-18 0,-17 0 16,0 0-16,-1 0 0,1 0 15</inkml:trace>
  <inkml:trace contextRef="#ctx0" brushRef="#br0" timeOffset="22309.2">14287 3616 0,'0'18'0,"0"-1"15,0 1-15,0 0 16,0-1-16,0 1 16,0-1-1,0-34 17,0-1-17,0 1 1,0-1-16,0 0 0,0 1 15,0-1-15,0 0 16,0 1-16,18 17 0,-18-18 16,18 18-16,-1 0 15,-17-18-15,18 18 0,0 0 16,-1 0-16,1 0 16,0 18-16,-1 0 15,-17 17 1,18-35-16,-18 18 0,0-1 15,0 1-15,18 0 0,-18-1 16,0 1-16,0-1 0,-36 1 16,19 0-1,-1-1-15,0-17 16,1 0-16,-1 0 16</inkml:trace>
  <inkml:trace contextRef="#ctx0" brushRef="#br0" timeOffset="22571.05">14781 3475 0,'-35'0'15,"35"17"1,0 1-16,0 0 16,0-1-16,0 1 0,0 0 0,0-1 15,0 1-15,0 176 47</inkml:trace>
  <inkml:trace contextRef="#ctx0" brushRef="#br0" timeOffset="22732.95">14728 3881 0,'-17'0'16</inkml:trace>
  <inkml:trace contextRef="#ctx0" brushRef="#br0" timeOffset="22992.8">14323 4022 0,'0'0'0,"17"0"31,1 0-31,0 0 16,17 0-16,-17 0 0,-1 0 15,19 0-15,-1 0 0,0 0 0,0 0 16,1 0-16,-1 0 0,-17-18 0,17 18 15,0 0-15,-17 0 0,-1 0 0,1 0 16</inkml:trace>
  <inkml:trace contextRef="#ctx0" brushRef="#br0" timeOffset="25396.42">13988 4339 0,'0'-17'78,"0"-1"-47,17 18-31,1 0 16,0-18-16,-1 18 15,1 0-15,-1 0 16,1 0-16,0 18 16,-18 17-1,0-17-15,0-1 16,-36 1-16,36 0 16,-17-18-16,17 17 0,-35 1 15,17-18-15,18 18 0,-18-18 16,1 0-16,17 17 0,0-52 47,17 35-47,19-18 15,-19 1-15,1-1 16,-18 0-16,17 18 0,1-17 16,0 17-16,-18-18 0,17 18 15,-17-17-15,18 17 0,-18-18 0,18 18 0,-18-18 16,17 18-16,-17 18 47,-35-18-32,35 18-15,-18-1 0,18 1 16,-17-1 0,17 1-16,-18-18 0,18 18 0,-18-18 15,18 17-15,0 1 0,18 0 31,17-18-15,-17 0-16,0 0 16,-1 0-16,1 0 0,0 0 15</inkml:trace>
  <inkml:trace contextRef="#ctx0" brushRef="#br0" timeOffset="25625.29">14446 4269 0,'-17'17'31,"17"1"-15,0 0-16,0-1 15,0 1-15,0-1 16,0 1-16</inkml:trace>
  <inkml:trace contextRef="#ctx0" brushRef="#br0" timeOffset="25809.18">14446 4621 0,'0'0'0,"-17"0"16,-1 0 0,18-17-1,35-1 17</inkml:trace>
  <inkml:trace contextRef="#ctx0" brushRef="#br0" timeOffset="26382.87">14834 4339 0,'0'0'0,"0"18"47,0-1-47,0 1 16,0 0-16,0-1 0,0 1 15,0 0-15,0-1 16,0 1-16,0 0 0,-17-18 15,17 17-15,0-34 47,0-1-31,0 0-16,0-17 16,0 17-16,0 1 0,0-1 15,17 18-15,-17-18 0,0 1 0,18 17 16,-18-18-16,18 18 0,-1-17 15,1 17-15,-1 0 16,1 0-16,0 0 16,-1 0-16,-17 17 15,18-17-15,0 18 16,-18 17-16,17-35 0,-17 18 16,0-1-16,0 1 0,0 0 15,0-1-15,-17 1 16,17 0-1,-36-18-15</inkml:trace>
  <inkml:trace contextRef="#ctx0" brushRef="#br0" timeOffset="26579.77">15169 4445 0,'0'0'0,"36"0"47,-19 0-31,1 0-1</inkml:trace>
  <inkml:trace contextRef="#ctx0" brushRef="#br0" timeOffset="27141.42">15363 4392 0,'0'0'0,"0"-18"31,36 18-15,-19 0-16,1 0 15,0 0 1,-1 18 0,-17 0-1,0-1-15,0 1 16,-35-18-16,35 18 0,-18-1 15,1 1-15,-1-18 32,18-18-1,18 1-15,-1-1-16,1 0 15,0 1-15,-1-1 16,1 18-16,-18-18 15,18 18-15,-18-17 0,17 17 16,-17 17 31,-17-17-31,17 18-16,0 0 0,-18-18 15,18 17-15,0 1 0,0 0 16,0-1-16,-18-17 15,18 18-15,18-18 32</inkml:trace>
  <inkml:trace contextRef="#ctx0" brushRef="#br0" timeOffset="29334.03">15575 4198 0,'18'0'0,"-1"0"32,-17 18-32,18-18 0,-18 17 15,18-17-15,-18 18 16,17-18-16,-17 18 0,18-18 0,-18 17 0,18 1 15,-18 0-15,0-1 16,0 1-16,0-1 0,0 1 16,0 0-16,-18-1 15,18 1 1,-35-18-16,17 18 0,0-1 16,1-17-16,17 18 15,-18-18-15,0 0 16</inkml:trace>
  <inkml:trace contextRef="#ctx0" brushRef="#br0" timeOffset="29818.44">14958 4180 0,'-18'0'0,"0"0"16,1 0 0,-1 18-1,18 0-15,-17-18 16,17 17-16,-18-17 0,18 18 0,-18-18 0,18 18 15,-17-1-15,-1 1 16,0 0-16,1-1 0,17 1 16,-18-1-1,0 1-15,18 0 0,0-1 16,0 1-16,0 0 16,36-18-16,-36 17 0,35-17 15</inkml:trace>
  <inkml:trace contextRef="#ctx0" brushRef="#br0" timeOffset="30423.93">15804 4251 0,'18'0'15,"0"0"17,-18 18 14,0-1-46,0 1 16,0 0-16,0-1 16,0 1-16,0-1 0,0 1 0,0 0 15,0-1-15,0 1 16</inkml:trace>
  <inkml:trace contextRef="#ctx0" brushRef="#br0" timeOffset="30600.68">15840 4639 0,'0'0'16,"-18"0"-16</inkml:trace>
  <inkml:trace contextRef="#ctx0" brushRef="#br0" timeOffset="31348.24">15434 3757 0,'0'-18'16,"0"1"0,0 34 30,0 19-30,-35-19-16,35 1 16,0 17-16,0-17 0,-18 0 0,18 17 15,0 0-15,0-17 0,0-1 16,-18 19-16,18-19 0,0 1 16,-17 0-16,17-1 15,-18-17 1</inkml:trace>
  <inkml:trace contextRef="#ctx0" brushRef="#br0" timeOffset="31689.06">15346 3739 0,'35'-17'16,"-17"17"0,-18-18-16,17 18 0,1 0 15,0-17-15,-1 17 0,1 0 16,0 0-16,-1 0 0,1 0 16,-1 0-16,1 0 0,-18 17 15,0 1-15,0 17 16,0-17-16,0-1 0,0 1 15,0 0-15,-18-1 16,1 1-16,-1 0 0,-17-18 16,35 17-16,-18-17 15,1 0-15,-1 0 0,0 0 16,1 0-16,-1 0 16</inkml:trace>
  <inkml:trace contextRef="#ctx0" brushRef="#br0" timeOffset="32258.38">15575 3510 0,'0'0'0,"0"-18"16,35 18 15,-17 0-31,0 0 16,-1 0-16,-17 18 15,18-18-15,0 35 0,-18-17 16,0 0-16,0-1 15,0 1-15,0 0 0,0-1 16,-18 1-16,0 0 16,1-18-1,17-18 17,0 0-32,35 1 15,-35-1-15,18 0 0,-18 1 16,17 17-16,-17-18 0,18 0 0,-18 1 15,18 17-15,-18-18 16,-18 36 31,18-1-47,-18-17 0,18 36 16,0-19-16,-17-17 0,17 18 0,0 0 15,0-1-15,-18 1 0,18 0 16,0-1-16,0 1 0,0-1 15,35 1-15,-35 0 16,18-18-16,0 17 0</inkml:trace>
  <inkml:trace contextRef="#ctx0" brushRef="#br0" timeOffset="32867.05">16140 3757 0,'-18'0'16,"0"0"-1,1 0-15,-1 0 16,0 0-16,1 18 15,-1-18-15,0 17 0,1 1 16,-1 0-16,1-1 16,17 1-1,0 0 1,17-18 0,1 0-16,-1 0 15,1 0-15,0 0 0,-1 0 16,-17-36-16,18 36 0,0 0 0,-1-17 0,1 17 15,-18-18 1,18 18-16,-18-18 0,0 36 47,0 0-31,0-1-16,0 1 0,-18 0 15,18-1-15,0 1 0,0-1 16,0 19-16,0-19 0,0 1 0,0 17 15,0-17-15,0 0 0,0-1 16,0 1-16,-18-1 47,18-34-16,0-1-31,18 18 16,-18-17-16,18-1 0,-18 0 0,17 18 15,1-17-15,-1-1 0,1 0 0,-18 1 16</inkml:trace>
  <inkml:trace contextRef="#ctx0" brushRef="#br0" timeOffset="33473.25">16263 3581 0,'18'17'62,"-18"1"-62,0 0 16,0-1-16,0 1 16,0 0-16,0-1 0,0 1 15,0-1-15,0 1 0,0 0 16,-18-18-1,18-18 17,0 0-17,0 1-15,0-1 0,18 1 16,-18-1-16,0 0 0,17 1 16,-17-1-16,18 0 15,-18 1-15,18 17 16,-18 17 15,17-17-31,-17 18 16,18 17-16,-18-17 15,0 0-15,18-18 0,-18 17 0,0 1 16,0-1-16,0 1 16,0 0-16,0-1 15,0 1-15</inkml:trace>
  <inkml:trace contextRef="#ctx0" brushRef="#br0" timeOffset="33686.55">16563 3722 0,'0'0'0,"0"17"16,35-17 15,-17 0-31,-1 0 16,-17-17-16,18 17 0</inkml:trace>
  <inkml:trace contextRef="#ctx0" brushRef="#br0" timeOffset="34237.51">16757 3634 0,'0'0'0,"0"-18"0,0 0 47,18 18-47,-1 0 16,1 0-16,-1 0 15,-17 36-15,0-19 16,0 1-16,0 0 16,0-1-16,0 1 0,0-1 15,0 1-15,-17-18 0,17 18 16,-18-18-16,18 17 0,-17-17 15,17-17 17,17 17-17,-17-18-15,35 0 16,-17-17-16,0 18 16,-1-1-16,1 0 0,-18 1 15,18 17-15,-18-18 0,0 0 16,0 36 31,0 0-47,0-1 15,-18 1-15,18 0 0,0-1 16,-18 1-16,18-1 16,0 1-16,0 0 15,0-1 1,18-17-16,0 0 15,-1 0-15</inkml:trace>
  <inkml:trace contextRef="#ctx0" brushRef="#br0" timeOffset="36600.46">17339 3881 0,'18'0'16,"-1"0"-1,1 0-15,17-18 16,-17 18-16,-1-18 16,36 18-16,-35-17 0,0 17 0,-1 0 15,1 0-15,0 0 0,-1 0 16</inkml:trace>
  <inkml:trace contextRef="#ctx0" brushRef="#br0" timeOffset="36808.31">17357 3969 0,'0'0'15,"35"0"17,-17 0-32,-1 0 0,1 0 15,17-18-15,-17 18 0,-1 0 16,1 0-16,0 0 0,-1-18 0,1 18 16,0 0-16</inkml:trace>
  <inkml:trace contextRef="#ctx0" brushRef="#br0" timeOffset="37470.94">18538 3492 0,'0'-17'15,"-17"17"17,17 35-32,-18-17 15,-17-18-15,17 35 0,-17-17 16,17-18-16,1 17 0,-1 1 16,-35 17-16,36-35 0,-1 18 15,18 0-15,-18-18 0,1 0 0,17 17 16,-18-17-16,18 18 0,0-1 31,18-17-15,-1 0-16,19 0 15,-19 0-15,1 0 0,-1 0 16,1 0-16,0 0 0,-1 18 0,1-18 16,0 0-16,-1 0 0,1 0 15,-18 18-15,18-18 0,-1 17 16,-17 1-1,0 0-15,-35-18 0,35 17 16,-18 1-16,-17 0 0,17-1 16,1-17-16,-19 18 0,19-1 0,-1-17 15,1 18-15,-1 0 0,0-18 16,18 17-16,-17-17 0,-1 18 0,0-18 16,1 18-16,-1-18 0,0 0 0,18 17 15,-17-17-15,-1 18 0,0 0 16,18-1-1,36-17 1,-1 0-16,-17 0 16,-1 0-16,1 0 0,0 0 0,-1 0 15,19 0-15,-19 0 0,18 0 16,-17 0-16,17 0 0,1 0 0,-19 0 16,19 0-16,-1 0 0,-18 0 0,1 0 15,17 0-15,-17 0 0,0 0 16</inkml:trace>
  <inkml:trace contextRef="#ctx0" brushRef="#br0" timeOffset="40221.47">18979 3510 0,'0'-18'16,"-17"18"-1,17 18 16,0 0-31,0 17 16,17-35-16,-17 18 16,0-1-16,0 1 0,18-18 0,-18 18 0,0-1 15,18-17-15,-18 18 0,0 0 16,-18-54 31,18 19-47,-18-1 15,18 0-15,0 1 16,0-1-16,0 0 0,0 1 16,0-1-16,0 0 0,18 1 15,0 17 1,-18-18-16,35 18 0,-17 0 16,-1 0-16,1 0 0,0 0 15,-1 0-15,1 0 0,-1 0 0,1 0 16,0 0-16,-1 18 15,1-1-15,-18 19 0,18-19 16,-18 1-16,0 0 0,0-1 16,0 1-16,0 0 0,0-1 15,-36 1-15,36 0 16,-17-1-16,-1-17 0,18 18 16,-18-18-16</inkml:trace>
  <inkml:trace contextRef="#ctx0" brushRef="#br0" timeOffset="40474.08">19597 3440 0,'0'0'0,"0"17"47,0 1-47,0-1 16,0 1-16,0 0 15,0-1-15,0 1 0,0 0 0,0-1 16,0 1-16,0 0 0,0-1 0,0 1 15</inkml:trace>
  <inkml:trace contextRef="#ctx0" brushRef="#br0" timeOffset="40632.51">19597 3775 0</inkml:trace>
  <inkml:trace contextRef="#ctx0" brushRef="#br0" timeOffset="40982.46">18997 3898 0,'0'18'0,"18"-18"31,-1 0-15,19 0-16,-1 0 15,-17 0-15,17 0 0,0 0 16,0 0-16,18 0 0,-17 0 0,16 0 16,1 0-16,-17 0 0,17 0 0,-18 0 15,18 0-15,-18 0 0,0 0 0,1 0 16,-1 0-16,-17 0 0,17 0 0,-18 0 15,1 0-15</inkml:trace>
  <inkml:trace contextRef="#ctx0" brushRef="#br0" timeOffset="44277.08">18821 4286 0,'0'18'15,"0"-36"64,0 1-64,0-1 1,17 18-1,-17-18-15,18 18 0,0 0 16,-1 0-16,1 0 16,0 0-16,-1 0 15,-17 18-15,0 0 16,0-1-16,0 1 16,0 0-16,0-1 15,-17-17-15,17 18 0,-36-1 16,19-17-16,17 18 0,-18-18 15,18 18 1,-18-18-16,18-36 31,36 19-15,-36-1-16,17 18 0,1 0 16,-18-17-16,35-1 0,-17 0 15,-1 1-15,1 17 16,-18-18-16,0 36 62,-18-18-46,18 17-16,-17 1 16,17 0-16,0-1 15,-18 1-15,18-1 16,0 1-1,18-18 17,-1 0-17,1 0-15</inkml:trace>
  <inkml:trace contextRef="#ctx0" brushRef="#br0" timeOffset="44491.18">19068 4339 0,'0'18'0,"17"-18"47,1 0-31,0 0-16,17 0 15,-18 0-15,1 0 16</inkml:trace>
  <inkml:trace contextRef="#ctx0" brushRef="#br0" timeOffset="44721.48">19262 4269 0,'0'17'47,"0"1"-31,0 0-16,0-1 16,0 1-16,0-1 15,0 1 1</inkml:trace>
  <inkml:trace contextRef="#ctx0" brushRef="#br0" timeOffset="44982.58">19350 4216 0,'35'0'32,"-17"0"-17,-1 17-15,1 1 16,0 0-16,-18-1 16,17 1-16,-17 0 0,0-1 15,0 1-15,0-1 0,0 1 16,-35-18-16,35 18 0,-35-1 0,35 1 15,-36-18-15,19 18 0</inkml:trace>
  <inkml:trace contextRef="#ctx0" brushRef="#br0" timeOffset="45339.01">18750 4127 0,'-18'18'15,"36"-36"-15,-36 54 0,1-36 16,17 17-16,-18 1 0,18 0 15,0-1-15,-17-17 0,17 18 0,0 0 16,0-1-16,0 1 0,0 0 16,0-1-16,0 1 0,0-1 15,0 1-15,0 0 0,0-1 0,17 1 16,-17 0-16,18-18 0,17 17 16,-17 1-16,-1-18 0,1 0 15,0 0-15,-1 0 0,1 0 0,17 0 16,-17 0-16</inkml:trace>
  <inkml:trace contextRef="#ctx0" brushRef="#br0" timeOffset="45760.44">19650 4216 0,'17'0'15,"-17"17"32,0 1-31,0 0-1,0-1-15,0 1 0,0 0 16,0-1-16,0 1 0,0-1 16</inkml:trace>
  <inkml:trace contextRef="#ctx0" brushRef="#br0" timeOffset="45912.44">19667 4498 0</inkml:trace>
  <inkml:trace contextRef="#ctx0" brushRef="#br0" timeOffset="73268.3">19791 4269 0,'17'0'31,"1"0"79,-18 35-1,0-17-93,0-1-1,0 1 1,0-1-16,0 1 16,0-36 62,0 1-78,0-1 15,18 18-15,-18-17 16,0-1-16,0 0 16,17 18-16,-17-17 15,18 17-15,-18-18 16,18 0-16,-1 18 15,1-17 1,0 17 0,-1 0-1,1 0 1,-18 17-16,0 19 16,0-19-16,0 1 15,0 0-15,0-1 16,0 1-16,0-1 15,-18-17 1,18 18-16</inkml:trace>
  <inkml:trace contextRef="#ctx0" brushRef="#br0" timeOffset="73485.18">20126 4339 0,'18'0'31,"-1"0"-15,1 0-1,0 0-15</inkml:trace>
  <inkml:trace contextRef="#ctx0" brushRef="#br0" timeOffset="74041.45">20267 4269 0,'0'-18'15,"18"0"17,-1 18-32,1 0 15,0 0 1,-1 0-1,-17 18 1,0 0-16,0-1 16,0 1-16,0 0 15,-17-1-15,17 1 0,-18-18 16,18 17-16,0-34 47,18-1-32,-18 1 1,17 17-16,-17-18 0,18 0 0,0 1 16,-1-1-16,1 0 15,-18 36 48,-18 0-48,18-1-15,0 1 16,0 0-16,0-1 16,0 1-1,18-18-15,-1 0 16</inkml:trace>
  <inkml:trace contextRef="#ctx0" brushRef="#br0" timeOffset="74345.08">20567 4110 0,'0'-18'15,"18"18"1,-1 0-16,1 0 16,-1 35-16,1-17 15,0-18-15,-18 35 0,17-17 16,1 0-16,-18-1 0,18 1 0,-18 0 16,0 17-16,0-17 0,17-1 0,-17 1 15,0-1-15,0 1 0,0 0 16,-35-1-16,35 1 0,-18-18 0</inkml:trace>
  <inkml:trace contextRef="#ctx0" brushRef="#br0" timeOffset="75060.53">19932 4057 0,'-18'0'16,"36"0"-16,-36 18 0,1-18 0,-1 0 15,18 17-15,-18-17 16,1 0-16,17 18 16,-18-18-16,0 0 0,1 17 15,-1 1-15,1-18 16,17 18-16,-18-18 0,18 17 15,-18-17-15,18 18 0,0 0 0,-17-18 16,17 17-16,0 1 0,0 0 16,0-1-16,0 1 0,0 0 15,17-18-15,-17 17 0,0 1 0,36-18 16,-36 17-16,17-17 0,-17 18 16,18-18-16,-1 18 0</inkml:trace>
  <inkml:trace contextRef="#ctx0" brushRef="#br0" timeOffset="75834.42">20955 4127 0,'0'18'62,"0"0"-46,0-1-16,0 1 15,0 0-15,0-1 16,0 1-16,0 0 16,0-1-16,0 1 15,0 0-15,0-1 0</inkml:trace>
  <inkml:trace contextRef="#ctx0" brushRef="#br0" timeOffset="76005.8">21026 4533 0,'-18'0'0,"18"18"15</inkml:trace>
  <inkml:trace contextRef="#ctx0" brushRef="#br0" timeOffset="78450.45">19509 4127 0,'0'18'16,"0"0"31,0-1-32,17-17 1,-17 18 0,0 0-1,0-1 1,0 1-1,0 0-15,0-1 16,0 1 0,0 0-1,0-1 1,0 1 0,0-1-1</inkml:trace>
  <inkml:trace contextRef="#ctx0" brushRef="#br0" timeOffset="78885.28">19579 4498 0</inkml:trace>
  <inkml:trace contextRef="#ctx0" brushRef="#br0" timeOffset="80834.34">19614 4480 0,'0'18'78,"-17"0"-62,-1-1-1,18 1 16,18-18 1,-1 0-17,-17-18 17,0 1 30,-17 17-15,-1 0-16,18 17-15</inkml:trace>
  <inkml:trace contextRef="#ctx0" brushRef="#br0" timeOffset="83653.39">20655 3369 0,'-18'0'16,"18"35"-16,-17-17 15,17 0-15,-18-1 0,18 36 16,0-18-16,0-17 0,0 17 0,0 1 16,0-1-16,0-17 0,-17 17 15,17-18-15,0 19 0,0-19 0,0 1 16,0 17-16,-18-35 0,18 18 0,0 0 15,0-1-15,-18-17 16,18 18-16,-17-18 31</inkml:trace>
  <inkml:trace contextRef="#ctx0" brushRef="#br0" timeOffset="83965.92">20602 3475 0,'0'0'16,"18"0"-16,-18-18 0,17 18 0,-17-17 15,18 17-15,0-18 0,-1 0 16,1 1 0,0 17-16,-1 0 0,1-18 0,0 18 15,-1 0-15,1 0 16,0 0-16,-18 18 15,17-1-15,-17 19 0,18-36 16,-18 17-16,0 1 0,0-1 16,0 1-16,-35 0 15,35-1-15,-18 1 16,-17 0-16,-1-1 16,19-17-16,-1 0 15</inkml:trace>
  <inkml:trace contextRef="#ctx0" brushRef="#br0" timeOffset="84482.55">20955 3298 0,'0'0'16,"0"-17"0,18-1-1,-1 18-15,-17-17 0,18 17 16,0 0-16,-1-18 0,1 18 16,-1 0-1,-17 35-15,18-35 0,-18 18 16,0-1-16,0 19 15,0-19-15,0 1 0,-35-18 16,35 18-16,-18-1 0,1 1 16,17-36 31,0 1-47,17 17 15,-17-18-15,18 0 0,-18 1 0,17 17 16,-17-18-16,36 0 0,-19 1 15,1-1-15,-18 1 16,18 17-16,-18 35 31,-36-35-15,36 17-16,-17 1 16,-1 17-16,0-17 15,18 0-15,0-1 0,-17 1 0,17 0 16,0-1-16,0 1 15</inkml:trace>
  <inkml:trace contextRef="#ctx0" brushRef="#br0" timeOffset="85067.5">21431 3475 0,'0'0'0,"18"0"0,-18-18 15,0 1 1,0-1 0,-18 18-1,1 0-15,-19 0 16,19 18-16,-1-18 0,0 0 16,-17 35-16,17-18 0,1-17 15,-1 18-15,18 0 0,-17-1 0,17 1 16,-18 0-16,18-1 0,0 1 15,0 0-15,35-18 16,-17 0-16,17 0 16,-17-18-16,-1 18 0,1 0 15,0-35-15,-1 17 0,1 18 16,-18-18-16,18 18 0,-1-17 16,-17-1-16,18 18 15,-18 35 16,0-17-15,0 17-16,0-17 0,0 0 0,0 17 16,0 0-16,0-17 0,0 17 0,0-17 15,0 17-15,0 0 0,0-17 0,0 0 16,0 17-16,0-18 0,0 1 0,0 0 16,-18-1-16,18 1 15,0-36 16,18 1-15,0-19-16,-18 19 0,17-1 16,-17 1-16,35-1 0,-35 0 0,18 1 15,0-1-15,-18 0 0,17-17 16,1 17-16,-18 1 0,18 17 0,-18-18 16,17-17-16,1 17 0,-18 1 15</inkml:trace>
  <inkml:trace contextRef="#ctx0" brushRef="#br0" timeOffset="85541.03">21731 3246 0,'0'17'47,"0"1"-31,-35 17-16,35-17 15,0-1-15,0 1 0,0 0 16,0-1-16,0 1 0,0 0 16,-18-18-1,18 17-15,0-52 31,0 17-15,0 1-16,0-1 16,0 0-16,0 1 0,18 17 0,-18-18 15,17 0-15,-17 1 16,18 17-16,-18-18 0,18 18 16,-1 0-1,-17 35-15,18-17 16,-18 0-1,0-1-15,0 1 0,0 0 16,0-1-16,0 1 0,0 0 0,0-1 16,0 1-16,-18-18 15,18 17-15,0 1 16</inkml:trace>
  <inkml:trace contextRef="#ctx0" brushRef="#br0" timeOffset="85766.9">22013 3422 0,'-17'0'0,"34"0"62,1 0-46,0-18-16,-1 18 16</inkml:trace>
  <inkml:trace contextRef="#ctx0" brushRef="#br0" timeOffset="86276.61">22225 3334 0,'0'-18'0,"0"0"31,18 18-31,-18-17 0,17 17 16,1-18-16,0 18 16,-1 0-16,-17-17 15,18 17-15,-18 35 16,0-18-1,0 1-15,0 0 0,0-1 16,0 1-16,0 0 0,0-1 16,-18-17-16,18 18 0,0 0 0,0-1 15,0-34 32,0-1-31,0-17-16,0 17 15,35 0-15,-17 1 0,0-1 16,-1 0 0,-17 1-1,18 17-15,-53 35 32,35-17-17,-18-1-15,18 19 16,0-19-16,0 1 0,0 0 15,0-1-15,18 1 16,-18-1 0,17-17-16,1 18 15</inkml:trace>
  <inkml:trace contextRef="#ctx0" brushRef="#br0" timeOffset="93065.78">22948 3916 0,'0'17'0,"35"-17"46,-17 0-46,0 0 16,-1 0-16,1 0 16,0 0-16,-1 0 15,1 0-15,0-17 16,-1 17 0</inkml:trace>
  <inkml:trace contextRef="#ctx0" brushRef="#br0" timeOffset="93249.92">22948 4022 0,'0'0'0,"35"0"47,-17 0-47,17 0 15,-17 0-15,0 0 0,-1 0 16,19 0-16</inkml:trace>
  <inkml:trace contextRef="#ctx0" brushRef="#br0" timeOffset="98789.37">23618 3881 0,'-17'0'15,"34"0"48,-17 17-63,0 1 16,0-1-1,0 1-15,0 0 16,0-1-16,0 1 0,0 0 15,0-1-15,0 1 16,0 0 0,-17-18-1,17-18 17,0 0-17,0-17-15,0 17 16,17 1-16,-17-19 0,36 19 15,-36-1-15,17 1 0,19-19 16,-19 19-16,1-1 0,0 0 0,-1 18 16,1-17-16,-1 17 0,1-18 0,0 18 15,-1 0-15,1 0 16,0 0 0,-18 18-16,17-18 0,-17 17 15,0 1-15,0 0 0,0-1 16,0 1-16,0 0 0,0-1 0,0 1 15,0-1-15,0 1 0,0 0 16,0-1-16,0 1 0,0 0 16,36-1-1,-19-17-15</inkml:trace>
  <inkml:trace contextRef="#ctx0" brushRef="#br0" timeOffset="99092.42">24253 3828 0,'0'0'0,"0"-18"16,0 53 30,0-17-46,-35 0 0,35-1 16,0 1-16,0 17 0,-17-17 0,17-1 16,0 19-16,0-19 0,-18 19 0,18-19 15,0 18-15,0-17 0,0 17 0,0-17 16,0 0-16,0-1 0,0 1 0,0 0 16,0-1-16,0 1 0,-18-18 15,18 18-15</inkml:trace>
  <inkml:trace contextRef="#ctx0" brushRef="#br0" timeOffset="99436.45">24183 3863 0,'0'-18'0,"0"36"0,0-53 16,35 35-16,-35-18 0,18 18 16,-1-18-16,1 18 0,0-17 15,-1 17-15,1-18 0,0 18 0,-1 0 16,1 0-16,0-18 0,-1 18 0,1 0 16,-1 0-16,-17 36 15,18-36-15,-18 17 0,18 19 16,-18-19-16,0 1 0,0 0 15,0-1-15,0 1 0,-36-1 0,36 1 16,-17-18-16,17 18 0,-35-1 0,-1 1 16,1 0-1,17-18-15,1 17 16,-1-17-16</inkml:trace>
  <inkml:trace contextRef="#ctx0" brushRef="#br0" timeOffset="100330.28">25294 3475 0,'0'0'16,"18"0"-16,-1 0 16,1-18-16,0 18 15,-18-17 1,-18 17 15,0 17-15,-17 18-16,18-35 15,-19 18-15,19 0 0,-1-1 0,-17 1 16,17 0-16,-17-1 0,17-17 0,-17 18 0,17 0 16,1-1-16,-1-17 0,0 18 0,1 0 15,17-1 1,-18-17-16,18 18 15,35-18 1,-17 0 0,0 0-16,17 0 15,-18 0-15,1 17 0,0-17 0,17 0 16,-17 0-16,17 0 0,-17 0 0,-1 0 16,1 18-16,17-18 0,-17 0 0,-1 0 15,1 18-15,0-1 0,-18 1 16,0 0-16,0-1 15,-18-17-15,18 18 0,-35 0 16,0-1-16,17-17 0,0 18 0,-17-1 16,17-17-16,1 18 0,-19-18 0,19 18 15,-1-18-15,0 17 0,1-17 0,-1 18 16,1-18-16,-1 0 0,0 18 0,1-18 16,17 17-16,-18-17 15,18 18 1,18-18-1,-1 18 1,1-18 0,0 0-16,-1 0 0,1 0 15,-1 0-15,1 0 0,17 0 0,-17 0 16,0 0-16,-1 0 0,1 0 0,0 0 16,-1 0-16,1 0 0,0 0 0,-1 0 15,1 0-15,-1 0 0</inkml:trace>
  <inkml:trace contextRef="#ctx0" brushRef="#br0" timeOffset="100899.08">25647 3651 0,'0'0'0,"0"36"47,0-19-47,0 1 15,0-1-15,-18 1 16,18 0-16,0-1 0,0 1 15,0 0-15,0-1 16,-17-17-16,17 18 16,0-36 15,0 1-15,0-19-16,0 19 15,0-1-15,0 0 0,0 1 0,17-1 16,-17 1-16,36-1 15,-36 0-15,17 18 0,1-17 16,-1 17-16,1 0 0,17 0 16,-17 0-1,0 0-15,-1 17 16,1-17-16,-18 18 0,18-18 0,-1 18 16,1 17-16,-18-18 15,18 1-15,-18 0 16,0-1-16,0 1 0,0 0 0,0-1 15,-36-17-15,36 18 0,-17-18 16,-1 18-16,0-18 16,1 0-16,-1 0 15</inkml:trace>
  <inkml:trace contextRef="#ctx0" brushRef="#br0" timeOffset="101125.53">26123 3792 0,'35'0'31,"-17"0"-31,0 0 16,-1 0-16</inkml:trace>
  <inkml:trace contextRef="#ctx0" brushRef="#br0" timeOffset="101341.42">26317 3687 0,'0'35'15,"0"-18"1,0 1-16,-17-18 0,17 18 16,0-1-16,0 1 0,0 0 15,0-1-15,0 1 16,17-18-16</inkml:trace>
  <inkml:trace contextRef="#ctx0" brushRef="#br0" timeOffset="101593.3">26476 3598 0,'0'18'0,"18"-18"0,-18 35 15,17-35-15,-17 18 0,18 0 0,-18-1 16,18-17-16,-1 18 0,1-1 0,-18 1 16,17 0-16,-17-1 0,0 1 15,0 0-15,0-1 0,0 19 0,-17-19 16,17 1-16,-35-18 0</inkml:trace>
  <inkml:trace contextRef="#ctx0" brushRef="#br0" timeOffset="102122.6">25717 3475 0,'0'0'0,"-17"0"0,-1 0 0,1 0 15,-1 0 1,0 0-16,18 17 15,-17-17-15,-1 0 0,18 18 0,-18-18 16,1 18-16,17-1 0,-18 1 0,0-18 16,1 18-16,17-1 0,-18 1 0,18 0 15,-17-18-15,17 17 0,-18 1 16,18 0-16,0-1 0,-18 1 0,18-1 16,0 1-16,0 0 0,0-1 0,0 1 15,0 0-15,36-1 0,-36 1 0,35 0 16,-35-1-16,35 1 0,-17-1 0,-1 1 15,19-18-15,-19 18 0,1-1 0,17-17 16,-17 18-16,-1-18 0</inkml:trace>
  <inkml:trace contextRef="#ctx0" brushRef="#br0" timeOffset="102638.06">26793 3545 0,'0'0'0,"0"18"47,0 17-32,0 1 1,0-19-16,-17 19 15,17-19-15,0 1 0,0-1 16,0 1-16,0 0 0,0-1 16,0 1-16</inkml:trace>
  <inkml:trace contextRef="#ctx0" brushRef="#br0" timeOffset="102797.4">26811 3933 0,'-18'0'0</inkml:trace>
  <inkml:trace contextRef="#ctx0" brushRef="#br0" timeOffset="103417.32">25770 4145 0,'0'0'0,"18"18"16,0-18-1,17 0-15,-17 0 16,35 0-16,-18 0 16,0 0-16,0 0 0,1 0 0,-1 0 15,18 0-15,-18 0 0,0 0 0,18 0 16,-17 0-16,16 0 0,1 0 0,-17 0 15,17 0-15,-18 17 0,0-17 0,18 0 16,-35 0-16,17 18 0,0-18 0,-17 0 16,0 0-16,-1 0 15</inkml:trace>
  <inkml:trace contextRef="#ctx0" brushRef="#br0" timeOffset="106389.23">25418 4692 0,'0'-18'93,"17"18"-61,-17-17-32,18 17 15,0 0-15,-1-18 16,1 18-16,-1 0 16,1-18-16,0 18 0,-1 0 15,1 0-15,0 0 16,-1 18-1,-17 17-15,0-17 16,0 0-16,-35-1 16,35 1-16,0 17 0,-18-17 0,18-1 15,-17 1-15,-19 0 0,36-1 16,-17-17-16,17 18 0,-18-18 16,1 0-16,17-18 31,0 1-16,35 17-15,-35-18 16,17 18-16,-17-18 0,18 1 0,0-1 16,-1 0-16,1 1 0,-18-1 15,18 18-15,-1-17 0,1-1 0,0 0 16,-1 18-16,-17-17 16,18 17-16,-18-18 0,17 18 15,-52 0 32,35 18-31,-17-18-16,17 17 0,-18-17 15,18 18-15,-18 0 16,1-1-16,17 1 16,0-1-16,-18 1 0,18 0 15,0-1-15,0 1 16,0 0-1,35-18-15,-17 17 16,0-17-16,-1 0 16,1 0-16</inkml:trace>
  <inkml:trace contextRef="#ctx0" brushRef="#br0" timeOffset="106640.4">25947 4745 0,'17'0'15,"1"0"1,0 0-16,-1 0 15,1 0-15,0 0 16,-1 0-16,1 0 16</inkml:trace>
  <inkml:trace contextRef="#ctx0" brushRef="#br0" timeOffset="106892.4">26194 4621 0,'0'18'62,"0"0"-62,0-1 16,0 1-16,0 0 15,0-1-15,0 1 16,0-1-16,0 1 16</inkml:trace>
  <inkml:trace contextRef="#ctx0" brushRef="#br0" timeOffset="107182.36">26300 4551 0,'17'0'0,"1"0"15,-1 0 1,1 0-16,0 17 15,-1-17-15,-17 18 16,18 17-16,-18-17 16,0 0-16,0-1 0,0 19 0,0-19 15,0 1-15,-35-1 0,35 1 0,-18 17 16,18-17-16,-18 0 0,-17-1 16</inkml:trace>
  <inkml:trace contextRef="#ctx0" brushRef="#br0" timeOffset="107605.01">25629 4463 0,'0'17'0,"0"-34"0,-17 34 0,-1-17 15,18 18-15,-18-18 0,1 18 16,-1-1-16,18 1 0,-18-18 16,18 17-16,-17-17 0,17 18 0,-18 0 15,18-1-15,0 1 0,0 0 16,-17-1-16,17 1 0,0 0 16,0-1-16,35 1 0,-35-1 0,17 1 15,-17 0-15,36-1 0,-36 1 0,17 0 16,19-1-16,-19-17 0,1 18 0,0-18 15,-1 18-15</inkml:trace>
  <inkml:trace contextRef="#ctx0" brushRef="#br0" timeOffset="108108.7">26723 4516 0,'0'17'63,"0"1"-47,0-1-16,0 1 15,0 0-15,0-1 0,0 1 16,0 0-16,0-1 0,0 1 15,0 0-15,0-1 0</inkml:trace>
  <inkml:trace contextRef="#ctx0" brushRef="#br0" timeOffset="108265.79">26670 4886 0,'18'0'32</inkml:trace>
  <inkml:trace contextRef="#ctx0" brushRef="#br0" timeOffset="108605.32">27093 4498 0,'-17'0'16,"-1"18"-1,18-1 1,-18 18-16,1-17 16,-1 0-16,18-1 0,0 1 15,-18 0-15,18-1 0,0 1 0,0 0 16,0-1-16,0 1 0,0-1 16,0 1-16,0 0 0,0-1 15,0 1-15,0 0 0,18-1 16,-18 1-16,18-18 0,-1 0 15</inkml:trace>
  <inkml:trace contextRef="#ctx0" brushRef="#br0" timeOffset="109080.4">27199 4639 0,'-17'0'16,"-1"35"15,18-17-31,0 0 16,0-1-16,0 1 16,0-1-16,0 1 15,0 0-15,0-36 47,0 0-31,0 1-16,0-18 15,0 17-15,35 0 16,-35 1-16,0-1 16,18 18-16,-18-18 0,17 18 15,1 0-15,0 0 16,-1 0-1,1 18 1,-18 0-16,18-18 16,-18 17-16,0 1 0,0 0 15,0-1-15,0 1 0,0-1 16,-18 1-16,18 0 0,-35-18 16,35 17-16,-18-17 15</inkml:trace>
  <inkml:trace contextRef="#ctx0" brushRef="#br0" timeOffset="109273.2">27534 4762 0,'18'0'47</inkml:trace>
  <inkml:trace contextRef="#ctx0" brushRef="#br0" timeOffset="109829.62">27693 4639 0,'0'0'16,"18"0"30,-18 18-30,17-18-16,-17 17 0,0 1 16,0 0-16,0-1 0,-35 1 15,35-1-15,0 1 16,-18-18-16,18 18 0,0-1 16,-17-17-1,17-35 1,0 17-1,0 1 1,17 17-16,-17-18 0,18 1 16,0-1-16,-1 0 15,1 18-15,-18-17 16,18 17-16,-1 0 16,-17 17 30,-17 1-30,17 0-16,0-1 0,-18-17 16,18 18-16,0-1 15,0 1-15,0 0 16,0-1-16,18-17 16,-1 0-16,1 0 15,0 0-15</inkml:trace>
  <inkml:trace contextRef="#ctx0" brushRef="#br0" timeOffset="110181.11">27975 4516 0,'18'0'47,"-18"17"-47,18-17 0,-18 18 16,0 17-16,17-17 16,-17-1-16,0 1 0,18 0 0,-18-1 15,0 1-15,0 0 0,0-1 16,0 1-16,0-1 0,0 1 0,0 0 15,-35-1-15,35 1 0,0 0 0,-18-18 16,18 17-16,0 1 0,-18-18 16,18 18-16,-17-18 0,-1 0 15,18 17-15,-18-17 16</inkml:trace>
  <inkml:trace contextRef="#ctx0" brushRef="#br0" timeOffset="110457.16">28363 4516 0,'0'17'16,"-17"1"-1,-1 17 1,18-17-16,0-1 0,0 1 0,0 0 16,-18-18-16,18 17 0,0 1 15,-17 0-15,17-1 0,-18 1 0</inkml:trace>
  <inkml:trace contextRef="#ctx0" brushRef="#br0" timeOffset="110617.16">28310 4974 0,'0'0'0</inkml:trace>
  <inkml:trace contextRef="#ctx0" brushRef="#br0" timeOffset="111808.36">27570 3739 0,'17'0'31,"-17"36"32,0-19-48,-35 19-15,35-19 16,0 1-16,0 0 0,0-1 0,-18 18 0,18-17 15,0 0-15,0-1 0,-17 1 0,17 0 16,0-1-16,-18 1 0,18 0 0,0-1 16,-18-17-16,18 18 15,-17-1-15,-1 1 16</inkml:trace>
  <inkml:trace contextRef="#ctx0" brushRef="#br0" timeOffset="112168.33">27570 3651 0,'0'0'0,"0"-17"15,17 17-15,1-18 0,-1 18 16,-17-18-16,36 18 0,-19 0 16,1 0-16,0-17 15,-1 17-15,1 0 0,0 0 16,-18 35-16,0-17 16,0 17-16,0-17 15,0-1-15,0 1 0,0-1 16,0 1-16,-18 0 15,18-1-15,-35 1 0,17 0 16,0-18-16,18 17 16,-17-17-1,-1 0-15</inkml:trace>
  <inkml:trace contextRef="#ctx0" brushRef="#br0" timeOffset="112764.48">27905 3457 0,'17'0'31,"1"0"-31,0 0 16,-1 0-16,1 0 16,-18 18-16,0-1 15,0 1-15,0 0 0,0-1 16,0 1-16,0 0 15,0-1-15,-18-17 16,18 18-16,-17-18 16,17-18 15,17 1-15,1-19-16,0 19 15,-1-1-15,-17 0 16,18 18-16,-18-17 0,17 17 15,-17-18-15,18 18 32,-53 0-17,17 18 1,1-1-16,17 19 16,-18-19-16,18 19 15,-18-36-15,18 35 16,0-17-16,0-1 15,36-17 1,-19 0-16</inkml:trace>
  <inkml:trace contextRef="#ctx0" brushRef="#br0" timeOffset="112962.85">28257 3528 0,'0'17'31,"18"-17"-15,17 0-16,-17 0 15,0 0 1</inkml:trace>
  <inkml:trace contextRef="#ctx0" brushRef="#br0" timeOffset="113175.02">28487 3422 0,'0'18'31,"0"-1"-15,0 1-16,0-1 0,0 1 15,-18 0-15,18-1 0,0 1 0,0 0 16,0 17-16,0-17 0,0-1 0</inkml:trace>
  <inkml:trace contextRef="#ctx0" brushRef="#br0" timeOffset="113921.84">28822 3898 0,'0'0'0,"-18"0"15,18-17-15,-17 17 0,-1 0 16,0 0-1,1 0-15,-1 0 0,0 0 16,18 35-16,-17-35 0,-1 0 0,18 17 16,-17-17-16,-1 18 0,0 0 15,18-1-15,-17 1 16,17 0-16,0-1 31,35-17-31,-17 0 16,-1 0-1,1 0-15,17-17 16,-17 17-16,-1 0 0,-17-18 16,18 0-16,-18 1 15,18 17-15,-18-18 16,17 18-16,-17 18 47,0-1-47,0 19 15,0-19-15,0 1 0,0 0 16,-17-1-16,17 1 0,0 17 0,0-17 16,0-1-16,0 1 0,0 0 15,-18-18-15,18 17 0,0 1 0,0 0 16,-18-18-16,18 17 0,18-34 62,17-1-62,-17 0 16,0 1-16,-18-1 16,17 18-16,1-18 0,-1 1 15,1-1-15,-18 0 0,18 18 0,-18-17 16,17-1-16,1 1 0</inkml:trace>
  <inkml:trace contextRef="#ctx0" brushRef="#br0" timeOffset="114440.86">29034 3545 0,'0'0'0,"0"18"0,0 0 0,-18-18 16,18 17-16,0 19 16,0-19-16,0 1 0,0 0 15,0-1-15,0 1 0,0-1 16,0 1-16,0 0 0,0-1 16,0-34 30,0-1-30,0 0-16,0-17 16,18 18-16,-18-1 15,17 0-15,-17 1 16,18 17-16,0 0 16,-18 17 15,17-17-31,-17 36 0,0-19 15,0 1-15,0-1 16,0 1-16,0 0 0,0-1 16,0 1-16,0 0 0,0-1 15,0 1-15,0 0 16</inkml:trace>
  <inkml:trace contextRef="#ctx0" brushRef="#br0" timeOffset="114637.36">29333 3757 0,'0'18'31,"36"-18"-31,-19 0 16,1 0 0,0 0-16</inkml:trace>
  <inkml:trace contextRef="#ctx0" brushRef="#br0" timeOffset="115222.06">29563 3704 0,'0'-17'16,"17"-1"15,19 18-31,-19 0 16,1 0-16,0 0 15,-1 0-15,1 0 16,-18 18-16,0-1 16,0 18-16,0-17 15,0 0-15,0-1 16,-18 1-16,18 0 0,-17-18 16,-1 0-16,18 17 15,-18-17-15,18-17 31,18-19-15,0 36 0,-18-17-16,17-1 0,1 0 15,0 1-15,-1 17 0,-17-18 16,18 18-16,-18-17 0,17 17 0,1-18 16,-18 0-1,18 18-15,-18 36 47,-36-36-47,36 17 0,-17 1 16,17-1-16,0 1 15,0 0-15,-18-1 0,18 1 16,0 0-16,0-1 16,35-17-1,-35 18-15,18-18 0,0 0 16,-1 0-16,1 0 0,0 0 0</inkml:trace>
  <inkml:trace contextRef="#ctx0" brushRef="#br0" timeOffset="116662.19">22296 5486 0,'-18'0'16,"36"0"15,-1 0-16,18 0 1,-17 0-16,17 0 16,-17 0-16,0 0 0,-1 0 0,1 0 15,0 0-15,-1 0 16</inkml:trace>
  <inkml:trace contextRef="#ctx0" brushRef="#br0" timeOffset="116854.32">22313 5539 0,'0'17'16,"35"-17"-1,-17 0-15,0 0 16,-1 0-16,1 0 0,0 0 15,-1 0-15</inkml:trace>
  <inkml:trace contextRef="#ctx0" brushRef="#br0" timeOffset="117345.35">22966 5397 0,'-18'0'0,"18"36"47,0-19-47,0 1 16,-17 0-16,17-1 15,0 1-15,0 0 0,0-1 16,0 1-16,0-36 62,17 18-62,-17-17 0,18-1 16,-18 0-16,17 1 16,-17-1-16,18 18 0,-18-18 0,18 18 15,-18-17-15,17 17 0,-17-18 0,18 18 16,0 0-16,-18-18 0,17 18 15,1 0-15,0 0 16,-1 0 0,-17 36-16,18-36 0,-18 17 15,17 1 1,-17 0-16,0-1 16,0 1-16,0 0 15,18-18 1</inkml:trace>
  <inkml:trace contextRef="#ctx0" brushRef="#br0" timeOffset="117624.39">23407 5450 0,'0'0'0,"0"-17"0,0 34 62,0 19-62,0-19 16,0 1-16,0 0 0,0-1 15,0 1-15,0 0 0,0-1 0,0 18 16,0-17-16,0 0 0,0 17 0,0-17 16,0 35-16,0-36 0,0 1 15,0-1-15,-18 1 0,18 0 16,0-1-16,-17-17 0,17 18 15</inkml:trace>
  <inkml:trace contextRef="#ctx0" brushRef="#br0" timeOffset="117945.04">23407 5486 0,'17'0'0,"-34"0"0,34-18 15,1 18-15,-18-18 0,18 18 16,-1 0-16,1-17 0,0 17 0,-18-18 16,17 18-16,1 0 0,0 0 0,-1-18 15,1 18-15,-1 0 0,1 0 16,0 36-16,-18-19 15,0 1-15,0 0 16,0-1-16,0 1 0,0 0 16,0-1-16,-18-17 0,18 18 15,-35-18-15,35 18 0,-18-18 0,1 0 16,-1 17-16,0-17 0,1 0 16,-1 0-1</inkml:trace>
  <inkml:trace contextRef="#ctx0" brushRef="#br0" timeOffset="132472.31">24518 5433 0,'18'0'16,"-18"-18"0,17 18-16,-17-18 15,18 18-15,0 0 0,-1-17 16,1 17-16,0 0 15,-18-18-15,17 18 0,1 0 16,-1-17-16,1 17 16,-53 0 46,35 17-46,-18-17-16,-17 18 0,17-18 0,1 17 15,-1-17-15,-17 36 0,17-36 0,0 17 16,-17-17-16,17 18 0,1-18 0,-1 18 16,1-18-16,-1 17 0,0-17 0,1 18 15,-1-18-15,0 18 16,18-1 15,18-17-31,17 0 16,-17 0-16,0 0 15,-1 0-15,1 0 0,-1 0 16,1 0-16,0 0 0,-1 0 16,1 0-16,0 0 0,-1 0 15,1 0-15,0 0 16,-18 18 0,0 0-1,-36-18-15,19 17 16,-19-17-16,36 18 0,-17-18 15,-1 17-15,0-17 0,1 18 0,-1-18 16,1 18-16,-1-18 0,0 17 16,1-17-16,-1 18 0,0-18 0,18 18 0,-17-18 15,-1 17-15,0-17 16,1 0-16,17 18 0,-18-18 0,18 18 16,18-18 15,17 0-16,-17 0-15,-1 0 16,1 0-16,0 0 0,-1 0 0,19 0 16,-19 0-16,1 0 0,-1 0 15,19 0-15,-19 0 0,1 0 0,17 0 16,-17 0-16,0-18 0,-1 18 0,1 0 16,0 0-16,-1 0 0,1 0 0</inkml:trace>
  <inkml:trace contextRef="#ctx0" brushRef="#br0" timeOffset="133360.62">25118 5380 0,'17'0'46,"-17"17"-30,18 19-16,-18-19 16,0 1-1,18 0 1,-18-36 46,0 0-46,0 1 0,0-1-16,0 0 15,17 18 1,1-17-16,0 17 16,-1 0-16,1 0 0,-18-18 0,18 18 15,-1 0-15,1 0 0,-1 0 16,1 0-16,0 0 0,-1 0 15,1 0-15,-18 35 0,18-35 16,-18 18 0,17-18-16,-17 18 0,0-1 15,0 1-15,-35 0 16,17-1 0,1-17-16,-1 0 15,18 18-15,-18-18 0,1 0 16</inkml:trace>
  <inkml:trace contextRef="#ctx0" brushRef="#br0" timeOffset="135813.94">25612 5415 0,'17'0'47,"1"0"-31,0 0-1,-1 0 1,1 0-16,-1 0 16,1 0-16</inkml:trace>
  <inkml:trace contextRef="#ctx0" brushRef="#br0" timeOffset="136077.31">25894 5345 0,'18'0'15,"-18"17"17,0 1-17,17-1 1,-17 1-16,0 0 0,18-1 16,-18 1-16</inkml:trace>
  <inkml:trace contextRef="#ctx0" brushRef="#br0" timeOffset="137842.81">25382 5786 0,'-17'0'63,"-1"0"-32,18-18-15,0 0-1,18 18 1,-1 0 0,1 0-16,0 0 15,-18 18 1,0 0-1,0-1-15,0 1 16,0-1-16,-18 1 0,18 0 16,-18-18-16,1 17 15,34-52 48,1 17-48,0 1 1,17-1-16,-17 18 0,-18-17 16,17 17-16,1-18 15,-1 18-15,-17-18 16,0 36 31,-17-18-32,17 18-15,-18-18 0,18 17 16,0 1-16,-17-1 0,17 1 16,-18-18-16,18 18 15,0-1 1,35-17 0,-17 0-1,-1 0 1,1 0-16</inkml:trace>
  <inkml:trace contextRef="#ctx0" brushRef="#br0" timeOffset="138068.51">25682 5856 0,'0'18'16,"35"-18"15,-17 0-31,0 0 16,-1 0-16,1 0 15</inkml:trace>
  <inkml:trace contextRef="#ctx0" brushRef="#br0" timeOffset="138312.27">25912 5768 0,'-18'0'16,"18"18"-1,-18-1 1,18 1-16,0-1 16,0 1-16,0 0 0,0-1 15,0 1 1</inkml:trace>
  <inkml:trace contextRef="#ctx0" brushRef="#br0" timeOffset="138902.04">26176 5397 0,'18'0'15,"-18"-17"1,17 17-16,1 0 16,0 0-16,-1 0 15,-17 17-15,18 19 16,-18-19-16,0 1 0,18 0 16,-18 17-16,0 0 0,0-17 0,0 17 15,0 0-15,0 36 0,0-36 16,0 1-16,0-1 0,0 0 0,-18 0 15,18 1-15,-18-1 0,18-17 16,-35 17-16,17-18 0,1 1 0,-1 17 16,0-17-16,-17-18 0,18 18 0,-1-1 0,-17-17 15,17 0-15</inkml:trace>
  <inkml:trace contextRef="#ctx0" brushRef="#br0" timeOffset="139445.74">25188 5309 0,'0'0'0,"-17"0"0,-1 0 16,18 18-16,-18-18 0,1 0 15,-1 18-15,0-18 0,1 17 16,-1 1-16,1-1 0,17 1 15,-18 0-15,0-1 0,18 1 16,-17 17-16,17-17 0,0 17 0,-18 1 0,18-1 16,0 0-16,0 0 0,0 1 15,0-1-15,35 0 0,-35-17 0,18 17 16,-18 0-16,35-17 0,-17 17 0,17-17 16,-17 17-16,-1-17 0,1-1 0,17 1 15,-17 0-15</inkml:trace>
  <inkml:trace contextRef="#ctx0" brushRef="#br0" timeOffset="141488.31">26741 5627 0,'-18'17'46,"18"1"-30,0 17-16,0-17 16,0 0-16,0-1 0,0 19 15,0-19-15,0 1 0,0-1 16,0 1-16,0 0 0,0-1 0,0 1 16,0 0-16,0-1 0,0 1 0,0 0 15,0-1-15,-18 1 0,18-1 16</inkml:trace>
  <inkml:trace contextRef="#ctx0" brushRef="#br0" timeOffset="141836.34">26758 5592 0,'0'0'0,"18"-18"0,-1 18 16,1 0-16,0 0 15,-1 0-15,1 0 0,0 0 16,-1 35-16,1-17 15,-18-1 1,0 1-16,0 0 0,0-1 16,-18 1-16,18 0 15,-35-18-15,35 17 16,-18-17-16,-17 0 0,35 18 16,-18-18-16,1 0 0,-1 0 15</inkml:trace>
  <inkml:trace contextRef="#ctx0" brushRef="#br0" timeOffset="142458.29">27058 5468 0,'0'-18'16,"0"1"0,35 17-1,-17 0-15,0 0 16,-1 0-16,1 0 0,0 0 0,-1 0 15,-17 17 1,0 1 0,0 0-16,-17-18 15,17 17-15,-18 1 16,0-18 0,1 0-1,17-18 16,0 1-31,35-1 16,-35 0-16,18 18 16,-18-17-16,17 17 0,1 0 15,-18-18-15,17 0 0,1 18 16,-18 18 31,-18-18-47,18 18 15,-17-1-15,17 1 16,-18 0-16,18-1 0,0 1 16,0 0-16,0-1 15,18-17 1,-18 18-16,17-18 16,1 0-16,0 0 15,-1 0-15,1 0 0,0 0 0</inkml:trace>
  <inkml:trace contextRef="#ctx0" brushRef="#br0" timeOffset="142648.34">27481 5468 0,'0'18'31,"18"-18"-31,0 0 16,-1 0-1</inkml:trace>
  <inkml:trace contextRef="#ctx0" brushRef="#br0" timeOffset="142894.28">27675 5362 0,'0'18'47,"0"-1"-47,0 19 15,0-19-15,0 1 0,0 0 16,0-1-16,0 1 0,0 0 0,0-1 16,0 1-16,0 0 0</inkml:trace>
  <inkml:trace contextRef="#ctx0" brushRef="#br0" timeOffset="143681.47">28152 5750 0,'0'-17'16,"0"-1"-16,0 0 15,0 1 1,0-1-1,-36 18-15,19 0 16,-1 0 0,0 0-16,1 0 0,-1 0 15,1 0-15,17 18 0,-18-18 0,0 0 16,1 17-16,-1-17 0,0 18 0,1 17 16,-1-17-1,18 0-15,0-1 16,0 1-16,35-18 15,-17 0-15,0 0 16,17 0-16,-17 0 16,-1-35-16,1 35 0,-1-18 15,1 18-15,-18-18 0,18 18 16,-1 0-16,-17-17 0,18 17 16,-18-18-16,18 18 0,-18-18 15,17 18 1,-17 36-1,0-19 1,0 19-16,0-19 0,0 1 16,0-1-16,0 1 0,0 17 0,0-17 15,0 0-15,0 17 0,0-17 0,0 17 16,0-18-16,0 19 0,0-19 0,0 1 16,0 0-16,0-1 15,0 1-15,0-53 31,0-1-15,36 19-16,-19-1 16,-17 0-16,18 1 15,-18-18-15,17 17 0,-17 0 0,18 1 16,-18-1-16,18 0 0,-1 1 16,-17-1-16</inkml:trace>
  <inkml:trace contextRef="#ctx0" brushRef="#br0" timeOffset="144209.97">28363 5309 0,'0'18'16,"-17"0"-1,17-1-15,0 1 16,0-1-16,0 1 0,0 0 16,0-1-16,0 1 0,0 0 15,0-1-15,17-17 63,-17-17-63,0-1 15,0 0-15,18 1 16,-18-1 0,18 18-16,-18-18 0,17 18 15,1 0 1,0 0-1,-18 18 1,17 17-16,-17-17 16,18 0-16,-18-1 15,0 1 1,0 0-16,0-1 16,0 1-16,-18-18 15</inkml:trace>
  <inkml:trace contextRef="#ctx0" brushRef="#br0" timeOffset="144397.37">28646 5486 0,'17'0'31,"1"0"-15,-1 0-16,1 0 15</inkml:trace>
  <inkml:trace contextRef="#ctx0" brushRef="#br0" timeOffset="144942.34">28822 5415 0,'0'-18'16,"18"18"-1,-18-17-15,17 17 16,1 0-16,-18-18 15,35 18-15,-17 0 0,-1 0 16,1 0 0,-18 18-1,0 17-15,0-17 16,0-1-16,0 1 16,0 0-16,-18-18 0,18 17 15,-35-17-15,35-17 63,18 17-63,-18-18 0,17 0 15,-17 1-15,18-1 16,0 18-16,-18-18 0,17 18 16,-17-17-16,18 17 0,-18-18 15,0 1 1,0 52 15,0-18-31,0 1 16,0 0-16,0-1 15,0 1-15,0 0 0,0-1 16,0 1-16,18-18 16,17 0-16,-17 0 15</inkml:trace>
  <inkml:trace contextRef="#ctx0" brushRef="#br0" timeOffset="149664.34">22437 6615 0,'-18'0'15,"53"0"16,1 0-31,-19 0 0,1 0 16,-1-18-16,19 18 0,-19 0 16,1 0-16,0 0 15,-1 0-15,1 0 0</inkml:trace>
  <inkml:trace contextRef="#ctx0" brushRef="#br0" timeOffset="149869.6">22525 6685 0,'0'0'0,"17"18"31,1-18-31,0 0 16,-1 0-16,1 0 0,0 0 0,-1 0 15,1 0-15,0 0 0,17 0 0,-17 0 16,-1 0-16</inkml:trace>
  <inkml:trace contextRef="#ctx0" brushRef="#br0" timeOffset="150589.62">23160 6526 0,'0'-17'0,"0"-1"32,-18 18-32,18 35 31,0-17-31,0 0 16,0 17-16,0-17 15,0-1-15,0 1 0,0-1 16,18-17-16,-18 18 0,17-18 15,-17-18 17,0 1-17,0-1-15,18 18 0,-18-35 16,18 17-16,-18 1 0,17-1 16,-17 0-16,18 18 0,-18-17 0,18 17 15,-18-18-15,17 18 0,-17-18 16,18 18-16,0 0 15,-18 36 1,17-19 0,-17 1-16,18 0 15,-18-1-15,18 1 16,-18 0 0,17-18-16,1 0 0,-18 17 15,17-17-15,1 0 0,0 0 0,-1 0 16,1 0-16,0 0 0,-1 0 0,1 0 15,17-17-15,-17 17 0,-1 0 0,-17-18 16,18 18-16,0-18 0,-1 1 16,-17-1-16,0 0 15,0 1-15,0-1 16,0 36 31,0-1-32,0 19-15,0-19 0,0 1 16,0 0-16,0-1 0,0 1 0,0 17 16,0-17-16,0-1 0,18 1 0,-18 0 15,0-1-15,0 1 0,0 0 0,0-1 16,0 1-16,0 0 16</inkml:trace>
  <inkml:trace contextRef="#ctx0" brushRef="#br0" timeOffset="150889.56">23636 6526 0,'0'0'16,"0"-17"-16,0-1 15,35 0-15,-17 18 16,-18-17-16,35 17 0,-35-18 0,18 18 15,17 0-15,-17-17 0,-1 17 0,1 0 16,0 0-16,-1 0 0,19 0 16,-19 0-16,1 0 0,0 17 15,-1-17-15,-17 18 0,18-18 0,-18 35 16,18-17-16,-18-1 0,0 1 0,0 0 16,0-1-16,0 1 0,-18 0 15,-17-1-15,-1 1 16,19-18-16,-1 17 0,0-17 15,1 0-15,-1 18 0,0-18 16,1 0 0</inkml:trace>
  <inkml:trace contextRef="#ctx0" brushRef="#br0" timeOffset="151601.49">23142 6932 0,'0'18'0,"18"-18"16,17 0-1,-17 0-15,17 0 0,0 0 0,1 0 16,-1 0-16,0 0 0,18 0 16,0-18-16,-18 18 0,18 0 0,0 0 0,0 0 15,-18-18-15,1 18 0,16 0 0,-16 0 16,-1 0-16,-17 0 0,-1 0 0,1 0 16,0 0-16,-1 0 0,-52 0 31,0 0-31,17 18 15</inkml:trace>
  <inkml:trace contextRef="#ctx0" brushRef="#br0" timeOffset="151817.79">23230 7038 0,'0'0'0,"0"18"0,36-18 16,-19 0 0,19 0-16,-19 0 0,19 0 15,-1-18-15,0 18 0,0 0 0,1 0 16,-1-18-16,0 18 0,0 0 16,1 0-16,-1 0 0,-17 0 0,-1 0 15</inkml:trace>
  <inkml:trace contextRef="#ctx0" brushRef="#br0" timeOffset="153937.27">5644 7602 0,'0'-17'15,"0"52"32,0-17-47,0-1 16,0 1-16,0 0 0,0 17 15,0-18-15,0 1 0,0 17 0,-17-17 16,17 0-16,0 17 0,-18-17 0,18-1 16,0 1-16,-17-1 0,17 1 0,0 0 15,-18-1-15,0 1 16,18-36 31,36 18-47,-36-35 0,17 35 15,1 0-15,-18-18 0,17 18 16,1 0 0,0 0-1,-1 0-15,1 0 16,0 0-16,-1 18 0,1-18 15,0 0-15,-18 18 0,17-18 0,1 0 16,-1 0-16,-17 17 0,18-17 16,0 0-16,-1 0 15</inkml:trace>
  <inkml:trace contextRef="#ctx0" brushRef="#br0" timeOffset="154124.65">5715 7832 0,'18'0'31,"-1"0"-15,19 0-16,-19 0 15,1 0-15</inkml:trace>
  <inkml:trace contextRef="#ctx0" brushRef="#br0" timeOffset="154342.97">5715 7673 0,'0'-18'31,"18"18"-15,-18-17 0,35 17-16,-17 0 15,17 0-15,-35-18 0,17 18 16,1 0-16,0 0 0</inkml:trace>
  <inkml:trace contextRef="#ctx0" brushRef="#br0" timeOffset="154668.65">6209 7514 0,'0'-17'15,"-18"17"-15,18-18 16,-17 18 0,-1 0-1,0 0 1,1 35-16,-1-35 0,0 18 0,1-1 16,-1 1-16,0 17 0,1-17 0,-1 0 15,1 17-15,-1 0 0,18-17 16,-18 17-16,18-17 0,0-1 0,0 19 15,0-19-15,0 1 0,0 17 0,0-17 16,18-1-16,-18 1 0,35-18 0,-35 18 16,18-1-16,-18 1 0,35-18 0,-17 0 15,-1 18-15,1-18 0,0 0 16,-1 0-16,1 0 0</inkml:trace>
  <inkml:trace contextRef="#ctx0" brushRef="#br0" timeOffset="154912.94">6244 7708 0,'0'0'0,"-17"0"16,52 0 15,-35 18-15,17-18-16,-17 35 0,36-35 0,-19 18 15,1-1-15,0 1 0,-1 0 0,1-18 16,-18 17-16,18 1 0,-1 0 16,-17-1-16,18-17 0,-18 18 0,17-18 0,-17 17 15,18 1-15</inkml:trace>
  <inkml:trace contextRef="#ctx0" brushRef="#br0" timeOffset="155168.31">6456 7655 0,'-18'0'16,"1"0"-16,17 18 15,-18-18-15,18 18 0,-18 17 16,18-18-16,-17 1 0,17 0 15,0-1-15,0 1 0,0 0 0,-18-1 16,18 1-16,0 0 16,0 17-16,-18-18 15,18 1-15</inkml:trace>
  <inkml:trace contextRef="#ctx0" brushRef="#br0" timeOffset="155578.77">6667 7602 0,'0'-17'0,"-17"17"0,17-18 15,35 18 1,-35-18-16,18 18 16,-1 0-16,1 0 15,0 0-15,-18 18 16,17-18-16,-17 18 16,0-1-16,0 19 15,0-19-15,-35-17 16,35 18-16,-18-18 0,18 18 15,-17-18-15,17 17 0,-18-17 16,18 18-16,35-18 47,-17 0-31,0 0-16,-1 0 15,1 0-15,0-18 0</inkml:trace>
  <inkml:trace contextRef="#ctx0" brushRef="#br0" timeOffset="155893.18">6914 7479 0,'-17'0'0,"17"18"31,0-1-31,17 1 16,-17-1-16,0 1 0,36 0 15,-36 17-15,17-17 0,-17-1 16,18 19-16,-18-19 0,18 18 0,-18-17 16,0 17-16,17-17 0,-17 0 0,0 17 15,0-17-15,0-1 0,0 1 0,0-1 16,0 1-16,-17-18 0,17 18 0,0-1 15,-36-17-15,36 18 0,-17-18 16,-1 18-16</inkml:trace>
  <inkml:trace contextRef="#ctx0" brushRef="#br0" timeOffset="156126.04">7302 7867 0,'0'0'0,"-17"0"0,34 0 31,19 0-31,-19 0 15,1 0-15,0 0 16</inkml:trace>
  <inkml:trace contextRef="#ctx0" brushRef="#br0" timeOffset="156285.34">7302 7955 0,'0'0'0,"18"0"47,17 0-47,1 0 15,-19-18-15,1 18 0</inkml:trace>
  <inkml:trace contextRef="#ctx0" brushRef="#br0" timeOffset="162958.31">8167 7479 0,'0'0'0,"0"-18"16,0 1-1,0-1 1,0 36 62,0 17-78,-18-17 0,18-1 16,0 1-16,-17-1 0,17 19 0,0-19 15,0 1-15,0 0 0,-18 17 0,18-17 16,0-1-16,0 1 0,-18-1 0,18 1 15,0 0-15,0-1 0,-17-17 16,17 18-16,0 0 0,-18-18 16,18-18 31,0 0-47,35 18 15,-35-17-15,18-1 0,0 0 16,-1 18-1,1 0 1,-1 0-16,-17 18 16,18-18-16,-18 18 0,18-18 15,-18 17-15,17-17 0,-17 18 16,18-18-16,0 18 0,-1-18 16,1 0-16,0 0 15</inkml:trace>
  <inkml:trace contextRef="#ctx0" brushRef="#br0" timeOffset="163186.71">8202 7673 0,'0'0'0,"35"0"47,-17 0-47,0 0 16,-18-18-16,17 18 0,1-17 16</inkml:trace>
  <inkml:trace contextRef="#ctx0" brushRef="#br0" timeOffset="163416.56">8202 7426 0,'18'0'31,"17"0"-15,-17 0-16,-1 0 15,1 0-15,0 0 16,-1 0-16</inkml:trace>
  <inkml:trace contextRef="#ctx0" brushRef="#br0" timeOffset="163761.44">8731 7302 0,'0'0'16,"0"-17"-16,0-1 15,-17 18 16,17 18-15,-18-1-16,-17-17 16,35 36-16,-36 17 0,19-36 15,17 1-15,-18 17 0,0-17 0,1 0 16,17 17-16,-18-18 0,18 19 0,-17-19 16,17 1-16,0 0 0,0-1 15,0 1-15,0 0 0,0-1 0,0 1 16,0-1-16,17 1 0,1 0 0,17-1 15,-17-17-15,-1 0 16,1 0-16,-18 18 0,18-18 16,-1 0-16</inkml:trace>
  <inkml:trace contextRef="#ctx0" brushRef="#br0" timeOffset="164154.01">8802 7461 0,'0'-17'0,"-18"17"0,18-18 32,0 53-1,18-17-31,-18 0 16,17-18-16,19 88 31,-36-71-31,0 1 0,17-18 15,19 53 17</inkml:trace>
  <inkml:trace contextRef="#ctx0" brushRef="#br0" timeOffset="164464.31">8943 7426 0,'-18'0'0,"1"0"31,17 18-15,-18 17-16,18-17 16,0-1-16,-18 1 0,18-1 0,0 1 15,-17 0-15,17-1 0,0 1 0,0 0 16,0-1-16,-18 1 0,18 0 16,-18-1-16,18 1 15,-17-18-15,17 17 0</inkml:trace>
  <inkml:trace contextRef="#ctx0" brushRef="#br0" timeOffset="164878.69">9296 7391 0,'-18'0'0,"0"0"16,1 0-1,-1 35-15,0-17 16,1-1-16,17 1 16,-18 0-16,18-1 0,-17 1 0,-1 17 15,18-17-15,-18 17 16,18-17-16,0-1 0,0 1 16,0 0-16,0-1 0,0 1 0,0-1 15,0 1-15,18-18 0,-18 18 16,18-1-16,-1 1 15,1-18-15,-1 0 16,1 0-16</inkml:trace>
  <inkml:trace contextRef="#ctx0" brushRef="#br0" timeOffset="167388.25">9402 7549 0,'0'-17'47,"17"17"-16,1 0-15,-18 35-16,17-35 0,-17 18 16,18-18-16,0 17 0,-1 1 15,-17 0-15,18-18 0,-18 17 0,18 1 16,-18 0-16,17-18 0,-17 17 15,18 1-15,0-18 32</inkml:trace>
  <inkml:trace contextRef="#ctx0" brushRef="#br0" timeOffset="167691.78">9578 7549 0,'-18'0'16,"1"18"15,17 0-31,-18-18 15,18 35-15,0-17 0,-18-18 16,18 17-16,-17 1 0,17 0 0,-18-18 16,18 17-16,-18 1 0,18-1 15,-17 1-15,-1-18 16,18 18-16</inkml:trace>
  <inkml:trace contextRef="#ctx0" brushRef="#br0" timeOffset="167907.21">9772 7620 0,'18'0'16,"-1"0"0,1 0-16,-1 0 15,1 0-15</inkml:trace>
  <inkml:trace contextRef="#ctx0" brushRef="#br0" timeOffset="168168.75">9931 7497 0,'-18'0'0,"18"17"31,0 1-31,0-1 15,0 1-15,0 0 16,0-1-16,0 1 16,0 0-16,0-1 15,0 1-15</inkml:trace>
  <inkml:trace contextRef="#ctx0" brushRef="#br0" timeOffset="168509.97">10054 7320 0,'0'0'15,"35"0"17,-35 35-32,18-35 0,-18 18 15,18-18-15,-18 18 0,17-1 0,1 1 16,0 0-16,-18-1 16,0 1-16,17 17 0,-17-17 0,0-1 15,0 1-15,18 0 0,-18-1 0,0 19 16,0-19-16,0 1 0,0 0 0,0-1 15,0 1-15,-35-1 16,35 1-16,-36-18 0,19 18 16</inkml:trace>
  <inkml:trace contextRef="#ctx0" brushRef="#br0" timeOffset="168848.84">10354 7532 0,'0'17'0,"18"-17"31,17 0-15,-17 0-16,-1 0 0,1 0 0,-1 0 15,1 0-15,0 0 0,-18-17 16,17 17-16,1 0 0,0 0 15</inkml:trace>
  <inkml:trace contextRef="#ctx0" brushRef="#br0" timeOffset="169122.17">10460 7426 0,'0'18'15,"0"-1"1,0 1-16,0 0 16,0-1-16,0 1 0,0-1 15,0 1-15,0 0 0,0-1 16,17 1-16,-17 0 15,0-1-15,0 1 16</inkml:trace>
  <inkml:trace contextRef="#ctx0" brushRef="#br0" timeOffset="169421.27">10848 7426 0,'18'18'31,"-18"-1"-15,17-17-16,-17 18 0,18-18 15,-18 18-15,17-1 0,-17 1 0,18-1 16,-18 1-16,0 0 16,18-18-16,-18 17 0,0 1 15,17-18-15,-17 18 16</inkml:trace>
  <inkml:trace contextRef="#ctx0" brushRef="#br0" timeOffset="169680.31">10971 7426 0,'0'0'16,"-17"0"-16,-1 35 15,0-17 1,18 0-16,-17-1 15,17 1-15,-18-1 0,18 1 16,-17 0-16,17-1 0,-18 1 16,18 0-16,0-1 15,-18-17-15,18 18 0,0 0 16,-17-18-16</inkml:trace>
  <inkml:trace contextRef="#ctx0" brushRef="#br0" timeOffset="170000.27">11007 7338 0,'17'0'15,"-17"-18"-15,18 18 0,0 0 16,-1 0-16,1 0 16,-1 18-16,1 17 15,0-35-15,-1 35 16,-17-17-16,18 0 0,0-1 0,-18 1 16,17 0-16,-17 17 0,18-18 0,-18 1 15,0 0-15,0-1 0,0 1 0,0 0 16,0-1-16,0 1 0,-18 0 0,18-1 15,-35 1-15,17-18 16</inkml:trace>
  <inkml:trace contextRef="#ctx0" brushRef="#br0" timeOffset="170272.43">11730 7532 0,'-18'0'0,"18"17"15,18-17 1,17 0-1,-17 0-15,17 0 16,-17 0-16,-1 0 16</inkml:trace>
  <inkml:trace contextRef="#ctx0" brushRef="#br0" timeOffset="170441.31">11677 7673 0,'0'0'0,"0"18"16,-18-18-16,54 0 15,-19 0 1,18 0-16,-17 0 16,0-18-16,-1 18 0</inkml:trace>
  <inkml:trace contextRef="#ctx0" brushRef="#br0" timeOffset="170896.57">12312 7320 0,'0'0'15,"0"18"-15,-18-18 0,18 17 16,-17-17-16,17 36 0,0-19 16,0 1-16,-18 0 0,18-1 0,0 1 15,0 0-15,-18-1 0,18 1 0,0-1 16,0 1-16,-17 0 0,17-1 16,0 1-16,-18-18 0,18 18 0,0-1 15,-18-17 1,18-17 15,36 17-31,-36-18 16,17 18-16,-17-18 0,0 1 15,18 17-15,0 0 16,-1 0 0,1 0-1,-18 17-15,18-17 0,-1 0 16,-17 18-16,18-18 0,-1 18 15,1-18-15,0 0 16,17 0 0,-17 0-16,-1 0 0</inkml:trace>
  <inkml:trace contextRef="#ctx0" brushRef="#br0" timeOffset="171108.37">12347 7461 0,'0'18'0,"18"-18"47,-1 0-31,19 0-16,-19-18 15</inkml:trace>
  <inkml:trace contextRef="#ctx0" brushRef="#br0" timeOffset="171332.65">12312 7250 0,'0'0'0,"18"0"31,-1 0-15,18 0-16,-17 0 15,0 0-15,-1 0 0,1 0 0,0 0 16</inkml:trace>
  <inkml:trace contextRef="#ctx0" brushRef="#br0" timeOffset="171616.23">12771 7179 0,'-18'0'0,"36"0"0,-54 0 15,36 35-15,-17-35 0,-1 18 16,0-18-16,18 18 0,-17-1 0,17 1 16,-18-1-16,18 1 0,-18 0 0,1 17 15,17-17-15,0-1 0,-18 1 0,18 17 16,-17-17-16,17 0 0,0-1 0,0 1 16,0-1-16,0 1 0,0 0 0,0-1 15,0 1-15,0 0 0,17-18 16,-17 17-16,18-17 0,17 0 15,-17 0-15,-1 0 0</inkml:trace>
  <inkml:trace contextRef="#ctx0" brushRef="#br0" timeOffset="171862.44">12771 7355 0,'0'0'0,"0"18"16,0 0-1,0-1-15,0 1 0,17-18 16,-17 18-16,0-1 0,0 1 16,18 0-16,-18-1 0,17 1 15,-17-1-15,18 1 0,-18 0 16,0-1-16,18-17 15</inkml:trace>
  <inkml:trace contextRef="#ctx0" brushRef="#br0" timeOffset="172105.51">12894 7355 0,'-18'36'16,"1"-19"-16,-1 1 15,0 17-15,1-17 16,-1 0-16,18-1 0,-17 1 16,17-1-16,-18-17 0,18 18 0,0 0 15,-18-1-15,1 1 0,17 0 16,-18-18-1</inkml:trace>
  <inkml:trace contextRef="#ctx0" brushRef="#br0" timeOffset="172939.56">13282 7232 0,'-18'0'16,"1"18"31,17-1-47,-18-17 15,18 35-15,0-17 0,-17 0 0,17-1 16,-18 1-16,18 0 0,-18-1 0,18 1 15,0 0-15,-17-1 0,17 1 0,0 0 16,0-1-16,0 1 0,0-1 0,0 1 16,0 0-16,17-1 0,-17 1 15,18-18-15,-18 18 0,35-1 16,-17-17 0,-1 0-16</inkml:trace>
  <inkml:trace contextRef="#ctx0" brushRef="#br0" timeOffset="173197.93">13406 7373 0,'0'35'31,"17"-35"-31,-17 18 16,18 0-16,-18-1 0,17-17 16,-17 18-16,18 0 0,-18-1 15,18 1-15,-1-1 0,-17 1 16,18-18-16,-18 18 0,18-1 16,-18 1-1</inkml:trace>
  <inkml:trace contextRef="#ctx0" brushRef="#br0" timeOffset="173444.44">13564 7391 0,'0'0'0,"0"17"16,-17-17-16,-1 18 15,0 0-15,18-1 0,-17 1 16,17 0-16,-18-1 0,18 1 16,-18-1-16,18 1 0,-17 0 15,17-1-15,-18 1 0,18 0 16,0-1 0,-17-17-16</inkml:trace>
  <inkml:trace contextRef="#ctx0" brushRef="#br0" timeOffset="173645.23">13723 7514 0,'18'0'16,"-1"-17"-1,1 17 1,0 0-16,-1 0 0,1 0 16,0 0-16,-1-18 15</inkml:trace>
  <inkml:trace contextRef="#ctx0" brushRef="#br0" timeOffset="173890.34">13952 7373 0,'0'35'31,"-17"-35"-15,17 18-16,0 0 15,-18-1-15,18 1 0,0 0 16,0-1-16,0 1 15,0-1-15,0 1 0,0 0 16,-18-18-16,18 17 16</inkml:trace>
  <inkml:trace contextRef="#ctx0" brushRef="#br0" timeOffset="174154.41">14111 7250 0,'0'35'16,"0"-18"-1,18-17-15,-18 18 0,0 0 16,0-1-16,17-17 0,-17 18 0,0 0 15,0-1-15,18 1 0,-18 0 16,0-1-16,0 1 0,0 0 0,0-1 16,0 1-16,-35-18 0,35 17 15</inkml:trace>
  <inkml:trace contextRef="#ctx0" brushRef="#br0" timeOffset="174470.19">14270 7091 0,'0'0'0,"17"0"16,1 0-1,0 0-15,-1 35 16,1 0-16,0-17 0,-1 0 16,-17 17-16,18-17 0,0 17 0,-18 0 15,0-17-15,17 17 0,-17 0 0,0 1 16,0-19-16,0 19 0,0-1 16,-35-18-16,35 19 0,-18-19 0,18 1 15,-35 0-15,35-1 0,-18-17 0,18 18 16,-17-18-16,-1 0 0</inkml:trace>
  <inkml:trace contextRef="#ctx0" brushRef="#br0" timeOffset="174757.37">14693 7479 0,'18'0'15,"17"0"1,-17 0-16,17 0 15,-17 0-15,-1 0 0,1 0 0,0-18 16,-1 18-16,1 0 0,-1 0 16,1 0-16</inkml:trace>
  <inkml:trace contextRef="#ctx0" brushRef="#br0" timeOffset="175024.16">14799 7373 0,'0'0'0,"-18"18"0,18-1 16,0 1-16,0 0 15,0-1-15,0 1 16,0 0-16,0-1 0,0 1 0,18-18 15,-18 17-15,0 1 0,0 0 0,0-1 16,0 1-16,18-18 0,-18 18 16,0-1-16</inkml:trace>
  <inkml:trace contextRef="#ctx0" brushRef="#br0" timeOffset="175372.1">15169 7214 0,'0'18'16,"0"0"-1,0-1-15,0 18 0,0-17 0,-35 0 16,35-1-16,0 1 0,0 17 0,-17-17 15,17 0-15,0 17 16,0-17-16,0-1 0,0 1 16,0-1-16,0 1 15,17-18 17,1 0-32,-1 0 15,1 0-15,0 0 0,-1 0 16,1 0-16,0 0 0,17 0 15,-17 0-15,-1 0 16</inkml:trace>
  <inkml:trace contextRef="#ctx0" brushRef="#br0" timeOffset="175601.24">15134 7391 0,'0'17'0,"0"-34"0,18 34 32,17-17-17,-17 0-15,-1-17 16,1 17-16,-18-18 0,18 18 15</inkml:trace>
  <inkml:trace contextRef="#ctx0" brushRef="#br0" timeOffset="175816.99">15187 7161 0,'0'18'0,"18"-18"15,17 0 1,-17 0-16,-1 0 16,1 0-16,0 0 0,-1 0 15</inkml:trace>
  <inkml:trace contextRef="#ctx0" brushRef="#br0" timeOffset="176090.74">15681 7108 0,'0'0'0,"-18"0"15,1 0-15,17 18 16,-18-18-16,0 0 0,18 18 0,-17-1 15,-1 1-15,18 0 0,0-1 16,-18-17-16,18 18 0,-17 17 0,17-17 16,-18-1-16,18 1 0,-17 0 0,17-1 15,0 1-15,0 0 0,0-1 0,-18 1 16,18 0-16,0-1 0,0 1 16,35 0-16,-17-1 15,-1-17-15,1 0 16,0 0-16</inkml:trace>
  <inkml:trace contextRef="#ctx0" brushRef="#br0" timeOffset="176324.68">15787 7267 0,'0'18'15,"0"-1"1,0 19 0,0-19-16,17 1 15,-17 0-15,0-1 0,0 1 0,0 0 16,18-1-16,-18 1 16,18-18-1</inkml:trace>
  <inkml:trace contextRef="#ctx0" brushRef="#br0" timeOffset="176571.94">15875 7285 0,'-18'0'16,"18"17"-1,-17-17-15,17 18 0,-18 0 16,18-1-16,0 1 0,-18-18 0,18 18 16,0-1-16,-17 1 0,17 0 15,-18-1-15,18 1 0,-17-18 16,17 18-16,-18-1 16</inkml:trace>
  <inkml:trace contextRef="#ctx0" brushRef="#br0" timeOffset="176858.68">16104 7108 0,'0'0'16,"18"0"-16,0 0 16,-18 18-1,17-18-15,-17 18 0,18-1 0,-18 1 0,17 17 16,1-17-16,-18 17 0,0-17 16,18 17-16,-18 0 0,0 1 0,0-1 15,0-17-15,0 17 0,-36 0 0,1 0 16,0 1-16,0-19 0,-1 1 15,1 0-15,17-1 0</inkml:trace>
  <inkml:trace contextRef="#ctx0" brushRef="#br0" timeOffset="178036.34">5574 8784 0,'-18'0'15,"18"-17"-15,0-1 16,-17 18 0,17 35-1,0-17-15,0-1 0,-18 36 16,18-35-16,0 0 0,0 17 16,-18-17-16,18-1 0,0 1 0,-17 17 15,17-17-15,0-1 0,-18-17 0,18 18 16,0 0-16,-18-18 0,18 17 0,0-34 47,18 17-47,-18-18 15,18 18-15,-18-18 16,17 1-16,1 17 0,0 0 31,-1 0-15,-17 17-16,18-17 15,-18 18-15,18-18 0,-1 18 0,1-1 16,-1-17-16,1 0 16,-18 18-16,18-18 0,-1 0 15</inkml:trace>
  <inkml:trace contextRef="#ctx0" brushRef="#br0" timeOffset="178271.76">5609 8961 0,'35'0'47,"-17"0"-47,0 0 15,-1 0-15,1 0 16,0 0 0</inkml:trace>
  <inkml:trace contextRef="#ctx0" brushRef="#br0" timeOffset="178470.79">5627 8802 0,'35'0'32,"-17"0"-32,-1 0 0,1 0 15,0-18-15,17 18 0,-17 0 16,17-17-16,-18 17 0,1 0 0</inkml:trace>
  <inkml:trace contextRef="#ctx0" brushRef="#br0" timeOffset="178765.91">6279 8625 0,'-17'0'15,"-1"0"-15,1 0 16,-1 0-16,0 0 16,1 18-16,17 0 15,-18 17-15,0-17 16,18 17-16,-17-17 0,17-1 16,-18 1-16,18-1 0,-18 19 0,18-19 15,0 1-15,0 17 0,0-17 0,0 0 16,0-1-16,0 1 0,0-1 15,0 1-15,0 0 0,18-1 0,-18 1 16,18 0-16,-1-18 16,-17 17-16,18-17 0</inkml:trace>
  <inkml:trace contextRef="#ctx0" brushRef="#br0" timeOffset="179038.17">6332 8819 0,'0'0'16,"18"18"-1,0 0 1,17 17-1,-17-17-15,-1-18 0,-17 17 16,18 1-16,-18 0 0,17-18 16,-17 17-16,18 1 0</inkml:trace>
  <inkml:trace contextRef="#ctx0" brushRef="#br0" timeOffset="179284.22">6509 8819 0,'-18'0'16,"0"18"-1,18 0-15,-17-1 16,-1 1-16,18 0 0,0-1 15,-17 1-15,-1 0 0,18-1 16,-18-17-16,18 18 0,-17-1 16,-1 1-16,18 0 15</inkml:trace>
  <inkml:trace contextRef="#ctx0" brushRef="#br0" timeOffset="179629.3">6897 8678 0,'-35'0'0,"17"0"16,0 18-16,1-18 16,17 18-16,-18-18 0,0 35 15,18-17-15,0-1 0,-17-17 0,17 18 16,-18-1-16,18 1 0,0 0 0,0-1 16,0 1-16,-18 0 0,18-1 0,0 1 15,0 0-15,0-1 0,0 1 16,0-1-16,36-17 15,-36 18-15,17-18 0,1 0 16,0 0-16</inkml:trace>
  <inkml:trace contextRef="#ctx0" brushRef="#br0" timeOffset="179872.81">6950 8819 0,'-18'0'0,"18"18"31,0 0-31,35-1 16,-35 1-16,18 0 0,-18-1 15,18 1-15,-1 0 16,-17-1-1,18-17-15</inkml:trace>
  <inkml:trace contextRef="#ctx0" brushRef="#br0" timeOffset="180122.07">7073 8784 0,'-17'0'16,"17"18"-16,-18 17 15,18-17 1,0-1-16,-18-17 0,18 18 0,-17 0 16,17-1-16,-18 1 0,18 0 15,-18-1-15,1 1 0,-1-1 16,0 1-16,18 0 15</inkml:trace>
  <inkml:trace contextRef="#ctx0" brushRef="#br0" timeOffset="180317.31">7267 8890 0,'18'0'15,"-1"0"1,1 0-16,0 0 16,-1 0-16,1 0 0,0 0 15</inkml:trace>
  <inkml:trace contextRef="#ctx0" brushRef="#br0" timeOffset="180548.5">7514 8784 0,'0'18'31,"0"-1"-16,0 1-15,0 0 16,0-1-16,0 1 0,-17-18 16,17 18-16,0-1 0,0 1 15,0 0 1</inkml:trace>
  <inkml:trace contextRef="#ctx0" brushRef="#br0" timeOffset="180825.07">7655 8696 0,'0'18'16,"18"-1"-1,-18 1-15,18-18 16,-18 35-16,17-35 0,-17 18 16,0-1-16,18 1 0,-18 0 0,0-1 0,0 1 15,0 0-15,0-1 0,0 19 16,0-19-16,0 1 0,-18-18 16,18 17-16,-17 1 0,-1-18 15,18 18-15,-18-18 0</inkml:trace>
  <inkml:trace contextRef="#ctx0" brushRef="#br0" timeOffset="181149.29">7955 8590 0,'18'0'31,"-18"18"-31,17-18 0,-17 17 0,18 1 16,0 0-16,-18-1 0,17 1 0,1 0 16,0 17-16,-18-17 0,17 17 0,1-18 15,-18 19-15,0-19 0,18 19 0,-18-19 16,0 36-16,0-18 15,-36-17-15,36 0 0,-17-1 0,17 1 16,-53 0-16,35-1 0,0-17 0,18 18 16,-17-18-16,17 18 0,-18-18 0,0 0 15</inkml:trace>
  <inkml:trace contextRef="#ctx0" brushRef="#br0" timeOffset="181440.4">8537 8837 0,'0'18'0,"35"-18"47,-17 0-47,0 0 16,-1 0-16,1 0 16,0 0-16</inkml:trace>
  <inkml:trace contextRef="#ctx0" brushRef="#br0" timeOffset="181619.96">8502 8978 0,'0'18'0,"18"-18"31,-1 0-31,18 0 15,-35-18-15,18 18 0</inkml:trace>
  <inkml:trace contextRef="#ctx0" brushRef="#br0" timeOffset="183082.17">9472 8572 0,'0'0'0,"0"-17"15,18 17-15,-18-18 16,17 18-1,-17-17-15,-17 52 47,-19-18-31,19 1-16,-1 0 0,-17-1 0,17 1 16,1 0-16,-19-1 0,19 1 0,-1 0 15,-17-1-15,17 1 0,0 0 0,1-1 16,-1-17-16,1 18 0,-1-18 15,18 17-15,-18-17 0,18 18 32,36-18-32,-1 0 15,-18 0 1,1 0-16,0 0 0,-1 0 0,1 0 16,0 0-16,-1 0 0,1 0 0,0 0 15,-1 0-15,1 0 0,0 0 16,-18 18-16,0-1 15,0 1 1,-18-18-16,18 18 0,-18-18 16,18 17-16,-35-17 0,35 18 0,-35-18 15,17 18-15,0-1 0,1 1 16,-1-18-16,0 0 0,1 17 0,-1-17 16,1 18-16,-1-18 0,0 18 15,18-1 1,-17-17-16,17 18 0,35 0 31,-17-18-31,17 17 16,-18-17-16,1 0 0,17 0 0,-17 0 15,17 0-15,1 0 0,-19 18 0,19-18 16,-1 0-16,0 0 0,0 0 0,-17 0 16,17 0-16,-17 0 0,0 0 0,17 0 15,-18 0-15,1 0 0</inkml:trace>
  <inkml:trace contextRef="#ctx0" brushRef="#br0" timeOffset="183764.23">9754 8837 0,'-17'0'16,"17"-18"-16,0 1 16,35 17-1,-17-18-15,-1 1 16,1-1-16,-1 18 0,1 0 16,0 0-16,-1 0 15,1 35 1,-18-17-16,0 17 15,0-17-15,0-1 0,0 1 0,0 0 16,0-1-16,-35-17 0,35 18 0,0 0 16,-18-18-16,18 17 15,-18-17-15,18-17 32,0-1-17,18 18-15,-18-18 0,18 1 0,-18-1 16,17 0-16,19 1 0,-36-1 15,17 0-15,1 18 0,-18-17 16,18-1-16,-1 1 0,-17 34 47,0 1-47,0-1 16,-17-17-16,17 36 0,0-19 15,0 1-15,-18-18 0,18 18 0,0-1 16,0 1-16,-18-18 15,18 18-15,0-1 16,36-17-16,-19 0 16</inkml:trace>
  <inkml:trace contextRef="#ctx0" brushRef="#br0" timeOffset="184038.3">10513 8572 0,'0'0'0,"-18"0"15,-17 0 1,17 18-16,1 0 16,-1 17-16,18-17 15,0-1-15,-18 1 0,18 0 16,-17-1-16,17 1 0,0 0 0,0-1 15,-18 1-15,18-1 0,0 1 0,0 0 16,0-1-16,0 1 0,0 0 16,0-1-16,18 1 0,17 0 15,-17-18 1</inkml:trace>
  <inkml:trace contextRef="#ctx0" brushRef="#br0" timeOffset="184524.26">10583 8784 0,'0'0'15,"0"-17"-15,0-1 16,36 18-16,-19 0 16,-17-18-16,18 18 0,0 0 15,-1 0-15,1 18 16,-1 17-16,-17-17 15,18-18-15,-18 17 0,0 1 0,0 0 16,0-1-16,0 1 0,0 0 16,-35-1-16,35 1 15,-18-18-15,18 18 0,-17-18 16,17-18 15,0 0-31,17 18 16,-17-17-16,18 17 0,-18-36 0,35 19 15,-17-1-15,-18 0 0,17 18 16,1-17-16,-18-1 0,18 18 0,-18-17 16,17-1-16,-17 0 15,18 18 17,-18 18-32,0 17 0,-35 0 15,35-17 1,-18 0-16,18-1 0,0 1 15,0 0-15,-18-18 0,18 17 16,0 1-16,0 0 16,36-18-1</inkml:trace>
  <inkml:trace contextRef="#ctx0" brushRef="#br0" timeOffset="184714.22">11007 8855 0,'0'17'47,"35"-17"-47,-17 0 15,-1 0-15</inkml:trace>
  <inkml:trace contextRef="#ctx0" brushRef="#br0" timeOffset="184925.99">11236 8749 0,'0'0'16,"0"35"-16,-18-35 15,18 18-15,0-1 0,-17-17 16,17 18-16,0 0 0,0-1 16,0 1-16,-18-18 0,18 18 15,0-1-15</inkml:trace>
  <inkml:trace contextRef="#ctx0" brushRef="#br0" timeOffset="185213.01">11289 8661 0,'18'0'16,"-1"17"-1,1 1-15,-1 0 16,1-1-16,0 1 0,-18 0 16,17-1-16,-17 1 0,18-1 15,-18 19-15,0-19 0,18 1 0,-18 0 16,0-1-16,0 1 0,0 0 0,0-1 16,0 1-16,0-1 0,-18 1 0,-17 0 15,17-18 1</inkml:trace>
  <inkml:trace contextRef="#ctx0" brushRef="#br0" timeOffset="185673.26">11783 8555 0,'0'17'15,"0"1"1,0 17-16,0-17 16,0 0-16,0-1 15,0 1-15,0 0 0,0-1 16,0 1-1,0-53 17,0 17-17,17 0 1,-17 1-16,0-1 0,18 0 16,0 1-16,-18-1 0,0 0 15,17 1-15,1 17 0,-18-18 16,18 18-16,-1 0 15,-17 35 1,18-35-16,-18 18 0,0 0 16,18-1-16,-18 1 0,0 0 15,0-1-15,0 1 0,0 0 0,0-1 16,0 1-16,0 0 0,0-1 0</inkml:trace>
  <inkml:trace contextRef="#ctx0" brushRef="#br0" timeOffset="186161.37">11712 9013 0,'0'-17'15,"35"17"1,-35-18-16,18 18 15,0 0-15,-1 0 16,1 0 0,-18 18-16,0-1 15,0 1-15,0 0 16,-18-1-16,18 1 16,-17 0-16,17-54 46,17 36-30,1-17-16,-18-1 16,18 18-16,-18-18 0,17 18 0,-17-17 15,18 17-15,0-18 0,-18 36 63,0-1-63,-18 1 15,18 0-15,0-1 16,0 1-16,0 0 16,35-18-1,-17 0-15,17 0 16</inkml:trace>
  <inkml:trace contextRef="#ctx0" brushRef="#br0" timeOffset="186453.9">12206 8572 0,'0'36'0,"18"-19"15,-18 1-15,0 0 16,0-1-16,17 1 0,-17 17 0,18-17 16,-18 17-16,0-17 0,0 17 0,18-17 15,-18 17-15,0 0 0,0-17 16,0 17-16,0-17 0,-36 17 0,36-17 16,-35-1-16,35 1 0,-18 0 0,1-1 15,-1-17-15,1 0 0,-1 18 0</inkml:trace>
  <inkml:trace contextRef="#ctx0" brushRef="#br0" timeOffset="186745.57">11642 8537 0,'0'0'0,"0"18"16,-18-18-16,18 17 0,-18 1 15,18 0-15,0-1 0,0 1 0,0 17 16,0-17-16,0 0 0,0 17 0,0-17 16,0 17-16,18-18 0,-18 19 0,0-1 15,35-17-15,-35 17 0,36-17 16,-36 17-16,17-18 0,1 1 0,-1 17 15,1-17-15,0 0 0,-1-1 0,1-17 16,0 18-16,-1-18 0</inkml:trace>
  <inkml:trace contextRef="#ctx0" brushRef="#br0" timeOffset="187032.24">12594 8767 0,'0'0'0,"0"17"0,-17 1 16,17-1-16,0 1 0,-18 0 15,18-1-15,0 19 0,0-19 0,-18 1 16,18 0-16,0 17 0,0-18 0,0 1 15,0 0-15,0 17 0,0-17 0,0-1 16,0 1-16,0 0 16,0-1-16,0 1 0,-17-18 0</inkml:trace>
  <inkml:trace contextRef="#ctx0" brushRef="#br0" timeOffset="187301.97">12559 8714 0,'18'0'0,"-1"0"0,1 0 16,-1 0-16,1 0 15,-18 17-15,18-17 0,-18 18 16,17-18-16,-17 35 0,18-17 0,-18-1 15,0 1-15,0 0 0,0-1 16,0 1-16,0 0 0,-18-1 0,18 1 16,-35-18-16,35 18 0,-18-18 15,-17 17-15,18-17 16,-1 0-16</inkml:trace>
  <inkml:trace contextRef="#ctx0" brushRef="#br0" timeOffset="187809.31">12876 8537 0,'0'-17'0,"18"17"16,0 0-1,-1 0-15,1 0 16,-18 17-16,18-17 0,-18 18 16,0 17-16,0-17 0,0-1 15,0 1-15,0 0 0,0-1 16,-18-17-16,18 18 0,-18-18 16,18 18-16,-17-18 0,17-18 46,0-17-46,0 17 16,17 0-16,-17 1 16,0-1-16,36 18 0,-36-18 15,0 1-15,17-1 0,-17 1 16,18 17-16,-1-18 16,-17 53-1,0-17 1,-17 17-16,17-17 15,0-1-15,0 1 0,0 0 16,-18-1-16,18 1 0,0 0 0,0-1 0,0 1 16,0 0-16,0-1 15,18-17 1,-18 18-16,17-18 0,19 0 16,-19 0-16</inkml:trace>
  <inkml:trace contextRef="#ctx0" brushRef="#br0" timeOffset="188410.31">13476 8802 0,'0'-18'15,"0"1"1,0-1-1,0 0-15,-18 18 32,-17 0-32,35 18 15,-17-18-15,-1 18 0,0 17 16,1-18-16,-1-17 0,18 18 0,-18 0 16,18-1-16,-17-17 0,17 18 0,0 0 15,0-1 1,35-17-1,-17 0-15,-1 0 16,1-17-16,17 17 16,-35-18-16,18 18 0,-18-18 15,17 18-15,-17-17 0,18-1 0,0 0 16,-18 1 0,17 17-16,-17 35 31,0-17-31,0-1 15,0 1-15,0 17 0,-17-17 0,17 0 16,0-1-16,0 18 0,0-17 16,-18 0-16,18 17 0,0-17 0,-18-1 15,18 1-15,0 0 0,-17-1 0,17 1 16,0-1-16,-18 1 16,18-36 15,35 18-31,-35-17 0,18-1 15,0-17-15,-1 17 16,1 1-16,0 17 0,-18-18 16,17 0-16,1 1 0,0 17 0,-18-18 15,17 18-15,1-18 0,-18 1 16</inkml:trace>
  <inkml:trace contextRef="#ctx0" brushRef="#br0" timeOffset="188881.03">13635 8467 0,'0'17'0,"0"1"16,0 0-16,0-1 0,-18 1 15,18-1-15,0 1 0,0 0 16,0-1-16,0 1 0,0 0 16,0-1-16,0 1 15,0 0-15,18-36 47,-18-17-31,17 35-16,-17-18 0,0 0 15,18 1-15,0-1 16,-18 0-16,17 1 0,-17-1 16,18 18-16,0 0 31,-1 18-15,-17-1-16,0 1 15,0 0-15,18-1 0,-18 1 16,0 0-16,0-1 0,0 1 15,0 0-15,0-1 16</inkml:trace>
  <inkml:trace contextRef="#ctx0" brushRef="#br0" timeOffset="189073.23">14005 8608 0,'0'0'0,"0"17"31,18-17-15,0 0-16,-1 0 15</inkml:trace>
  <inkml:trace contextRef="#ctx0" brushRef="#br0" timeOffset="189570.29">14146 8502 0,'0'0'0,"36"0"16,-19 0-1,1 0-15,0 0 16,-18 18 0,0-1-16,0 1 15,0-1-15,0 1 16,0 0-16,0-1 16,0 1-16,-36-18 15,36 18-15,0-54 47,18 19-31,-18-1-16,18 0 0,-1 1 15,-17-1-15,18 18 0,-1-17 16,-17-1-16,18 0 16,-18 1-16,18 17 0,-18-18 15,0 53 16,0-17-15,0 0-16,0-1 0,0 1 16,0-1-16,0 1 15,0 0-15,0-1 16,0 1-16,35-18 0,-17 18 16,-1-18-16</inkml:trace>
  <inkml:trace contextRef="#ctx0" brushRef="#br0" timeOffset="191148.44">9243 9366 0,'-18'18'234,"0"0"-218,18-1-16,0 1 0,0-1 16,-17-17-16,17 18 0,0 0 15,0-1-15,0 1 16,-18-18-1,18-35 32,35 17-31,-35 0-16,18 1 16,-18-1-16,0 1 15,18 17-15,-18-18 0,17 0 16,-17 1-16,18 17 15,-18-18-15,18 18 47,-18 18-47,0 17 16,0 0 0,0-17-1,0-1-15,0 1 16,0 0-16,0-1 15,0 1 1</inkml:trace>
  <inkml:trace contextRef="#ctx0" brushRef="#br0" timeOffset="191357.12">9437 9419 0,'17'0'16,"1"0"-1,0 0-15,-1 0 16,1 0-16</inkml:trace>
  <inkml:trace contextRef="#ctx0" brushRef="#br0" timeOffset="191856.94">9472 9507 0,'18'0'32,"-1"0"-1,1 0-31,0 0 15</inkml:trace>
  <inkml:trace contextRef="#ctx0" brushRef="#br0" timeOffset="193506.2">9066 9384 0,'18'0'63,"0"0"-32,-1 0-31,1-18 16,0 18-1,-1 0 1,1 0-1,-18 18 1,0 0 0,17-18-16,-17 17 0,0 1 15,0-1-15,0 1 16,0 0-16,0-1 16,-17-17 15,17-17 16,0-1-32,0 0-15,17 1 16,-17-1-16,36 18 16,-36-17-16,17 17 0,1-18 15,0 0-15,-1 18 0,1 0 16,-18-17-16,18 17 0,-1-18 15,1 18 1,-36 0 47,18 18-63,-17-18 15,-1 0 1,18 17-16,-18-17 15,18 18-15,-17-18 0,17 18 16,-18-18-16,18 17 16,-18-17-16,18 18 15,-17-1-15,17 1 16,0 0 0,0-1-1,17-17 1,19 0-1,-19 0-15,1 0 16,0 0-16,-1 0 0,1 0 16</inkml:trace>
  <inkml:trace contextRef="#ctx0" brushRef="#br0" timeOffset="194228.27">9684 9366 0,'0'18'31,"-18"0"-15,18-1 0,0 1-16,0-1 15,0 1 1,0 0 0,18-18-1,-1 0 16,1-18-31,0 18 16,-18-18-16,0 1 16,17 17-16,-17-18 0,0 1 15,0-1 1,0 0-16,0 1 16,-35 17-16,35-18 15,-18 18 1,1 0-16</inkml:trace>
  <inkml:trace contextRef="#ctx0" brushRef="#br0" timeOffset="195309.21">9225 8396 0,'0'0'0,"0"18"62,0 17-62,0-17 16,0-1-16,0 1 0,0 0 0,0-1 16,0 1-16,0-1 0,18 1 15,-18 0-15,17-1 0,-17 1 16,0-36 46,0 1-62,0-1 16,0 0-16,0 1 16,18-1-16,-18 1 0,18-1 15,-18 0-15,0 1 16,17 17-16,1-18 15,0 18 1,-18 35 0,17-17-16,-17 17 15,0-17-15,18-1 0,-18 1 16,0 0-16,0-1 0,18 1 0,-18 0 16,0-1-16</inkml:trace>
  <inkml:trace contextRef="#ctx0" brushRef="#br0" timeOffset="206920.99">14958 8855 0,'0'17'31,"17"-17"16,-17 18-47,18-18 0,0 0 16,-1 0-1,1 0-15,0 0 16</inkml:trace>
  <inkml:trace contextRef="#ctx0" brushRef="#br0" timeOffset="207096.5">14922 8978 0,'0'0'0,"36"18"31,-19-18-31,19 0 16,-19 0-16,1 0 0,0 0 0</inkml:trace>
  <inkml:trace contextRef="#ctx0" brushRef="#br0" timeOffset="-177847.6">16210 8378 0,'0'-17'15,"18"17"1,-18-18 0,17 18-16,1 0 15,-18-17-15,18 17 16,-18-18-1,17 18-15,-34 0 63,-19 0-63,19 0 16,-1 0-16,0 18 0,1-18 0,-18 17 15,17 1-15,0-18 0,1 35 16,-1-35-16,0 18 0,1-18 0,-1 17 15,0-17-15,1 18 0,-1 0 16,1-18-16,17 17 0,-18-17 16,18 18-16,18-18 47,-1 0-47,18 0 15,-17 0-15,0 0 0,-1 0 16,1 0-16,0 0 0,-1 0 15,1 0-15,0 0 16,-1 0 0,-17 18-16,0-1 15,-35-17-15,35 18 0,-18-1 0,18 1 16,-35 0-16,17-18 0,1 17 0,-1 1 16,0-18-16,1 18 0,-36-1 15,35 1-15,1-18 0,-1 18 0,0-18 16,-17 17-1,17-17-15,1 18 16,17 0 15,17-18-15,1 17-16,17-17 16,-17 0-16,0 18 0,-1-18 15,1 0-15,0 0 0,-1 0 16,18 0-16,-17 17 0,17-17 0,1 0 0,-19 0 15,19 0-15,-19 0 0,1 0 16,-1 0-16,1 0 0,0 0 0,-1 0 16,1 0-16</inkml:trace>
  <inkml:trace contextRef="#ctx0" brushRef="#br0" timeOffset="-152163.93">16545 8520 0,'0'17'47,"18"-17"-16,-18-17 32,18 17-63,-18-18 16,17 18-16,1 0 15,-18-18-15,17 18 16,1 0-16,0 0 15,-1 18-15,-17 17 16,0-17-16,0 17 16,0-17-16,0-1 0,0 1 15,-17 0-15,17-1 0,0 1 16,-18-18-16,18 18 0,-18-18 16,18 17-16,-17-17 15,17-17 16,0-19-31,35 36 0,-35-17 16,18-1-16,-18 0 0,35 1 16,-17 17-16,-18-18 0,35-17 0,-17 17 15,-1 1-15,1 17 16,-18-18-16,17 18 0,-17-18 16,0 54 15,-17-36-16,17 17-15,-18 1 16,18-1-16,-17-17 0,17 18 0,-18-18 16,18 18-16,0-1 15,0 1-15,0 0 16,0-1 0,18-17-1,-1 0-15</inkml:trace>
  <inkml:trace contextRef="#ctx0" brushRef="#br0" timeOffset="-151875.58">17110 8361 0,'0'0'16,"-18"0"15,18 17-15,-18 1-16,1 17 15,-1-17-15,1 0 16,17-1-16,-18 1 0,18 0 0,0-1 16,0 1-16,0-1 0,0 1 0,0 0 15,0-1-15,0 1 0,0 0 16,18-18-16,-18 17 0,17-17 15,1 0-15,-1 0 16</inkml:trace>
  <inkml:trace contextRef="#ctx0" brushRef="#br0" timeOffset="-151414.59">17145 8520 0,'0'-18'0,"0"0"0,0 1 16,0-1-1,0 0-15,18 18 16,-1 0-16,1 0 16,0 0-16,-1 0 15,1 18-15,-18 17 16,17-17-16,-17 17 16,18-17-1,-18 17-15,0-17 16,0-1-16,0 1 0,-35-18 15,35 18-15,-18-18 0,1 0 32,17-18-32,0 0 15,35 18-15,-35-35 16,35 35-16,-35-18 0,18 1 0,-18-1 16,17 18-16,-17-17 0,36-1 15,-19 0-15,-17 1 0,18-1 16,-18 36 15,0-1-15,-18-17-16,18 18 0,-17 17 15,17-17-15,-18-18 16,18 17-16,0 1 0,-18-18 0,18 18 16,0-1-1</inkml:trace>
  <inkml:trace contextRef="#ctx0" brushRef="#br0" timeOffset="-151220.22">17515 8537 0,'-17'0'0,"34"0"0,-52 0 16,53 0 15,17 0-15,-17 0-16</inkml:trace>
  <inkml:trace contextRef="#ctx0" brushRef="#br0" timeOffset="-151004.9">17745 8414 0,'-18'0'15,"18"17"1,0 1-16,-18-18 16,18 18-16,0-1 0,-17 1 0,17 0 15,0-1-15,0 1 16,0-1-16,0 1 0,0 0 15</inkml:trace>
  <inkml:trace contextRef="#ctx0" brushRef="#br0" timeOffset="-150722.18">17762 8290 0,'0'0'16,"18"0"-1,0 0-15,-1 0 16,1 0-16,0 0 16,-1 0-16,1 18 0,-1-18 0,1 18 15,0-18-15,-18 35 0,17-18 0,1 1 16,-18 0-16,18 17 0,-18-17 0,0-1 15,0 19-15,0-19 0,0 1 0,0-1 16,-18 1-16,18 0 0,-18-1 0,18 1 16,-35 0-16,17-1 0</inkml:trace>
  <inkml:trace contextRef="#ctx0" brushRef="#br0" timeOffset="-149344.38">18327 8308 0,'-35'0'0,"35"18"31,0-1-31,0 1 16,0-1-16,0 1 0,0 0 15,0-1-15,0 1 16,0 0-16,0-1 16,-18-17-16,0 0 31,18-17-15,0-1-16,0 0 0,0-17 15,0 17-15,0 1 16,0-1-16,0 1 0,0-1 0,18 0 15,-18 1 1,18 17-16,-1-18 0,1 18 16,-1 0-16,1 0 0,0 0 15,-18-18-15,17 18 0,1 0 0,0 0 16,-1 0-16,1 0 0,0 36 16,-1-36-16,1 17 0,-1 1 15,-17 0-15,18-1 16,-18 1-16,0-1 0,0 1 0,0 0 15,0-1-15,-35 1 16,17 0-16,18-1 16</inkml:trace>
  <inkml:trace contextRef="#ctx0" brushRef="#br0" timeOffset="-149114.12">18891 8167 0,'0'0'15,"0"-18"-15,0 36 47,0 17-47,0-17 16,0-1-16,0 1 0,0 0 15,0-1-15,0 1 0,0 0 0,0-1 16,0 1-16,0-1 0,0 1 16,0 0-16</inkml:trace>
  <inkml:trace contextRef="#ctx0" brushRef="#br0" timeOffset="-148971.76">18909 8537 0,'-18'0'0</inkml:trace>
  <inkml:trace contextRef="#ctx0" brushRef="#br0" timeOffset="-148689.29">18327 8731 0,'0'0'0,"0"18"0,35-18 16,-17 0-16,17 0 15,-17 0-15,-1 0 0,19 0 16,-1 0-16,-18 0 0,19 0 0,17 0 16,-18 0-16,0 0 0,36 18 15,-54-18-15,19 0 0,-19 0 16,19 0-16,-19 0 0,1 0 0,0 0 16,-1 0-16</inkml:trace>
  <inkml:trace contextRef="#ctx0" brushRef="#br0" timeOffset="-148084.78">18062 9013 0,'0'-17'15,"18"17"-15,-18-18 16,17 18-16,1 0 0,17 0 16,-17 0-16,0 0 15,-18 18 1,0-1-16,0 19 15,0-19-15,0 1 0,0 0 16,-18-1-16,0 1 16,1-18-1,-1 0 1,18-18 0,0 1-1,35-19-15,-35 19 16,18 17-16,-18-18 0,18 0 15,-1 1-15,1-1 0,0 1 16,-1-1 0,-17 53 15,0-17-15,-17-18-16,17 17 0,-18 1 15,18 0-15,0-1 0,-18-17 16,18 18-16,-17 0 0,17-1 15,0 1-15,0 0 16,17-1 0,1-17-1,0 0-15</inkml:trace>
  <inkml:trace contextRef="#ctx0" brushRef="#br0" timeOffset="-147846.86">18556 8925 0,'-18'0'0,"1"0"16,17 18-1,0 0-15,0-1 16,-18-17-16,18 18 15,0-1-15,0 1 0,0 0 0,0 17 16,0-17 0,0-1-16,0 1 0,-17-18 15,17 18-15</inkml:trace>
  <inkml:trace contextRef="#ctx0" brushRef="#br0" timeOffset="-147686.76">18450 9260 0,'36'0'63</inkml:trace>
  <inkml:trace contextRef="#ctx0" brushRef="#br0" timeOffset="-147116.6">18785 9102 0,'0'0'0,"0"17"63,0 19-48,0-19-15,0 1 16,0-1-16,0 1 0,0 0 15,18-1 1,-18 1 0,0-53 15,18 35-31,-18-18 0,17 0 16,-17 1-16,18 17 15,-18-35-15,18 17 0,-18 0 16,17 1-16,-17-1 15,18 18-15,-18-18 0,18 18 16,-1 0-16,1 0 16,-1 0-16,1 0 15,0 0-15,-1 18 16,-17 0-16,0-1 0,18 1 16,-18 0-1,0 17-15,-35-18 16,35 1-16,-18-18 15,0 18-15</inkml:trace>
  <inkml:trace contextRef="#ctx0" brushRef="#br0" timeOffset="-146906.59">19244 9190 0,'-18'0'31,"36"0"1,17 0-32,-17 0 15,0 0-15,-1 0 16</inkml:trace>
  <inkml:trace contextRef="#ctx0" brushRef="#br0" timeOffset="-146416.66">19420 9119 0,'0'-17'15,"36"17"16,-19 0-31,1 0 16,0 0-16,-18 17 16,17-17-16,-17 18 0,0 0 15,0-1-15,0 1 16,-17-1-16,-19 1 16,19 0-1,52-18 32,-35-18-47,18 0 0,17 1 16,-17-1-16,-1 1 15,1-1-15,-18 0 16,17 1-16,-17-1 16,0 36 30,0-1-30,0 1-16,0 0 16,0-1-16,0 1 15,0-1 1,0 1 0,36-18-1</inkml:trace>
  <inkml:trace contextRef="#ctx0" brushRef="#br0" timeOffset="-146170.12">19808 8961 0,'36'0'47,"-36"17"-47,17 1 0,1-1 16,17 19-1,-17-19-15,-18 1 0,0 0 16,0-1-16,0 1 0,0 0 0,0-1 16,0 1-16,-18-1 0,-17 1 15,17 0-15,-17-1 0</inkml:trace>
  <inkml:trace contextRef="#ctx0" brushRef="#br0" timeOffset="-145652.03">19015 8978 0,'0'0'0,"0"18"0,-18-18 0,0 0 16,1 17-1,-1-17-15,1 0 16,17 18-16,-18-18 16,0 18-16,18-1 0,-17-17 0,17 18 15,-18 0-15,18-1 0,-18 1 16,18 0-16,-17-1 0,17 1 16,0-1-16,0 1 0,0 0 0,0-1 15,0 1-15,35-18 0,-35 18 16,18-1-16,17 1 0</inkml:trace>
  <inkml:trace contextRef="#ctx0" brushRef="#br0" timeOffset="-145250.22">20249 9031 0,'0'18'32,"0"-1"-32,0 1 15,0 0-15,-17 17 16,17-17-16,0-1 0,0 1 15,0-1-15,0 1 0,0 0 16</inkml:trace>
  <inkml:trace contextRef="#ctx0" brushRef="#br0" timeOffset="-145090.07">20179 9419 0,'0'0'0</inkml:trace>
  <inkml:trace contextRef="#ctx0" brushRef="#br0" timeOffset="-144628.34">19879 8308 0,'-18'0'16,"18"18"31,-17-18-32,17 52-15,-18-16 0,18-19 16,-18 36-16,1-17 0,-1 16 16,18-34-16,-17 17 0,17-17 15,-18 17-15,18-17 0,0 0 0,-18-1 16,18 1-16,0 0 0,0-1 0,-17-17 15,17 18-15</inkml:trace>
  <inkml:trace contextRef="#ctx0" brushRef="#br0" timeOffset="-144350.93">19861 8290 0,'0'-17'0,"0"34"0,18-34 0,0 17 0,-1 0 15,1 0-15,0 0 16,-1 0-16,1 17 0,-18 1 16,0 17-16,0 0 15,0-17-15,0 0 16,0-1-16,0 1 0,-18 0 0,18-1 15,-17-17-15,17 18 0,-18 0 0,0-18 16,18 17-16,-17-17 0,-1 0 16,0 0-16</inkml:trace>
  <inkml:trace contextRef="#ctx0" brushRef="#br0" timeOffset="-143875.43">20126 8096 0,'0'-17'16,"35"17"-1,-17 0 1,0 0-16,-1 0 15,-17 17-15,0 19 16,0-19-16,0 18 16,0-17-16,0 0 15,-17-1 1,17-34 15,17-1-15,-17 0-1,35 18-15,-35-35 0,0 18 16,18 17-16,0-18 16,-1 0-16,-17 54 47,-35-36-47,35 17 0,-18 1 15,18-1-15,0 1 0,-17 0 0,17-1 16,0 1-16,0 0 0,0-1 15,0 1-15,0 0 16</inkml:trace>
  <inkml:trace contextRef="#ctx0" brushRef="#br0" timeOffset="-143288.3">20779 8343 0,'0'0'0,"-18"0"0,18-17 0,-18 17 16,1 0-16,-1 0 16,0 0-16,1 35 0,-1-18 15,0-17-15,18 18 0,-17-18 16,-1 35-16,1-17 0,17 0 15,-18-1-15,18 1 16,0 0 0,35-18-16,-17 0 15,-1 0-15,1 0 16,0-18-16,-1 18 0,1 0 0,0-18 16,-1 1-16,1 17 15,-18-18-15,18 0 0,-1 18 16,-17-17-16,18 17 0,-18-18 15,0 53 17,0-17-32,-18-18 0,18 35 15,0-17-15,0 0 0,-17 17 0,17-18 16,0 1-16,-18 0 0,18 17 0,0-17 16,0-1-16,-18 19 0,18-19 0,0 1 15,0 0-15,0-1 0,-17 1 16,17-36 31,35 18-47,-35-35 15,18 17-15,-18 1 16,35-1 0,-35 0-16,18 1 0,-1-1 0,1 0 15,-18 1-15,0-1 0,17 0 0</inkml:trace>
  <inkml:trace contextRef="#ctx0" brushRef="#br0" timeOffset="-142832.6">20973 8079 0,'-18'17'16,"18"1"0,0 17-16,0-17 0,0-1 15,0 1-15,0 0 0,0-1 16,0 1-16,0 0 0,0-1 16,0 1-16,0-36 62,0 1-46,0-19-16,0 19 15,0-1-15,0 0 0,18 18 16,-18-17-16,17 17 0,1 0 16,0 0-16,-1 0 31,-17 17-31,0 1 0,0 0 15,0 17-15,0-17 16,0-1-16,0 1 16,0 0-16,-17-18 15,17 17-15,0 1 16</inkml:trace>
  <inkml:trace contextRef="#ctx0" brushRef="#br0" timeOffset="-142621.6">21378 8290 0,'0'0'0,"-17"0"16,34 0 15,19 0-31,-1 0 15,0 0-15,-17 0 16,-1 0-16</inkml:trace>
  <inkml:trace contextRef="#ctx0" brushRef="#br0" timeOffset="-142138.3">21572 8184 0,'0'0'0,"0"-17"0,0-1 16,18 18 0,-18-17-16,35 17 15,-17 0-15,0 0 0,17 0 16,-18 0 0,-17 35-16,18-35 0,-18 17 0,0 1 15,0 0-15,0-1 16,0 1-16,-35-18 0,35 18 0,0-1 0,-18-17 15,1 18-15,-1-18 16,0 0-16,54 0 47,-36-18-47,17 18 0,-17-17 16,18 17-16,-18-18 0,17 18 0,-17-18 15,18 18-15,17-35 16,-17 17-16,0 1 15,-1 17-15,-17-18 16,0 53 0,-17-35-16,17 18 15,-18 17-15,18-17 16,-18-18-16,18 18 0,0-1 16,0 1-16,-17-18 0,17 18 0,0-1 15,35 1-15,-17-1 16,17-17-16,-17 18 15,17-18-15,-18 0 0</inkml:trace>
  <inkml:trace contextRef="#ctx0" brushRef="#br0" timeOffset="-140082">10195 10142 0,'0'18'47,"36"-18"-32,-1 0 1,-18 0-16,19 0 16,-19 0-16,1 0 15,0 0-15,-1 0 0,1 0 16</inkml:trace>
  <inkml:trace contextRef="#ctx0" brushRef="#br0" timeOffset="-139899.4">10213 10283 0,'0'0'16,"35"0"-1,-35 18-15,18-18 0,17 0 16,-17 0-16,-1 0 0</inkml:trace>
  <inkml:trace contextRef="#ctx0" brushRef="#br0" timeOffset="-135523.87">11553 9913 0,'18'0'62,"0"0"-46,-1-18-16,1 18 15,0-17-15,-1 17 16,1 0-16,0 0 16,-1 0 15,-52 17 0,0 1-31,17 0 16,-17-1-16,35 1 15,-36-18-15,19 18 0,-1-1 0,-17 1 16,17 0-16,1-1 0,-36 1 16,35-1-16,0-17 0,1 18 15,-1-18-15,1 18 0,-1-18 0,18 17 16,-18-17-16,1 0 0,17 18 16,-18-18-16,53 0 31,-17 0-31,17 0 15,-17 0-15,17 0 0,-17 0 0,-1 0 16,1 0-16,17 0 0,-17 0 0,0 0 16,17 0-16,-18 0 15,1 0-15,-18 18 0,18-18 16,-1 17-16,-17 1 16,0 0-1,0-1 1,-17-17-16,17 18 0,-36-1 15,19-17-15,-1 36 16,1-36-16,-1 17 0,-17-17 16,35 18-16,-18-18 0,0 18 15,1-18-15,-1 17 0,0-17 16,1 18-16,-1 0 16,1-18-1,17 17-15,0 1 16,-18-18-16,18 17 15,0 1 1,35-18-16,-35 18 0,18-18 16,-1 0-16,1 17 0,0-17 15,-1 0-15,1 0 0,0 0 0,17 0 16,-17 0-16,-1 0 0,1 0 0,-1 0 16,1 0-16,17 0 0,-17 0 15,0 0-15,-1 0 0,1 0 16,0 0-16</inkml:trace>
  <inkml:trace contextRef="#ctx0" brushRef="#br0" timeOffset="-134112.8">12347 10054 0,'-17'0'16,"17"-17"-1,-18 52 17,18-18-17,-18-17-15,18 36 0,0-19 0,-17 1 16,17 0-16,0-1 0,0 1 0,0 0 15,-18-1-15,18 1 0,0-1 16,0 1-16,0 0 0,0-1 16,0-52 15,0 17-15,0 1-16,0-18 15,0 17-15,0 0 16,0 1-16,18-1 0,-18 0 15,17 1-15,1-1 0,0 18 16,-1-18-16,1 18 0,-1 0 16,1 0-16,0 0 15,-1 0-15,1 18 16,0 17-16,-1-17 16,-17 0-16,0-1 0,0 1 15,0 0-15,0-1 0,0 1 0,0-1 16,-17 1-16,17 0 0,-36-1 15,19 1-15,-1-18 16,18 18-16</inkml:trace>
  <inkml:trace contextRef="#ctx0" brushRef="#br0" timeOffset="-133819.91">12912 10001 0,'0'0'0,"-18"0"0,0 0 16,1 0 0,-1 0-16,18 18 0,-18-18 15,1 18-15,-1 17 0,1-18 16,17 1-16,-18 0 0,18-1 0,0 1 15,-18 0-15,18 17 0,0 0 16,0-17-16,0-1 16,0 1-16,0 0 0,18-1 15,17-17 1,0 18-16,-17-18 16</inkml:trace>
  <inkml:trace contextRef="#ctx0" brushRef="#br0" timeOffset="-133416.35">13053 10125 0,'-36'0'16,"36"17"0,-17 19-16,17-19 15,0 1-15,0 0 0,0-1 16,0 1-16,0-1 0,0 1 15,0 0-15,17-18 16,1-18 15,-18 0-15,18 18-16,-18-17 0,17-1 0,1 1 16,-18-1-16,18 18 0,-18-18 15,17 1-15,1 17 0,-18-18 0,18 18 16,-18-18-16,17 18 0,1 0 15,0 0 1,-18 18-16,0 0 16,0-1-16,0 19 15,0-19-15,0 1 16,0-1-16,-18-17 16,18 18-16,0 0 15</inkml:trace>
  <inkml:trace contextRef="#ctx0" brushRef="#br0" timeOffset="-133223.3">13511 10248 0,'-17'0'15,"52"0"32,-17 0-47,-1 0 16,19 0-16,-19-17 15</inkml:trace>
  <inkml:trace contextRef="#ctx0" brushRef="#br0" timeOffset="-133019.89">13705 10089 0,'-17'36'31,"17"-19"-31,0 1 16,0 0-16,0-1 16,0 1-16,0 0 15,0-1-15,0 1 0,0-1 16</inkml:trace>
  <inkml:trace contextRef="#ctx0" brushRef="#br0" timeOffset="-132716.05">13811 10019 0,'-17'0'16,"34"0"15,19 18-31,-19-1 16,18 18-16,-17-35 16,-18 18-16,18 0 0,-1-1 0,-17 19 15,18-19-15,-18 1 0,0 0 0,18-1 16,-18 1-16,0-1 0,0 1 0,0 0 15,0-1-15,-53 1 0,53 0 0,-36-18 16,19 17-16,-1-17 0,1 18 0,-1-18 16,18 18-16,-18-18 0,1 0 15</inkml:trace>
  <inkml:trace contextRef="#ctx0" brushRef="#br0" timeOffset="-132428.78">14446 10054 0,'0'-17'0,"-17"17"16,-19 0-16,19 0 15,-1 35-15,0-18 16,1-17-16,17 36 15,-18-19-15,18 1 0,-18 0 16,18-1-16,0 1 0,0 0 0,-17-1 16,17 1-16,0-1 0,0 1 15,0 0-15,0-1 0,35-17 16,-35 18-16,18-18 16,17 0-16,-17 0 0,-1 0 0</inkml:trace>
  <inkml:trace contextRef="#ctx0" brushRef="#br0" timeOffset="-132007.8">14676 10142 0,'-18'0'16,"0"0"-1,18 18-15,-17-18 16,17 18-16,0 17 0,0-17 15,0-1-15,0 1 16,0-1-16,0 1 16,17-18 15,-17-18-15,18 18-16,-18-17 0,18 17 0,-18-18 15,17-17-15,-17 17 16,18 1-16,-1-1 15,1 0-15,0 1 16,-1 17-16,1 0 16,0 0-1,-18 17-15,17-17 16,-17 36-16,18-19 16,-18 1-16,0 0 15,0-1-15,0 1 16,-18-18-1,18 17-15</inkml:trace>
  <inkml:trace contextRef="#ctx0" brushRef="#br0" timeOffset="-131805.6">15134 10213 0,'0'0'0,"35"0"31,-17 0-15,0 0-16,17 0 16,-17 0-16,-1 0 0</inkml:trace>
  <inkml:trace contextRef="#ctx0" brushRef="#br0" timeOffset="-131439.38">15399 10089 0,'0'0'0,"-18"0"0,18-17 15,0-1 1,18 18-16,17-17 15,-17 17-15,-1 0 16,1 0-16,0 0 16,-1 0-16,-17 17 0,0 1 15,0-1-15,0 19 16,-35-19-16,17 1 16,18 0-16,-35-1 0,17 1 15,-17 0-15,17-18 16,18 17-16,-17-17 15,17 18-15,35-18 32,-17 0-17,17 0-15,-17 0 0,-1 0 16,1 0-16,17 0 0,-17-18 0,-1 18 16,1 0-16</inkml:trace>
  <inkml:trace contextRef="#ctx0" brushRef="#br0" timeOffset="-131116.62">15646 9948 0,'0'-17'0,"0"-1"16,0 0-1,17 18 1,1 0-1,0 0-15,-1 0 16,-17 18-16,18-18 0,0 35 0,-1-17 16,-17 0-16,18-1 0,-18 1 15,17 0-15,-17-1 0,0 1 0,0-1 16,18 1-16,-18 0 0,0 17 16,0-17-16,-35-1 0,35 1 15,-35 0-15,35-1 0,-18-17 16,0 18-16,1-18 15,-1 0-15,18 17 16,-18-17-16</inkml:trace>
  <inkml:trace contextRef="#ctx0" brushRef="#br0" timeOffset="-130826.64">16192 9878 0,'0'17'46,"0"1"-46,0 17 16,0-17-16,0 0 0,0-1 16,0 1-16,0 0 0,0-1 15,0 1-15,0-1 0,0 1 0,-17 0 16,17-1-16</inkml:trace>
  <inkml:trace contextRef="#ctx0" brushRef="#br0" timeOffset="-130704.22">16069 10319 0,'0'17'0</inkml:trace>
  <inkml:trace contextRef="#ctx0" brushRef="#br0" timeOffset="-128235.89">12471 10583 0,'0'18'15,"17"-18"32,1 0-47,17 0 16,-17 0-16,0 0 15,-1 0-15,1 18 0,-1-18 0,19 0 0,-1 0 16,0 17-16,18-17 0,-18 0 0,18 18 16,0-18-16,0 0 0,18 0 15,-1 18-15,1-18 0,17 0 0,-17 0 16,17 17-16,0-17 0,0 0 0,0 0 16,1 0-16,-1 0 0,0 18 15,0-18-15,0 0 0,1 0 0,-1 0 0,0 0 16,0 17-16,-17-17 0,17 0 0,-18 0 15,-17 0-15,18 0 0,-18 0 16,0 0-16,-18 0 0,0 0 0,-17 0 0,0 0 16,-1 0-16</inkml:trace>
  <inkml:trace contextRef="#ctx0" brushRef="#br0" timeOffset="-127332.02">12577 11007 0,'0'-18'16,"0"0"-1,17 1-15,1-1 16,-1 18 0,1 0-16,0 0 15,-18 35 1,17-35-16,-17 18 0,0 17 15,0 1-15,0-19 0,0 1 16,-35 17-16,35-17 16,-18-1-16,18 1 0,-17-18 0,17 18 15,-18-18-15,1 0 0,-1 17 16,18-52 0,0 17-1,18 1-15,-18-1 16,35 0-16,-35 1 0,17 17 0,-17-18 15,36-17-15,-36 17 0,17 1 0,1-1 16,0 0-16,-1 18 0,-17-17 0,18-1 16,0 0-16,-1 18 0,-17-17 15,0 52 17,-17-17-32,-1 17 15,18-17-15,-18-1 0,18 1 16,-17 0-16,17-1 0,-18 1 0,18-1 15,0 1-15,-18-18 0,18 18 16,0-1-16,0 1 16,18-18-1,-18 18-15,35-18 0,-17 0 16</inkml:trace>
  <inkml:trace contextRef="#ctx0" brushRef="#br0" timeOffset="-127122.69">12982 11095 0,'0'0'0,"0"17"0,-17-17 15,52 0 1,-18 0-1,1 0-15,17 0 16</inkml:trace>
  <inkml:trace contextRef="#ctx0" brushRef="#br0" timeOffset="-126757.26">13194 11042 0,'0'0'0,"0"-18"16,35 1 15,-17 17-31,-18-18 16,17 18-16,1 0 0,0 0 16,-18 35-1,0-17 1,0 0-16,-18 17 15,18-18-15,-18-17 0,18 18 16,-17 0-16,-1-1 0,1 1 16,-1-18-16,18 18 15,-18-18-15,18 17 0,0 1 32,18-18-17,17 0 1,-17 0-16,-1 0 0,19 0 15,-19-18-15,1 18 0,0 0 16</inkml:trace>
  <inkml:trace contextRef="#ctx0" brushRef="#br0" timeOffset="-126479.53">13476 10795 0,'35'0'47,"-35"18"-47,18-18 0,-18 35 0,18-17 16,-18-1-16,17 1 0,1-1 0,-18 1 15,18 17-15,-1-17 0,-17 0 0,0 17 16,18-17-16,-18-1 0,0 1 15,0-1-15,0 1 0,0 0 0,-35-1 16,35 1-16,-36 0 0,36-1 0,-35-17 16,17 18-16,1-18 0,-1 0 0</inkml:trace>
  <inkml:trace contextRef="#ctx0" brushRef="#br0" timeOffset="-126150.94">12577 10724 0,'0'0'0,"-18"0"0,0 18 15,1-18-15,-1 0 16,18 35-16,-18-17 0,18 0 16,-17 17-16,17 35 15,0-52-15,0 0 0,0 35 16,0-18-16,17-17 0,-17 34 16,36-34-16,-36 0 0,35 17 15,-17-17-15,-1-1 0,1 1 0,-1 0 16,19-18-16,-1 17 0,-17-17 0</inkml:trace>
  <inkml:trace contextRef="#ctx0" brushRef="#br0" timeOffset="-125791.69">14023 10954 0,'18'0'0,"-18"-18"0,0 53 62,0-17-62,0 0 16,0-1-16,0 1 0,0 0 16,0-1-16,0 1 0,0-1 15,0 1-15,0 0 0</inkml:trace>
  <inkml:trace contextRef="#ctx0" brushRef="#br0" timeOffset="-125623.22">14058 11307 0,'18'0'47</inkml:trace>
  <inkml:trace contextRef="#ctx0" brushRef="#br0" timeOffset="-125291.72">14534 10918 0,'0'0'0,"-17"0"0,-1 0 16,18 36-16,-17-36 0,17 17 15,-18 1-15,0 0 0,18-1 0,-17 1 16,17 0-16,-18-1 0,18 18 16,0-17-16,-18 0 0,18-1 0,0 1 15,0 0-15,0-1 0,0 1 0,0 0 16,0-1-16,0 1 0,18 0 16,0-1-16,17-17 15,-17 18-15</inkml:trace>
  <inkml:trace contextRef="#ctx0" brushRef="#br0" timeOffset="-124857.47">14781 11112 0,'-17'18'31,"17"0"-31,0 17 16,0-17-16,0-1 0,0 1 15,0 0-15,0-1 16,0-34 31,0-1-47,17 0 15,-17 1-15,0-1 16,18 0-16,0 1 16,-18-1-16,17 18 0,1-18 0,0 18 15,-18-17-15,17 17 0,1 0 16,-1 0 0,-17 17-1,18 1-15,-18 0 16,0-1-16,0 1 15,0 0-15,0-1 16,0 1 0</inkml:trace>
  <inkml:trace contextRef="#ctx0" brushRef="#br0" timeOffset="-124652.7">15205 11201 0,'0'17'16,"35"-17"15,-17 0-15,-1 0-16</inkml:trace>
  <inkml:trace contextRef="#ctx0" brushRef="#br0" timeOffset="-124148.21">15416 11112 0,'0'0'16,"0"-17"-1,18-1 1,0 18-16,-1 0 16,1 0-16,0 0 15,-1 18-15,-17-1 16,0 1-16,0 17 16,0-17-16,0 0 15,-17-18-15,17 17 0,-18-17 16,18 18-16,-18-18 15,18-35 17,18 35-17,-18-18-15,18 0 0,-1 1 16,1-1-16,-1 18 16,-17-18-16,18 18 0,-18-17 0,0-1 15,0 1 1,18 17-16,-18 17 31,0 18-15,0-17-1,0 0-15,0-1 0,0 1 16,0 0-16,0-1 16,0 1 15,17-18-31,1 0 15</inkml:trace>
  <inkml:trace contextRef="#ctx0" brushRef="#br0" timeOffset="-123832.49">15822 10936 0,'0'-18'15,"18"18"17,-1 0-17,1 18 1,0 0-16,-1 17 16,1-17-16,-18-1 0,0 1 0,18 0 15,-18-1-15,0 1 0,0-1 0,0 1 16,0 0-16,0-1 0,0 1 0,-36 0 15,36-1-15,-17 1 0,-1-18 16,18 18-16,-18-18 0,1 0 16,-1 0-1</inkml:trace>
  <inkml:trace contextRef="#ctx0" brushRef="#br0" timeOffset="-123583.16">16298 10795 0,'0'-18'0,"0"54"46,0-19-46,18-17 0,-18 36 16,0-19-16,0 1 0,0-1 0,0 1 16,0 0-16,0-1 0,0 1 0,0 0 15,0-1-15,0 1 0,0 17 0</inkml:trace>
  <inkml:trace contextRef="#ctx0" brushRef="#br0" timeOffset="-123442.43">16245 11307 0,'0'0'0</inkml:trace>
  <inkml:trace contextRef="#ctx0" brushRef="#br0" timeOffset="-121399.63">16986 10142 0,'0'18'46,"0"17"-30,0-17-16,-17 0 0,17-1 0,0 1 16,0-1-16,0 1 0,-18 17 0,18-17 15,0 0-15,-18-1 0,18 1 0,0 0 16,0-1-16,0 1 0,-17-1 0,17 1 16,0 0-16,0-1 0,0 1 15</inkml:trace>
  <inkml:trace contextRef="#ctx0" brushRef="#br0" timeOffset="-121084.64">16969 10125 0,'0'-18'0,"0"36"0,17-36 0,-17 0 0,18 18 16,-18-17-16,18 17 0,-1-18 0,1 18 15,-1 0-15,-17-17 0,18 17 0,0 0 16,-1 0-16,1 0 0,-18 35 16,18-18-16,-18 19 15,0-19-15,0 1 0,0 17 16,0-17-16,-18 17 15,18-17-15,-53-1 16,35-17 0,1 0-16,-1 0 15</inkml:trace>
  <inkml:trace contextRef="#ctx0" brushRef="#br0" timeOffset="-120674.63">17339 9966 0,'0'0'0,"0"-18"0,18 18 0,-1-17 15,1 17-15,-18-18 16,18 18-16,-1 0 16,1 0-16,-1 18 15,-17-1 1,0 19-16,-35-19 16,35 1-16,0 0 0,-17-18 15,17 17-15,-18-17 0,18 18 0,-18-18 16,18 17-16,-17 1 0,-1-18 15,0 18-15,18-1 47,18-17-47,17 0 16,-17 0-16,17 0 16,0 0-16,-17 0 0,0 0 15</inkml:trace>
  <inkml:trace contextRef="#ctx0" brushRef="#br0" timeOffset="-120392.63">17798 10107 0,'-18'35'31,"18"-17"-15,-18 0-16,18-1 0,0 19 16,0-19-16,-17 1 0,17 17 0,0-17 15,0-1-15,0 19 0,-18-1 16,18 0-16,0-17 0,0-1 0,-18 1 16,18 0-16,0-1 0,0 1 0,-17-18 15,17 18-15,0-1 0,-18-17 16,18 18-16</inkml:trace>
  <inkml:trace contextRef="#ctx0" brushRef="#br0" timeOffset="-120074.61">17745 10142 0,'0'0'16,"17"-17"-16,1-1 0,0 18 16,-18-18-16,17 18 0,1-17 15,0 17-15,-1-18 0,1 18 0,-1 0 16,1 0-16,0 0 16,-18 18-16,17-18 15,-17 35-15,0-17 0,0-1 16,0 1-16,0 0 0,0-1 0,0 1 15,0 0-15,-35 17 16,35-18-16,-35-17 0,35 18 16,-18-18-16,1 18 0,-1-18 15,0 0-15,1 0 0,17 17 0,-18-17 16,0 0-16</inkml:trace>
  <inkml:trace contextRef="#ctx0" brushRef="#br0" timeOffset="-119531.88">18115 9931 0,'0'17'31,"0"1"-15,0 17-16,0-17 15,0 0-15,0-1 0,0 1 16,0-1-16,0 1 15,18-36 48,-18 1-63,17-1 16,1 1-16,-18-1 15,18 0-15,-18 1 0,17 17 16,-17-18-16,18 18 15,-18-18-15,18 18 0,-1 18 47,1-18-47,-18 106 47,0-89-47,0 1 0</inkml:trace>
  <inkml:trace contextRef="#ctx0" brushRef="#br0" timeOffset="-115779.79">18168 9931 0,'0'17'47,"0"1"16,-18-18 15,18-18-47,0 1-15,18-1-1,0 0 1,-1 18-1,1-17-15,0 17 16,-1 0 0,1 0-1,-18 17 1,0 1-16,0 0 16,0-1-16,0 1 0,0 0 15,-35-1-15,35 1 16,-18 0-16,0-1 15,1-17-15,-1 0 16,18-17 31,18-1-31,-1 18-1,1-18-15,-18 1 0,18 17 16,-18-18-16,17 18 0,1-18 15,-18 1-15,18 17 0,-18-18 16,17 18-16,-17-18 16,18 18-16,-36 0 47,1 18-32,-1 0 1,18-1-16,-18-17 0,18 18 15,0 0-15,-17-18 0,17 17 16,0 1-16,0 0 16,0-1-1,0 1-15,17-18 16,-17 17-16,18-17 16,0 0-16,-1 0 0,1 0 15,-1 0-15,1 0 0,0 0 16,-1 0-16</inkml:trace>
  <inkml:trace contextRef="#ctx0" brushRef="#br0" timeOffset="-115543.66">18591 10001 0,'18'0'31,"0"0"-31,-1 0 16,1 0-16</inkml:trace>
  <inkml:trace contextRef="#ctx0" brushRef="#br0" timeOffset="-115038.21">18891 9966 0,'0'0'0,"-17"0"16,34-18 31,1 18-32,0 0 1,-18-17-16,17 17 0,1 0 31,-18 35-15,17-35-16,-17 18 16,0-1-16,0 1 15,-35 0-15,35-1 16,-17-17-16,-1 18 0,0-1 15,1-17-15,17 18 16,-18-18-16,18 18 16,0-1 15,18-17-15,17 0-16,-17 0 0,-1 0 15,1 0-15,-1 0 0,1 0 0</inkml:trace>
  <inkml:trace contextRef="#ctx0" brushRef="#br0" timeOffset="-114222.52">19632 10301 0,'0'-18'31,"0"1"1,-18 17-17,1 0 1,-18 0-16,17 0 0,0 0 15,1 0-15,-1 0 0,0 17 0,-17-17 16,17 0-16,1 18 0,-1-18 0,0 35 16,1-17-16,-1 0 15,18-1-15,0 1 16,0 0-16,18-18 0,17 0 16,0 0-16,18 0 15,-35 0 1,17 0-16,-17-18 0,0 18 0,-1 0 15,-17-18-15,18 18 0,-18-17 0,17 17 16,-17-18-16,18 18 0,-18-18 0,0 1 16,18 17-16,-18-18 0,17 18 15,-17 18 17,-35-18-32,35 17 15,0 19-15,-18-19 0,18 1 16,0 0-16,0 17 0,0-18 15,0 1-15,0 0 0,0 17 0,0-17 16,0-1-16,-17 1 0,17 0 0,0 35 16,-18-36-1,18 1-15,0-1 0,18-17 63,-18-17-63,0-1 0,17 18 15,-17-17-15,18 17 0,0-36 0,-1 36 16,1-17-16,-18-1 0,18 18 0,-1-18 16,1 18-16,0-35 15,-1 35-15</inkml:trace>
  <inkml:trace contextRef="#ctx0" brushRef="#br0" timeOffset="-113656.43">19808 9966 0,'-17'0'15,"17"18"-15,0-1 16,0 19-16,-18-36 0,18 17 16,0 1-16,0-1 0,0 1 15,0 0-15,0-1 0,0 1 16,0-36 31,18 18-32,-18-17-15,0-1 16,17 18-16,-17-18 0,0 1 16,18-1-16,0 18 0,-18-17 15,17 17-15,-17-18 16,18 18-16,0 0 15,-1 0-15,1 0 16,-18 18 0,18-18-16,-18 17 0,0 1 15,17-18-15,-17 17 0,0 1 16,0 0-16,0-1 0,0 1 16,0 0-1</inkml:trace>
  <inkml:trace contextRef="#ctx0" brushRef="#br0" timeOffset="-113458.89">20144 10107 0,'35'0'47,"-17"0"-31,-1 0-1,1 0-15,-1 0 0</inkml:trace>
  <inkml:trace contextRef="#ctx0" brushRef="#br0" timeOffset="-112923.75">20373 10019 0,'0'-18'0,"0"1"31,0-1-31,18 18 16,-18-18-16,17 18 15,1 0-15,-1-17 16,1 17-1,-18 35 1,0-17-16,0-1 16,0 19-16,0-19 15,0 1-15,-18-18 0,18 17 16,-17 1-16,-1 0 16,18-36 30,18 0-46,-1 1 16,-17-1-16,36 18 0,-36-17 16,17-1-16,1 0 0,0 18 15,-18-17-15,17-1 0,1 0 0,0 18 0,-18-17 16,17 17-16,-17-18 0,18 18 16,-18-18-16,0 54 31,-18-36-31,18 17 15,-17 1-15,17 0 16,-18-1-16,18 1 0,0 0 16,0-1-16,0 1 15,0-1-15,18-17 16,-18 18-16,17-18 0,1 0 16,-1 18-16,1-18 15</inkml:trace>
  <inkml:trace contextRef="#ctx0" brushRef="#br0" timeOffset="-109339.95">21255 10407 0,'-18'0'0,"53"0"31,54 0 0,-72 0-31,1 0 0,17-18 16,-17 18-16,0 0 0,17 0 16,-18 0-1</inkml:trace>
  <inkml:trace contextRef="#ctx0" brushRef="#br0" timeOffset="-109158.25">21290 10495 0,'0'0'16,"-18"0"-16,54 0 47,-19 0-31,1 0-16,17 0 0,-17 0 0,0 0 15,-1 0-15,19 0 0,-19 0 0,1 0 16,-1 0-16</inkml:trace>
  <inkml:trace contextRef="#ctx0" brushRef="#br0" timeOffset="-108624.13">22031 10178 0,'0'0'0,"0"17"47,0 19-47,0-19 15,0 1-15,0-1 0,-18 1 0,18 0 16,0-1-16,0 1 0,0 0 15,0-1-15,0 1 0,0 0 16,0-36 31,36 18-47,-36-18 0,0 1 16,17-1-16,-17 0 0,0 1 15,18-1-15,-18 0 16,18 1-16,-18-1 0,0 1 0,17 17 0,-17-18 15,18 0-15,-1 18 16,-17-17-16,18 17 0,0 0 16,-1 0-16,1 0 15,0 0-15,-18 35 0,17-35 16,-17 18-16,18-1 16,-18 1-16,0-1 0,0 1 15,18 0-15,-18-1 16,0 1-16,0 0 0,0-1 15,-36-17-15</inkml:trace>
  <inkml:trace contextRef="#ctx0" brushRef="#br0" timeOffset="-108283.66">22789 10125 0,'0'-18'0,"-17"18"31,-1 0-15,18 18-16,-17-18 15,-1 35-15,0-35 0,18 18 0,-17-1 16,-1 1-16,0 0 0,1-1 16,-1 1-16,18-1 0,-18 1 0,18 0 15,-17-1-15,17 1 0,0 0 16,0-1-16,0 1 0,0 0 16,17-1-16,19-17 15,-19 0-15,19 0 16</inkml:trace>
  <inkml:trace contextRef="#ctx0" brushRef="#br0" timeOffset="-107826.93">22913 10213 0,'-18'0'15,"18"18"-15,-17-18 16,17 35-16,-18-35 0,18 17 0,0 1 16,-18 0-16,18-1 0,0 1 15,0 0-15,0-1 16,0 1-16,18-18 47,0-18-47,-18-17 15,17 17 1,-17 1-16,18-1 0,-18 0 16,0 1-16,18 17 0,-18-18 0,17 1 15,-17-1-15,18 18 0,-18-18 0,17 18 16,1-17-16,0 17 16,-1 0-1,1 17 1,-18 1-16,0 17 15,0-17-15,0-1 16,0 1-16,0 0 16,0-1-1,0 1 1,-18-18-16</inkml:trace>
  <inkml:trace contextRef="#ctx0" brushRef="#br0" timeOffset="-107599.7">23319 10301 0,'-18'0'16,"36"0"15,-1 0-16,1 0-15,0 0 16,-1 0-16,1 0 0,-1 0 16,1 0-16,0 0 15</inkml:trace>
  <inkml:trace contextRef="#ctx0" brushRef="#br0" timeOffset="-107404.85">23548 10195 0,'0'18'47,"-35"17"-31,35-17-16,-18-1 16,18 1-16,0 0 0,0-1 15,0 1-15,0 0 16</inkml:trace>
  <inkml:trace contextRef="#ctx0" brushRef="#br0" timeOffset="-107073.69">23654 10072 0,'17'0'47,"-17"17"-47,18-17 16,-18 18-16,18-18 0,-18 35 15,17-17-15,-17 0 0,18-1 0,0 19 16,-18-19-16,17 18 0,-17 1 15,0-19-15,0 1 0,0 0 16,0-1-16,-17 1 0,-19 0 16,19-18-16,-1 17 15,0-17 1</inkml:trace>
  <inkml:trace contextRef="#ctx0" brushRef="#br0" timeOffset="-106816.7">24024 10195 0,'0'36'31,"-17"-36"-31,17 35 0,0-18 16,-18 1-16,18 0 0,0-1 0,-18 19 15,18-19-15,0 19 0,0-19 0,0 18 16,0 1-16,0-19 0,0 19 16,0-1-16,-17-17 0,17 17 0,0-17 15,0-1-15,0 1 0,0-1 0,-18 1 16,18 0-16,0-1 16</inkml:trace>
  <inkml:trace contextRef="#ctx0" brushRef="#br0" timeOffset="-106516.7">24024 10213 0,'0'0'0,"0"-18"0,18 18 15,-1-17-15,1 17 0,0 0 16,-18-18-16,17 18 0,1 0 15,0 0-15,-1 0 16,-17 35-16,18-17 0,-18 0 16,0-1-16,18 1 0,-18-1 15,0 1-15,0 0 0,0-1 0,0 1 16,0 0-16,-36-18 0,36 17 16,-17-17-16,-1 18 15,-17-18-15,17 0 0,0 0 16,1 0-16</inkml:trace>
  <inkml:trace contextRef="#ctx0" brushRef="#br0" timeOffset="-106142.09">24342 10037 0,'0'-18'0,"0"0"31,17 18-31,1 0 16,-18-17-16,18 17 16,-1 0-16,1 0 15,-18 17 1,0 1-16,0 0 15,0-1-15,0 1 16,0-1-16,-18-17 0,18 18 0,-35 0 16,35-1-16,-18 1 15,18 0-15,-17-18 16,17 17 0,35-17-1,-17 0-15,17 0 16,-18 0-16,1 0 0,0 0 15,-1 0-15</inkml:trace>
  <inkml:trace contextRef="#ctx0" brushRef="#br0" timeOffset="-102438.81">25418 9754 0,'0'-17'16,"17"17"0,-34 0 46,-19 17-62,19-17 0,-1 36 16,-35-1-16,18-18 15,17-17-15,1 18 0,-1 0 0,-17-1 16,17-17-16,0 18 0,1-18 0,17 18 16,-18-18-16,0 17 0,1 1 15,17 0 16,17-18-31,19 0 0,-19 0 16,1 0-16,0 0 16,-1 0-16,19 0 0,-19 0 0,1 0 15,0 17-15,-1-17 0,1 0 16,-1 0-16,1 18 0,0-18 16,-18 18-16,0-1 15,0 1-15,-18-1 0,-17 1 16,35 0-16,-35-1 0,17-17 15,-17 18-15,17 0 0,0-18 0,1 17 16,-19 1-16,19-18 0,-1 18 0,0-1 16,1-17-16,-1 18 0,1-18 0,-1 17 15,0-17-15,1 18 0,-1-18 16,18 18-16,-18-18 0,18 17 16,0 1-1,18 0 1,0-1-16,17-17 15,0 18-15,-17-18 0,17 0 16,0 18-16,1-18 0,-1 0 16,0 0-16,1 0 0,-1 0 0,0 0 0,0 0 15,1 0-15,-1 0 0,-17 0 0,-1 0 16,18 0-16,-17 0 0,0 0 16,-1-18-16</inkml:trace>
  <inkml:trace contextRef="#ctx0" brushRef="#br0" timeOffset="-101847.74">25947 9860 0,'0'-18'0,"0"36"47,0 0-32,-18-18-15,18 35 0,0-17 16,-17-1-16,17 1 16,0 0-16,-18-18 15,18-18 32,0-17-31,18 17-16,-1 0 15,1-17-15,-1 17 16,1 1-16,0-1 16,-1 18-1,-17-17-15,18 17 16,0 0-16,-1 35 16,-17-18-1,18-17-15,-18 18 0,0 0 16,0-1-16,0 1 0,0 0 15,0-1-15,0 1 16,-18-18-16,18 18 16,0-1-1</inkml:trace>
  <inkml:trace contextRef="#ctx0" brushRef="#br0" timeOffset="-101639.74">26282 9966 0,'-18'0'0,"18"-18"16,36 18 15,-19 0-31,1 0 16,-1 0-1,1 0-15</inkml:trace>
  <inkml:trace contextRef="#ctx0" brushRef="#br0" timeOffset="-101225.48">26547 9860 0,'-18'0'0,"18"-18"15,0 1 1,0-1 0,35 1-1,-17 17-15,-1-18 16,1 18-16,0 0 16,-1-18-16,1 18 0,0 0 15,-1 0-15,-17 18 16,0 17-16,0-17 15,0-1-15,-17 1 16,17 0-16,-18-1 0,-17 1 16,17 0-16,0-18 0,1 17 15,-1 1-15,1 0 0,-1-18 16,0 17-16,1 1 0,-1-18 16,18 18-16,-18-18 0,18 17 15,18-17 1,17 0-1,1 0-15,-19 18 16,18-18-16,-17 0 0,0 0 16,17 0-16,-17 0 0,-1 0 0,1 0 0</inkml:trace>
  <inkml:trace contextRef="#ctx0" brushRef="#br0" timeOffset="-98231.59">26123 10407 0,'0'-18'15,"0"1"16,18 17-31,-1-18 16,1 18 0,0 0-16,-1 0 15,-17 18 1,0-1-16,0 1 16,0 0-1,-17-1-15,17 1 0,-18-1 16,0 1-1,1-18-15,17-18 47,17 18-31,-17-17-16,36-1 16,-19 1-16,1 17 15,-18-18-15,18 18 0,-18-18 16,17 18-16,-17-17 0,18 17 0,-18-18 15,18 18-15,-1 0 0,-17-18 16,-17 54 15,17-19-15,-18-17-16,18 18 0,-18-18 16,18 18-16,-17-1 0,17 1 15,-18-18-15,18 17 16,0 1-16,35 0 31,-17-18-15,0 0-16</inkml:trace>
  <inkml:trace contextRef="#ctx0" brushRef="#br0" timeOffset="-97925.66">26511 10407 0,'36'0'47,"-19"0"-31,1 0-16,-1 0 16,1 0-16,0 0 15</inkml:trace>
  <inkml:trace contextRef="#ctx0" brushRef="#br0" timeOffset="-97508.32">26829 10354 0,'0'-18'31,"17"18"-15,-17-17-1,18 17-15,0-18 16,-1 18-16,1 0 16,0 0-1,-18 18 1,0-1-1,-18 1-15,18 0 16,-35-18-16,35 17 0,-18-17 16,18 18-16,-18-18 0,18 18 0,-17-18 15,-1 17-15,0 1 16,1-1-16,17 1 31,35-18-31,-17 0 16,17 0-1,-17 0-15,-1 0 0,1 0 16</inkml:trace>
  <inkml:trace contextRef="#ctx0" brushRef="#br0" timeOffset="-97167.86">27146 9719 0,'18'0'15,"0"0"1,-18 35-16,17-35 15,-17 18-15,18 17 0,-1-17 0,-17 17 0,18 0 16,0 1-16,-1 52 0,-17-53 16,0 18-16,18 0 0,-18-18 15,0 18-15,0-18 0,0 1 0,-35-1 16,35 0-16,-36-17 0,36 17 0,-35-17 16,18 17-16,-1-17 0,-17-1 0,17 1 15,0-18-15,-17 18 0,17-18 0</inkml:trace>
  <inkml:trace contextRef="#ctx0" brushRef="#br0" timeOffset="-96688.89">26017 9613 0,'-17'18'0,"34"-36"0,-52 36 16,17 17-16,1-35 16,-1 18-16,1-1 0,17 1 15,-18 0-15,0-1 0,18 1 0,-17 17 16,-19 18-16,36-18 0,-17 1 15,-1-1-15,0 53 0,18-53 16,-17 1-16,17-1 0,0 0 0,0 1 16,0-1-16,0 0 0,0 0 0,35-17 15,-35 17-15,35-17 0,-17 17 16,0-17-16,-1-1 0,19 1 0,-19-18 16,18 18-16</inkml:trace>
  <inkml:trace contextRef="#ctx0" brushRef="#br0" timeOffset="-96120.28">27640 10107 0,'18'0'0,"-18"-18"15,0 54 17,0-1-17,0-17-15,0-1 0,0 19 16,0-19-16,0 18 0,-36 1 0,36-19 16,0 19-16,-17-19 0,17 19 0,0-19 15,0 18-15,0-17 0,-18 0 0,18-1 16,0 1-16,-17 0 0,17-1 0,-18 1 15</inkml:trace>
  <inkml:trace contextRef="#ctx0" brushRef="#br0" timeOffset="-95822.72">27658 10107 0,'0'0'16,"0"-18"-16,17 18 0,-17-17 15,18 17-15,0-18 16,-1 18-16,1 0 0,0 0 16,-1 0-16,1 0 15,-18 35-15,18-35 0,-18 18 0,17 17 16,-17-17-16,0 0 0,0-1 15,0 1-15,0 0 0,-35-1 0,17 1 16,18-1-16,-35-17 16,35 18-16,-18-18 0,1 18 0,-1-18 15,0 0 1</inkml:trace>
  <inkml:trace contextRef="#ctx0" brushRef="#br0" timeOffset="-95282.89">28028 9860 0,'0'0'0,"18"-18"16,-1 18-16,1 0 16,-18-17-16,18 17 0,-1 0 15,-17 35 1,0-17-16,0 17 16,0-17-16,0-1 0,0 1 15,0 0-15,-17-18 0,17 17 16,0 1-1,-18-18-15,18-18 47,0 1-47,18-1 16,-18-17-16,17 35 0,-17-18 16,18 0-16,0 1 0,-1-1 15,-17 0 1,0 54 15,0-19-31,-17 1 16,17 0-16,-18-1 15,18 1-15,0 0 16,0-1-16,0 1 16,0 0-1,18-18 1</inkml:trace>
  <inkml:trace contextRef="#ctx0" brushRef="#br0" timeOffset="-95095.59">28399 9966 0,'0'0'0,"35"0"47,-17 0-47,-1 0 15</inkml:trace>
  <inkml:trace contextRef="#ctx0" brushRef="#br0" timeOffset="-94639.08">28646 9895 0,'0'-17'0,"0"34"0,-18-34 0,18-1 15,0 0 1,35 1-1,-17-1-15,-1 1 16,1 17 0,0-18-16,-1 18 15,1 0-15,0 0 16,-18 18 0,17-18-16,-17 35 0,0-18 15,0 19-15,-35-36 16,35 17-16,0 1 0,-18 0 0,-17-1 15,35 1-15,-18-18 16,1 18-16,-1-1 0,1 1 0,-1-18 16,18 18-16,-18-18 15,54 0 32,-19 0-47,1 0 16,-1 0-16,1 0 0,0 0 15,-1 0-15,19 0 0</inkml:trace>
  <inkml:trace contextRef="#ctx0" brushRef="#br0" timeOffset="-93959.33">29263 10266 0,'0'-18'16,"18"1"-16,-18-1 15,0 0 1,-18 18-16,-17 0 15,-1 0-15,19 0 16,-1 0-16,0 18 0,1-18 0,-18 0 16,17 35-16,0-17 15,1-18-15,17 17 0,-18-17 0,18 18 16,0 0-16,0-1 31,18-17-31,17 0 16,-17 0-16,17 0 15,-35-17-15,17 17 0,1 0 16,0-18-16,-1 0 0,1 18 16,-18-17-16,18 17 0,-1-18 15,1 1 1,0 17-16,-1 0 16,-17 17 15,0 18-31,0-17 15,0 0-15,-35-1 0,35 1 0,0 0 16,0-1-16,-18 1 0,18 0 0,0 17 16,-17-18-16,17 1 0,-18 0 0,18 17 15,-18-17-15,18-1 0,-17 1 0,17 0 16,0-1-16,-18 1 0,18 0 16,0-1-16,-18-17 0,18 18 15,36-18 16,-36-35-31,17 35 0,1-18 16,17 0-16,-17 18 16,0-17-16,-18-1 0,17 0 0,1 1 15,-1-1-15,1 18 0,0-35 0,-1 17 16</inkml:trace>
  <inkml:trace contextRef="#ctx0" brushRef="#br0" timeOffset="-92927.63">29492 9895 0,'0'18'78,"0"17"-78,0-17 15,0 0-15,0-1 0,0 1 16,0 0-16,-17-1 16,17 1-16,0-1 31,-18-17-15,18-17 15,0-18-16,0 17-15,0 0 16,0 1-16,0-1 0,18 0 16,-18 1-16,17-1 15,1 0-15,-1 18 16,-17-17-16,18 17 0,0 0 16,-1 0-1,1 17 1,-18 1-1,18 0-15,-18 17 16,0-17-16,0-1 16,0 1-16,0 0 15,0-1-15,-36 1 16,19-1-16</inkml:trace>
  <inkml:trace contextRef="#ctx0" brushRef="#br0" timeOffset="-92722.74">29827 10019 0,'0'-18'15,"18"18"1,0 0-16,-1 0 16,1 0-16</inkml:trace>
  <inkml:trace contextRef="#ctx0" brushRef="#br0" timeOffset="-92119.8">30092 9948 0,'0'0'16,"0"-17"-16,-18 17 0,18-18 16,0 0-1,18 18-15,-18-17 16,35 17-16,-17 0 15,-18-18 1,17 18-16,-17 35 31,0-17-31,0 0 16,0 17-16,-17-35 16,17 18-16,0-1 0,-18-17 0,18 18 15,0 0-15,-35-1 16,53-34 31,-1-1-32,-17 0 1,18 1-16,-1-1 16,1 0-16,-18 1 0,18 17 15,-18-18-15,17 0 0,-17 1 16,18 17-1,-18 17 17,-35-17-32,35 36 15,-18-19-15,18 1 16,0 0-16,0-1 0,-18-17 16,18 18-16,0 0 15,0-1-15,0 1 16,36-18-1,-36 17-15,17-17 0,1 0 16,0 0-16</inkml:trace>
  <inkml:trace contextRef="#ctx0" brushRef="#br0" timeOffset="-89811.92">21272 11501 0,'0'0'0,"36"0"32,-19 0-32,1 0 15,17 0-15,-17-18 16,0 18-16,-1 0 16</inkml:trace>
  <inkml:trace contextRef="#ctx0" brushRef="#br0" timeOffset="-89610.42">21131 11589 0,'-17'0'16,"34"0"-16,-34 17 0,52-17 31,-17 0-15,-1 0-16,1 0 0,0 0 15,-1 0-15,18 0 0,-17 0 0,17 0 16,-17 0-16,0 0 0,17 0 0,-17 0 16,-1 0-16</inkml:trace>
  <inkml:trace contextRef="#ctx0" brushRef="#br0" timeOffset="-89159.94">21819 11412 0,'0'0'0,"0"18"31,0 0-15,-17 17-16,17-17 16,0-1-16,0 1 15,0-1-15,0 1 0,0 0 0,0-1 16,0 1-16,0 0 0,0-1 15,17-17-15,-17-17 32,18 17-32,-18-18 15,0-17-15,18 17 0,-18 0 16,0 1-16,17-1 0,-17 1 16,18-1-16,-18 0 0,17 1 0,1-1 15,-18 0-15,18 18 0,-1-17 16,1 17-16,0 0 15,-1 0-15,1 0 16,0 0-16,-18 17 0,17-17 16,-17 18-16,18-18 0,-18 18 15,0-1-15,18 1 0,-18 0 0,0-1 16,0 1-16,0-1 0,0 1 16,-36 0-16,19-1 0,-1-17 15,18 18-15,-18-18 16</inkml:trace>
  <inkml:trace contextRef="#ctx0" brushRef="#br0" timeOffset="-88879.69">22490 11359 0,'0'-17'31,"0"34"-31,-18-34 16,-17 34 0,17 19-16,0-19 15,18 1-15,0 0 0,-17-1 16,17 1-16,0 0 0,-18-1 0,18 1 16,0-1-16,0 19 15,0-19-15,0 1 0,0 0 0,35-1 16,-17 1-16,17-18 15,-17 0-15,0 0 0</inkml:trace>
  <inkml:trace contextRef="#ctx0" brushRef="#br0" timeOffset="-88468.04">22701 11448 0,'0'-18'16,"-17"53"15,17-17-31,0 17 16,-18-17-16,18-1 0,0 1 15,0 0-15,0-1 16,0 1-16,0 0 16,0-54 15,18 36-31,-18-17 15,35 17-15,-35-36 0,18 36 16,-18-17-16,17-1 0,-17 1 0,18 17 16,-1-18-16,-17 0 0,18 18 0,0-17 15,-1-1-15,1 18 16,0 0 0,-18 18-1,0-1-15,0 1 16,17-18-16,-17 18 0,0-1 15,0 1-15,0-1 16,0 1 0,18-18-16,0 0 15,-1 0-15</inkml:trace>
  <inkml:trace contextRef="#ctx0" brushRef="#br0" timeOffset="-88295.86">23177 11501 0,'18'0'63,"0"0"-63,-1 0 16,19-18-16,-19 18 15</inkml:trace>
  <inkml:trace contextRef="#ctx0" brushRef="#br0" timeOffset="-88094.63">23477 11395 0,'-35'17'16,"35"1"-1,0 0-15,0-1 16,0 1-16,0 0 0,0-1 15,0 1-15,0-1 16,0 1-16,0 0 16,18-18-1</inkml:trace>
  <inkml:trace contextRef="#ctx0" brushRef="#br0" timeOffset="-87820.01">23566 11271 0,'0'0'0,"17"0"15,1 0 17,-1 0-32,-17 18 0,18-18 15,-18 18-15,18-18 0,-18 17 0,17 1 16,-17-1-16,18 1 0,0 0 15,-18-1-15,17 1 0,-17 0 0,18-1 16,-18 1-16,0 17 0,0-17 0,0-1 16,0 1-16,0 0 0,-35-1 15,17 1-15,0 0 16,1-18-16</inkml:trace>
  <inkml:trace contextRef="#ctx0" brushRef="#br0" timeOffset="-87506.88">24183 11395 0,'0'17'0,"-18"-17"0,18 18 16,-17 17-16,17-17 0,-18 0 16,18-1-16,-18 1 0,18-1 0,-17 19 15,17-19-15,0 1 0,0 17 0,-18-17 16,18 0-16,0 17 0,0-18 16,0 1-16,-18 0 0,18-1 0,0 1 0,0 0 15,0-1-15,-17 1 0,17 0 0,0-1 16</inkml:trace>
  <inkml:trace contextRef="#ctx0" brushRef="#br0" timeOffset="-87214.27">24201 11395 0,'0'0'16,"17"0"-16,-17-18 0,18 18 16,-1 0-16,1 0 0,-18-18 15,18 18-15,-1 0 0,1 0 16,0 0-16,-1 18 16,1-18-16,-18 35 0,0-17 15,0 0-15,0 17 16,-18-35-16,18 18 15,-17-18-15,17 17 0,-36-17 0,19 18 16,-1-18-16,0 0 16,1 0-1</inkml:trace>
  <inkml:trace contextRef="#ctx0" brushRef="#br0" timeOffset="-86850.81">24536 11254 0,'0'0'16,"0"-18"-16,0 0 15,0 1 1,35 17-16,-17 0 15,-1-18-15,1 18 16,0 0-16,-1 0 16,-17 35-1,0-17-15,0 0 16,-17 35-16,17-36 16,-36 1-16,19-1 15,17 1-15,0 0 0,-18-18 16,18 35-16,18-35 31,17 0-31,-17 0 16,17 0-16,0 0 0,-17 0 0,17-18 15</inkml:trace>
  <inkml:trace contextRef="#ctx0" brushRef="#br0" timeOffset="-82645.72">25629 11165 0,'0'-17'62,"-17"17"-15,-1 0-31,0 35-16,1-35 15,-1 18-15,0-1 0,1 1 0,-1 0 16,-17-1-16,17 1 0,1 0 16,-1 17-16,0-18 0,1 1 0,-1 0 15,18 17-15,-18-17 0,18-1 0,0 1 16,0 0-16,0-1 0,0 1 0,0-1 16,0 1-16,36 0 0,-19-1 15,19 1-15,-19-18 0,1 0 16,0 18-16,17-18 0,-18 0 0,19 0 15</inkml:trace>
  <inkml:trace contextRef="#ctx0" brushRef="#br0" timeOffset="-82081.86">25982 11395 0,'0'-18'0,"0"36"0,0-54 15,0 19-15,0-1 16,0 1 0,-18 17-1,1 0-15,-1 0 16,-17 17-16,17-17 16,1 18-16,-1-1 0,0-17 15,18 36-15,-17-36 0,17 17 16,-18 1-16,18 0 0,0-1 15,18-17 1,17 0 0,-17 0-16,-18-17 15,35 17-15,-17-18 0,-1 0 16,1 18-16,-1-35 0,1 17 16,0 18-16,-18-17 0,17 17 15,-17-18-15,18 18 0,-18 35 31,0 1-31,0-19 16,0 1-16,0 0 0,0-1 0,0 19 16,0-19-16,0 1 0,-18-1 15,18 1-15,0 0 0,0-1 0,-17 1 16,17 0-16,0-1 0,0-34 47,17 17-32,-17-18-15,18 18 0,-18-35 0,35 35 16,-17-18-16,-18 0 0,18 1 0,-1-1 16,1 18-16,-1-17 0,1-1 0,0 18 15,-1-18-15,1 1 0,0 17 0,-18-18 16</inkml:trace>
  <inkml:trace contextRef="#ctx0" brushRef="#br0" timeOffset="-81868.77">26370 11324 0,'-18'0'16,"54"0"0,-19 0-1,1 0 1,17 0-16,-17 0 15,0 0-15,-1 0 0,1 0 16,-18-17-16,18 17 0</inkml:trace>
  <inkml:trace contextRef="#ctx0" brushRef="#br0" timeOffset="-81643.69">26529 11201 0,'0'0'15,"-18"0"1,1 35 0,17-17-16,-18-18 0,18 17 15,0 1-15,0 0 0,-18 17 16,18-18-16,0 1 0,0 0 16,0-1-16,0 1 15,0 0-15,18-18 16,17 0-16,-17 0 15</inkml:trace>
  <inkml:trace contextRef="#ctx0" brushRef="#br0" timeOffset="-81396.36">26846 11271 0,'0'-17'0,"0"34"0,0 1 31,-35-18-31,35 18 15,0-1-15,-18 1 0,18 17 16,-17-17-16,17 17 0,0-17 0,0 17 16,-18 0-16,18-17 0,0 17 0,0 0 15,0-17-15,0 17 0,0-17 0,0 0 16,0 17-16,0 0 0,0-17 16,0-1-1,18-17-15,-1-35 16</inkml:trace>
  <inkml:trace contextRef="#ctx0" brushRef="#br0" timeOffset="-81118.08">26899 11289 0,'0'0'15,"18"0"-15,-18-18 0,18 1 16,-1 17-1,1 0-15,-1 0 16,1 0-16,0 0 0,-1 0 16,1 17-16,0 19 15,-1-36-15,-17 17 0,0 1 0,18-1 16,-18 1-16,0 0 16,0-1-16,0 1 0,-35-18 15,35 18-15,-18-18 0,0 17 16,-17-17-16,17 0 15,1 0-15,-1 0 16</inkml:trace>
  <inkml:trace contextRef="#ctx0" brushRef="#br0" timeOffset="-80826.74">27340 11042 0,'0'-18'15,"18"18"1,0 0 0,-18 36-16,35-36 0,-18 17 15,1 18-15,0-17 16,-18 0-16,17 17 0,1-17 0,-18 17 0,18-17 15,-18 17-15,0 35 16,0-34-16,-18 17 16,-17-36-16,-1 1 15,36 0-15,-17-18 0,-1 0 16</inkml:trace>
  <inkml:trace contextRef="#ctx0" brushRef="#br0" timeOffset="-78864.44">27622 10954 0,'0'-18'16,"0"36"46,18-1-46,-18 19-16,0-19 15,0 1-15,0 0 0,0-1 16,-18-17-16,18 18 0,-17-18 16,17 17-1,-18-17 1,18-35 0,0 18-16,0-1 15,0 0-15,18 1 0,-18-1 16,35 0-16,-17 1 0,-18-1 15,17 18-15,-17-18 16,18 1 0,0 17-16,-1 0 15,1 0-15,0 17 16,-1-17-16,-17 36 0,18-36 16,-18 17-16,0 1 0,0 0 15,0-1-15,0 1 0,0 0 16,0-1-16,-18 1 0,18-1 15,-17-17-15,-1 18 16</inkml:trace>
  <inkml:trace contextRef="#ctx0" brushRef="#br0" timeOffset="-78659.99">28011 11042 0,'17'0'63,"1"0"-48,-1 0-15,1 0 16</inkml:trace>
  <inkml:trace contextRef="#ctx0" brushRef="#br0" timeOffset="-78304.47">28257 10936 0,'0'0'0,"-17"0"0,17-18 16,35 1 15,-17 17-31,-1 0 16,1-18-16,0 18 15,-18 35 1,0-17 0,0 17-16,-18-35 15,18 18-15,-35 0 0,17-1 16,18 1-16,-18 0 15,1-18-15,17 17 0,-18-17 0,18 18 16,-17-18-16,17 17 0,0 1 31,17-18-15,18 0-16,1 18 0,-19-18 16,1 0-16,17 0 0,-17 0 0,17 0 15</inkml:trace>
  <inkml:trace contextRef="#ctx0" brushRef="#br0" timeOffset="-77325.78">21078 12382 0,'36'0'46,"-19"0"-30,1 0 0,0 0-16,-1 0 0,1 0 0,0 0 15,-1 0-15,1 0 0,-1-17 16,1 17-16</inkml:trace>
  <inkml:trace contextRef="#ctx0" brushRef="#br0" timeOffset="-77143.77">21202 12418 0,'0'0'16,"0"17"-1,18-17 17,-1 0-17,18 0 1,-17 0-16,17 0 0,1 0 15,-1 0-15</inkml:trace>
  <inkml:trace contextRef="#ctx0" brushRef="#br0" timeOffset="-76678.7">21749 12241 0,'0'0'0,"-18"0"31,18 36-15,-18-19-16,18 19 15,0-19-15,0 1 0,0-1 16,0 1-16,0 0 0,0-1 16,0 1-16,0 0 0,0-1 15,0-34 32,0-19-47,0 19 16,0-1-16,18 0 0,-18 1 0,0-1 15,0 1-15,0-1 0,18 0 16,-1 1-16,-17-1 0,18 18 0,-18-18 16,18 18-16,-18-17 0,17 17 0,1 0 15,0 0-15,-1 0 16,1 0-16,-1 0 0,1 17 15,0-17-15,-18 18 0,17-18 16,-17 35-16,18-17 0,-18 35 16,0-36-1,18 1-15,-18 0 0,0-1 0,0 1 16,0 0-16,-36-18 0,36 17 16,-17-17-16,17 18 15</inkml:trace>
  <inkml:trace contextRef="#ctx0" brushRef="#br0" timeOffset="-76413.69">22419 12188 0,'0'0'0,"0"-17"15,-18 17-15,1 0 16,-19 17-1,19 1-15,-1-18 16,18 35-16,-17-17 0,-1 0 0,18 17 16,-18-17-16,18-1 0,-17 1 0,17-1 15,-18 1-15,18 0 0,0 17 0,0-17 16,0-1-16,0 1 0,0 0 16,18-1-16,17-17 15,-17 0 1</inkml:trace>
  <inkml:trace contextRef="#ctx0" brushRef="#br0" timeOffset="-75999.47">22560 12312 0,'0'-18'0,"0"36"0,0-18 47,-18 0-47,18 18 0,-17 17 15,17-18-15,0 1 0,-18 0 0,18-1 16,0 1-16,-17 0 0,17-1 0,0 1 16,0 0-16,0-36 47,0 0-47,17 18 15,-17-35-15,0 17 0,18 1 0,-18-1 16,17 0-16,-17 1 0,18-1 0,-18 1 15,18 17-15,-18-18 0,17-17 16,1 35-16,0-18 0,-1 18 16,1 0-1,-18 18 1,0-1-16,18-17 0,-18 36 16,17-19-16,-17 1 0,0-1 0,0 1 15,0 0-15,0-1 0,0 1 16,0 0-16,0-1 15</inkml:trace>
  <inkml:trace contextRef="#ctx0" brushRef="#br0" timeOffset="-75803.86">22966 12435 0,'-18'0'16,"36"0"15,-1 0-15,1 0-16,0 0 16,-1 0-16</inkml:trace>
  <inkml:trace contextRef="#ctx0" brushRef="#br0" timeOffset="-75613.91">23160 12330 0,'0'17'47,"0"1"-47,-18-18 16,18 35-16,0-17 0,0-1 15,-17 1-15,17 0 0,0-1 16,0 1 0</inkml:trace>
  <inkml:trace contextRef="#ctx0" brushRef="#br0" timeOffset="-75291.79">23230 12136 0,'0'0'0,"0"-18"16,18 18 0,0 0-16,17 0 15,-35 35-15,18-35 0,-1 18 16,1-18-16,0 35 0,-1-17 0,-17-1 15,18 19-15,-1-19 0,-17 36 16,18-35-16,-18 17 0,0-17 0,0 17 16,0-17-16,0-1 0,0 1 0,0 17 15,0-17-15,-35 0 0,17-1 16,18 1-16,-17-1 0,-1-17 16,18 18-16,-35-18 0,35 18 15,-18-18-15</inkml:trace>
  <inkml:trace contextRef="#ctx0" brushRef="#br0" timeOffset="-75024.77">23724 12418 0,'0'0'0,"-17"0"15,-1 0-15,18 35 0,-18-35 16,18 18-16,-17-1 0,17 19 0,0-19 16,0 1-16,0 0 0,0 17 0,-18-18 15,18 1-15,0 17 0,0-17 0,0 0 16,-18-1-16,18 19 0,0-19 16,0 1-16,0-1 0,0 1 0,0 0 15,-17-1-15,17 1 0</inkml:trace>
  <inkml:trace contextRef="#ctx0" brushRef="#br0" timeOffset="-74735.71">23724 12453 0,'0'-18'16,"0"36"-16,18-53 0,0 35 15,-1-18 1,1 18-16,-1 0 0,1 0 0,0 0 16,-1 0-16,1 18 0,0-18 15,-18 35-15,17-35 0,-17 18 16,0-1-16,0 1 0,0 0 0,0-1 16,0 1-16,-35 0 0,17-1 15,1-17-15,-1 18 0,0-18 16,1 17-16,-18-17 0,17 0 0,0 0 15,1 0-15,-1 0 0,0 0 16,18-17 0</inkml:trace>
  <inkml:trace contextRef="#ctx0" brushRef="#br0" timeOffset="-74383.69">24059 12330 0,'0'0'0,"0"-18"31,18 18-15,-18-18-16,35 18 15,-17 0-15,0 0 16,-1 0-1,-17 18-15,18-18 16,-18 18-16,0 17 0,0-18 16,0 1-16,0 0 0,-18-18 15,18 17-15,0 1 0,-35-18 0,35 18 16,-18-1-16,1 1 16,17 0 15,35-18-31,0 0 0,-17 0 15,17 0-15,-17 0 0,17 0 0,-17 0 0</inkml:trace>
  <inkml:trace contextRef="#ctx0" brushRef="#br0" timeOffset="-68046.59">6262 12682 0,'0'0'0,"0"-17"32,0 34 15,0 19-47,0-19 15,0 19-15,-18-19 16,18 1-16,-17-1 0,17 1 0,-18 17 0,18-17 15,-18 0-15,18-1 0,-17 1 0,17 0 16,-18-1-16,18 1 0,-18-1 16,18 1-16,-17-18 0,17-18 47,0 1-32,17 17-15,-17-18 0,18 1 16,-18-1-16,18 18 15,-18-18-15,17 18 16,1 0-16,0 0 16,-1 0-16,1 0 0,-1 0 15,1 0-15,0 18 0,-1-18 0,1 0 16,0 18-16,-1-18 0,1 0 0,-18 17 16,18-17-16,-1 0 0,1 18 0,-1-18 15,1 0-15</inkml:trace>
  <inkml:trace contextRef="#ctx0" brushRef="#br0" timeOffset="-67830.72">6403 12806 0,'18'0'47,"17"0"-47,-18 0 15,19 0 1,-19 0-16</inkml:trace>
  <inkml:trace contextRef="#ctx0" brushRef="#br0" timeOffset="-67626.63">6350 12577 0,'18'0'31,"17"0"-31,0 0 15,-17 0-15,-1 0 0,1 0 16,17 0-16</inkml:trace>
  <inkml:trace contextRef="#ctx0" brushRef="#br0" timeOffset="-67347.33">7073 12471 0,'0'0'0,"-35"0"0,17 0 15,1 0-15,-1 35 16,0-35-16,18 18 0,-17-1 0,17 1 16,-18 0-16,0-1 0,18 1 15,-17 17-15,17-17 0,-18 17 0,1-17 16,17-1-16,-18 19 0,18-19 0,0 1 15,-18 17-15,18-17 0,0-1 0,0 1 16,0 0-16,36-1 0,-19 1 16,18-18-16,-17 0 15,0 0-15</inkml:trace>
  <inkml:trace contextRef="#ctx0" brushRef="#br0" timeOffset="-67099.04">7197 12629 0,'0'18'32,"0"17"-32,0-17 15,17 0-15,-17-1 16,18 1-16,-18 0 0,18-1 15,-18 1-15,17-1 0,1 1 16,-18 0-16,17-18 0,-17 17 16</inkml:trace>
  <inkml:trace contextRef="#ctx0" brushRef="#br0" timeOffset="-66866.9">7373 12665 0,'-35'0'15,"35"17"1,-18 1-16,18 0 16,0-1-16,-18 1 15,18 0-15,-17-1 0,17 1 0,-18-1 16,18 1-16,-17-18 0,17 18 15,0-1-15</inkml:trace>
  <inkml:trace contextRef="#ctx0" brushRef="#br0" timeOffset="-66471.94">7514 12541 0,'0'0'0,"0"-17"15,18 17-15,-1 0 16,1 0-16,0 0 15,-1 17-15,-17 19 16,0-19 0,0 1-16,-17-1 15,17 1-15,-36 0 16,19-18-16,17 17 0,-18-17 16,18 18-16,-17-18 31,17 18-16,35-18 17,-18 0-32,19 0 15,-19 0-15</inkml:trace>
  <inkml:trace contextRef="#ctx0" brushRef="#br0" timeOffset="-66196.78">7902 12524 0,'0'0'0,"-17"0"0,34 17 47,18 1-32,-17 17-15,-18-17 0,18-1 16,-18 1-16,0 0 0,0-1 0,17 1 15,-17 0-15,18 17 0,-18-17 0,0-1 16,0 1-16,0-1 0,0 1 16,0 0-16,-35-1 0,35 1 0,-18-18 15,18 18-15,-18-18 0,18 17 0,-35-17 16</inkml:trace>
  <inkml:trace contextRef="#ctx0" brushRef="#br0" timeOffset="-65981.71">8255 12771 0,'0'17'31,"18"1"-16,-1-18 1,1 0 0</inkml:trace>
  <inkml:trace contextRef="#ctx0" brushRef="#br0" timeOffset="-65808.14">8202 12894 0,'0'18'0,"18"-18"31,-1 0-31,19 0 16,-19 0-16,1 0 0</inkml:trace>
  <inkml:trace contextRef="#ctx0" brushRef="#br0" timeOffset="-65378.73">8855 12612 0,'0'-18'0,"0"53"31,0-17-31,0 17 16,0-17-16,0 0 0,-18-1 16,18 19-16,0-19 0,-18 1 0,18-1 15,-17 1-15,-1 0 0,18-1 16,-17 1-16,17 0 0,-18-18 16,36-18 30,-1 0-30,1 1-16,-1 17 16,1 0-1,0 0 1,-1 0 0,1 17-16,0-17 15,-1 0-15,19 18 0,-19-18 16,1 0-16,-1 0 15,1 0-15,0 0 16</inkml:trace>
  <inkml:trace contextRef="#ctx0" brushRef="#br0" timeOffset="-65171.72">8837 12735 0,'0'18'31,"18"-18"-15,-1 0-16,1 0 16,17-18-1,-17 18-15</inkml:trace>
  <inkml:trace contextRef="#ctx0" brushRef="#br0" timeOffset="-64963.32">8855 12541 0,'0'-17'31,"35"17"-15,-17 0-16,17 0 15,-17 0-15,-1 0 0</inkml:trace>
  <inkml:trace contextRef="#ctx0" brushRef="#br0" timeOffset="-64671.82">9419 12471 0,'0'-18'0,"-17"18"16,-1 0-1,0 18-15,1-18 0,17 17 16,-18-17-16,0 36 0,18-19 0,-17 1 15,-1 0-15,18-1 0,-18 1 0,18-1 16,-17 1-16,17 0 0,-18 17 0,18-17 16,0-1-16,0 1 0,0 0 15,0-1-15,0 1 0,0-1 16,0 1-16,0 0 0,18-18 0,-18 17 16,17-17-16,-17 18 0,36-18 15,-19 0-15</inkml:trace>
  <inkml:trace contextRef="#ctx0" brushRef="#br0" timeOffset="-64422.67">9472 12665 0,'0'17'47,"0"1"-47,18-18 0,-18 18 16,17 17-16,-17-17 15,18-1-15,0 1 0,-18-1 16,17 1-16,1 0 16</inkml:trace>
  <inkml:trace contextRef="#ctx0" brushRef="#br0" timeOffset="-64180.09">9631 12647 0,'-18'0'0,"1"18"16,17-1-1,-18-17-15,18 18 0,-18-18 16,1 35-16,-1-17 0,18 0 16,-18-18-16,1 17 0,17 1 0,-18-18 15,18 17-15,-18-17 0,18 18 16,-17-18-16,17 18 0,-18-18 16,18 17-16</inkml:trace>
  <inkml:trace contextRef="#ctx0" brushRef="#br0" timeOffset="-63848.77">9878 12594 0,'-18'0'32,"0"18"-17,18-1 1,-17-17-16,17 18 0,-18 0 0,18-1 16,0 1-16,-17 0 0,17-1 0,0 1 15,-18-18-15,18 35 0,0-17 16,0-1-16,-18-17 15,18 18-15,0 0 0,0-1 16,36-17 0,-19 0-16,1 0 0</inkml:trace>
  <inkml:trace contextRef="#ctx0" brushRef="#br0" timeOffset="-63599.03">10054 12665 0,'0'0'0,"0"17"47,0 1-47,0 0 15,18-18-15,-18 17 0,0 1 16,17 0-16,1-1 0,-18 1 15,18-18-15,-1 17 0,-17 1 16,18-18-16,-18 18 0,18-18 16</inkml:trace>
  <inkml:trace contextRef="#ctx0" brushRef="#br0" timeOffset="-63366.39">10195 12665 0,'-17'17'16,"-1"-17"-16,18 18 0,-18-18 16,18 18-16,0-1 0,-17 1 0,-1 0 15,18-1-15,-18-17 0,18 18 16,-17-1-16,17 1 0,-18-18 15,18 18-15,-17-1 16</inkml:trace>
  <inkml:trace contextRef="#ctx0" brushRef="#br0" timeOffset="-63170.91">10336 12753 0,'18'0'31,"17"0"-31,1 0 16,-19-18-16,1 18 15,17 0-15,-17 0 0</inkml:trace>
  <inkml:trace contextRef="#ctx0" brushRef="#br0" timeOffset="-62944.25">10654 12629 0,'0'18'16,"-18"-18"-16,18 18 15,-17-1 1,17 1-16,0 0 0,0-1 16,0 1-16,-18 0 0,18-1 15,0 1-15,0-1 16</inkml:trace>
  <inkml:trace contextRef="#ctx0" brushRef="#br0" timeOffset="-62660.74">10742 12559 0,'18'0'15,"-18"18"-15,17-18 16,1 35-16,0-18 16,-1 1-16,-17 0 0,0-1 0,18-17 15,-18 18-15,0 0 0,18-1 0,-18 1 16,0 0-16,0-1 0,0 1 16,0-1-16,-36-17 0,36 18 15,-17 0-15,-1-18 16</inkml:trace>
  <inkml:trace contextRef="#ctx0" brushRef="#br0" timeOffset="-62301.83">11095 12382 0,'17'18'31,"1"17"-31,17 1 16,-17-19-16,0 19 15,-1-1-15,-17-17 0,18-1 16,-18 18-16,18-17 0,-18 17 0,17 18 16,-17-35-16,0 0 0,0-1 15,0 1-15,0-1 0,-35 1 0,35 0 16,-35-1-16,-1 1 0,36 0 16,-17-18-16,-19 17 0</inkml:trace>
  <inkml:trace contextRef="#ctx0" brushRef="#br0" timeOffset="-59831.59">11518 12771 0,'0'0'0,"18"17"31,17-17-15,-17 0-1,-1 0-15,1 0 0,0 0 16,-1 0-16,1 0 0,0 0 0,-1 0 16,1 0-16,-1 0 0,1 0 0,0 0 15,-1 0-15,1-17 16</inkml:trace>
  <inkml:trace contextRef="#ctx0" brushRef="#br0" timeOffset="-59550.36">11765 12647 0,'-18'18'31,"18"17"-15,0-17-16,0-1 16,0 1-16,0 0 0,0-1 15,0 1-15,0-1 0,0 1 16,0 0-16,0-1 0,0 1 16,18-18-16</inkml:trace>
  <inkml:trace contextRef="#ctx0" brushRef="#br0" timeOffset="-59211.9">12400 12629 0,'0'18'31,"0"0"-31,-18 17 16,18-17-16,0-1 0,0 1 15,-17 0-15,17-1 0,0 1 16,0-1-16,0 1 0,-18-18 16,18 18-16,0-1 0,0 1 15,0 0 1,18-18-16,-1 0 15,19 0-15,-19 0 16,1 0-16,0 0 0,-1 0 0,1 0 16,0 0-16,-1 0 0,1 0 0,17-18 15,-17 18 1</inkml:trace>
  <inkml:trace contextRef="#ctx0" brushRef="#br0" timeOffset="-58975.96">12471 12788 0,'0'0'0,"17"0"47,19 0-47,-19 0 15,1 0-15,0 0 0,-1 0 16,1-17-16,-1 17 0,1 0 0,0 0 16,-1-18-16,-17 0 15</inkml:trace>
  <inkml:trace contextRef="#ctx0" brushRef="#br0" timeOffset="-58763.32">12471 12629 0,'35'0'47,"-17"0"-47,17 0 15,-17 0-15,-1-17 0,1 17 16,17 0-16,-17 0 0,-1 0 0,1 0 15,0 0-15,17-18 0</inkml:trace>
  <inkml:trace contextRef="#ctx0" brushRef="#br0" timeOffset="-58496.2">13106 12524 0,'-36'0'16,"19"0"-1,-1 0-15,-17 0 16,17 0-16,1 17 0,-1 1 16,0-18-16,18 35 0,-17-17 15,17-1-15,-18-17 0,18 18 0,0 0 16,-18-1-16,18 1 0,0 0 0,0-1 16,0 1-16,0 0 0,0-1 15,141 36 32,-88-53-47,-17 0 0</inkml:trace>
  <inkml:trace contextRef="#ctx0" brushRef="#br0" timeOffset="-58267.8">13282 12647 0,'0'-18'0,"0"36"62,0 0-62,18-1 16,-18 19-16,17-19 16,1-17-16,-18 18 0,18-18 0,-1 18 15,-17-1-15,18-17 0,0 18 16</inkml:trace>
  <inkml:trace contextRef="#ctx0" brushRef="#br0" timeOffset="-58051.82">13423 12665 0,'0'0'0,"-17"0"15,17 17 1,-18-17-16,18 18 0,-18-18 16,18 18-16,-17 17 0,17-17 15,-18-1-15,0 1 16,18-1-16,-17-17 0,17 18 16,-18-18-16,18 18 0</inkml:trace>
  <inkml:trace contextRef="#ctx0" brushRef="#br0" timeOffset="-57765.92">13582 12524 0,'0'0'15,"0"-18"-15,35 18 16,-17 0-16,-1 0 16,1 0-16,0 0 0,-1 0 15,-17 35-15,18-35 0,0 18 16,-1 0-16,1-1 0,0 1 0,-1 35 16,-17-36-16,0 54 15,-35-53-15,35 17 0,-35-18 16,17 1-16,-17 0 0,-1-1 15,1 1-15,-18 0 0</inkml:trace>
  <inkml:trace contextRef="#ctx0" brushRef="#br0" timeOffset="-56900.46">8255 13529 0,'-18'0'0,"54"0"47,-19 0-31,1 18-16,0-18 16,-1 0-16,1 0 0,-1 0 15,1 0-15,17 0 0,-17 0 0,0 0 16,-1 0-16,1 0 0</inkml:trace>
  <inkml:trace contextRef="#ctx0" brushRef="#br0" timeOffset="-56682.64">8326 13705 0,'17'18'16,"18"-18"0,-17 0-1,0 0-15,-1 0 0,1 0 16,0 0-16,17 0 0,-17 0 0,-1 0 16,1 0-16,-1 0 0,19 0 0</inkml:trace>
  <inkml:trace contextRef="#ctx0" brushRef="#br0" timeOffset="-56166.83">9331 13441 0,'-18'0'16,"18"17"-1,0 1 1,0 17-16,0-17 0,0 0 16,0-1-16,0 1 0,0 0 15,0-1-15,0 1 0,0-1 0,0 1 16,0 0-16,0-1 0,0 1 15,0-36 17,0 1-17,0-19-15,36 19 0,-36-1 16,0 1-16,17-1 0,-17 0 0,18 1 16,0-19-16,-18 19 0,17-1 0,-17 0 15,18 18-15,-18-17 0,17-1 16,1 18-16,0-17 0,-1 17 15,1 0-15,0 0 16,-1 0-16,1 17 16,0 18-16,-18-17 15,17 0-15,-17-1 0,0 1 0,0 0 16,0-1-16,0 1 0,0 17 16,0-17-1,0-1-15</inkml:trace>
  <inkml:trace contextRef="#ctx0" brushRef="#br0" timeOffset="-55882.61">10160 13353 0,'0'-18'16,"0"36"-16,-35-36 0,17 18 15,0 0 1,1 18-16,-1-18 16,18 35-16,-17-35 0,-1 35 0,18-17 15,-18-1-15,1 1 0,17 0 0,-18 17 16,18-17-16,0 17 0,-18-17 16,18-1-16,0 1 0,0-1 0,0 19 15,0-19-15,0 1 0,18 0 0,-18-1 16,35-17-16,1 18 15,-19-18-15,1 0 0,-1 0 0,1 0 0</inkml:trace>
  <inkml:trace contextRef="#ctx0" brushRef="#br0" timeOffset="-55667.07">10354 13476 0,'0'0'16,"0"-18"-16,-18 18 15,1 0 1,17 36-16,-18-36 0,18 35 0,-18-17 16,18-1-16,0 1 0,0 0 0,-17 17 15,17-18-15,0 1 0,0 0 16,0-1-16,0 1 0,0 0 16,0-1-16,35-17 15</inkml:trace>
  <inkml:trace contextRef="#ctx0" brushRef="#br0" timeOffset="-55408.75">10442 13476 0,'0'0'0,"18"0"15,-1 0 1,1 0-16,-18 18 15,18-18-15,-18 17 0,17-17 0,1 36 16,0-19-16,-18 1 0,0 0 16,17-18-16,-17 17 0,0 1 0,0-1 15,0 1-15,0 0 16,0-1-16,-17-17 0,17 18 16,-18-18-16,0 0 15</inkml:trace>
  <inkml:trace contextRef="#ctx0" brushRef="#br0" timeOffset="-55155.61">10848 13582 0,'18'0'47,"-18"18"-31,17-18-16,1 0 16,-1 0-16,1 0 0,0 0 15,-1 0-15,1 0 16,0 0-16</inkml:trace>
  <inkml:trace contextRef="#ctx0" brushRef="#br0" timeOffset="-54940.99">11148 13529 0,'0'18'62,"0"-1"-62,-18 1 16,18 0-16,0-1 0,0 1 15,0-1-15,0 1 0,0 0 16,0-1-16</inkml:trace>
  <inkml:trace contextRef="#ctx0" brushRef="#br0" timeOffset="-54599.41">11289 13317 0,'0'0'0,"35"0"32,-35 18-17,18-18-15,-18 18 0,17-18 16,1 17-16,17 19 0,-35-19 16,18 18-16,0-17 0,-18 0 0,17 17 15,-17-17-15,0-1 0,18 19 0,-18-19 16,0 1-16,0 17 0,0-17 0,0-1 15,0 1-15,0 0 0,-35-1 0,35 1 16,-18-18-16,18 18 0,-18-18 0,1 17 16,-1-17-16</inkml:trace>
  <inkml:trace contextRef="#ctx0" brushRef="#br0" timeOffset="-54307.01">11695 13564 0,'0'36'31,"0"-19"-31,0 18 16,0-17-16,0 0 15,0-1-15,0 1 0,0 0 0,0-1 16,0 1-16,0 0 0,0 17 16,0-17-16,0-1 0,0 1 0,0-1 15,0 1-15,0 0 0,-36-1 16,36 1-16,-17-18 16,17 18-16</inkml:trace>
  <inkml:trace contextRef="#ctx0" brushRef="#br0" timeOffset="-53982.98">11712 13547 0,'0'0'16,"18"0"-16,-18-18 0,17 18 15,19-18-15,-19 1 16,19 17 0,-19 0-16,19 0 15,-19 35-15,1-17 16,0-1-16,-18 1 0,0 0 0,0-1 16,0 1-16,0-1 0,-36 1 15,19 0-15,-1-1 16,-17-17-16,-1 18 15,19-18-15,-19 0 16,36-18 0</inkml:trace>
  <inkml:trace contextRef="#ctx0" brushRef="#br0" timeOffset="-53594.86">12136 13335 0,'0'0'0,"0"-18"32,17 18-32,1 0 15,-1 0-15,1 0 16,-18 36-1,18-36-15,-18 17 0,0 1 16,0 0-16,0-1 0,0 1 16,0-1-16,-18 1 15,18 0-15,-35-1 0,17-17 16,18 18-16,-17 0 16,-1-18-1,18 17-15,35-17 47,-17 0-47,17 0 16,-17 0-16,17 0 0,-17 0 0,-1 0 15,19 0-15</inkml:trace>
  <inkml:trace contextRef="#ctx0" brushRef="#br0" timeOffset="-53395.71">12647 13688 0,'0'0'16,"-18"0"-16,18 17 16,36-17-1,-1 0-15,-17 0 0,-1 0 16,1 0-16,0 0 0,-1 0 0,1 0 15</inkml:trace>
  <inkml:trace contextRef="#ctx0" brushRef="#br0" timeOffset="-49542.87">12735 13617 0,'0'18'140,"0"-1"-124,0 1-16,0 0 0,0-1 16,0 1-16,0 0 15,0-1-15</inkml:trace>
  <inkml:trace contextRef="#ctx0" brushRef="#br0" timeOffset="-48940.1">13317 13564 0,'0'18'47,"0"0"-47,0 17 15,0-18-15,-17 1 0,17 0 16,0-1-16,0 1 0,-18-18 16,18 18-16,0-1 0,0 1 15,0 0-15,0-54 63,18 19-63,-18-1 15,17 0-15,-17 1 0,36-1 0,-36 0 16,17 1-16,1-1 0,-18-17 0,18 17 16,-1 1-16,1-1 15,-18 0-15,17 18 0,-17-17 0,18 17 0,0-18 16,-1 18 0,1 0-16,-18 18 15,18 17-15,-18-17 16,0-1-1,17 1-15,-17 0 0,0-1 16,0 1-16,18-18 0,-18 17 0,0 1 16,18-18-16,-18 18 15,17-18-15,1 0 0,-1 0 16,1 0-16,0 0 16,-1 0-16</inkml:trace>
  <inkml:trace contextRef="#ctx0" brushRef="#br0" timeOffset="-48692.26">13882 13564 0,'-71'88'0,"142"-176"16,-71 71-16,0 34 47,0 19-32,0-19-15,0 1 0,-18-1 0,18 1 16,0 17-16,0-17 0,0 0 0,0 17 15,-17-17-15,17-1 0,0 19 16,0-19-16,0 1 0,0-1 0,0 1 16,0 0-16,0-1 0,0 1 0,0 0 15,0-1-15</inkml:trace>
  <inkml:trace contextRef="#ctx0" brushRef="#br0" timeOffset="-48407.24">13882 13494 0,'0'0'0,"17"0"15,-17-18-15,18 18 0,0 0 16,-1-18-16,1 18 0,0 0 15,-1 0-15,1 0 0,0 0 16,-1 0-16,1 0 16,-18 18-16,17-18 0,-17 35 0,0-17 15,0 0-15,-35 17 16,35-17-16,-17-1 16,-19 1-16,19-18 0,-1 0 15,0 17-15,1-17 0,-1 0 16</inkml:trace>
  <inkml:trace contextRef="#ctx0" brushRef="#br0" timeOffset="-42832.8">5644 14323 0,'0'-18'0,"-17"18"15,17-18-15,0 36 79,17 17-79,-17-17 15,18 0-15,-18 17 0,18 0 0,-18 1 16,17-1-16,-17 0 0,18 18 0,-18-18 15,18 18-15,-1-18 0,-17 1 0,18-1 16,-18-17-16,0 17 0,18-17 0,-18-1 16,0 1-16,17-18 0,-17 17 0,18-17 31,-18-35-31,17 0 16,-17 17-16,18-17 0,-18 0 0,18 17 15,-18-17-15,17 0 0,1-1 0,-18 1 16,18 0-16,-1-18 0,-17 18 15,18-1-15,-18 1 0,18 0 0,-1-1 16,-17 1-16,18 17 0,-18 1 0,17-1 16,-17 1-16,18 17 15</inkml:trace>
  <inkml:trace contextRef="#ctx0" brushRef="#br0" timeOffset="-42548.39">6526 14235 0,'0'0'0,"-35"0"16,17 0-16,1 0 15,-1 0-15,1 17 16,-1 18-16,0-35 0,1 18 15,17 0-15,-18-1 0,0 19 0,18-19 16,-17 1-16,-1 17 0,18 1 0,-18-19 16,1 18-16,17 1 0,-18-19 15,18 19-15,0-19 0,0 19 0,0-19 16,0 1-16,0-1 0,0 1 0,35 0 16,-17-18-16,17 0 15,-17 0-15</inkml:trace>
  <inkml:trace contextRef="#ctx0" brushRef="#br0" timeOffset="-42308.05">6615 14429 0,'-18'0'15,"18"17"1,0 1-1,18-18-15,-18 35 0,17-17 16,-17-1-16,18 1 0,-18 0 0,17 17 16,-17-17-16,36-1 0,-36 1 0,17 0 15,-17-1-15,18 1 0,-18-1 0,18 1 16,-18 0-16,17-18 16</inkml:trace>
  <inkml:trace contextRef="#ctx0" brushRef="#br0" timeOffset="-42085.28">6844 14464 0,'0'0'16,"0"-18"-16,-18 18 16,1 36-1,-1-1-15,18-18 16,-18 1-16,18 0 0,-17-1 0,17 1 15,-18 0-15,18-1 0,-18 19 0,18-19 16,-17 1-16,-1-1 0,0 1 0,1 0 16,17-1-16,-18-17 0,18 18 15</inkml:trace>
  <inkml:trace contextRef="#ctx0" brushRef="#br0" timeOffset="-41785.86">6967 14376 0,'0'-18'16,"0"36"-16,18-36 0,0 18 0,-1 0 15,1 0-15,0 0 16,-1 0-16,-17 35 15,18-35-15,-18 36 0,17-19 16,-17 1-16,18 17 0,-18 0 0,18 1 16,-18-19-16,0 19 0,0-1 0,0 0 15,0 0-15,0-17 0,0 17 0,0-17 16,0 0-16,0 17 0,-18-17 0,0-1 16,18 1-16,-35-18 0,35 17 15</inkml:trace>
  <inkml:trace contextRef="#ctx0" brushRef="#br0" timeOffset="-41575.89">7567 14711 0,'0'0'0,"18"0"32,-18 17-32,35-17 15,-17 0-15,-1 0 16,-17 18-16,18-18 0</inkml:trace>
  <inkml:trace contextRef="#ctx0" brushRef="#br0" timeOffset="-41398.4">7549 14852 0,'0'0'0,"18"0"31,17 0-31,1 0 16,-19 0-16,1 0 15</inkml:trace>
  <inkml:trace contextRef="#ctx0" brushRef="#br0" timeOffset="-40940.42">8414 14552 0,'0'0'0,"0"-18"0,0 54 31,0-19-15,0 1-16,0 0 0,-18 17 15,18-17-15,-18-1 0,18 18 0,-17-17 16,17 0-16,-35 17 0,35-17 0,-18-1 15,18 1-15,-18 0 0,1-1 16,17 1-16,0-36 47,17 18-47,-17-17 0,36 17 16,-36-18-16,17 18 0,-17-18 0,18 18 15,-18-17-15,17 17 0,1 0 0,0 0 16,-1 0-1,1 17 1,0-17-16,-18 18 16,17-18-16,-17 18 0,18-18 0,0 17 15,-1-17-15,1 18 16,-1-18-16,1 0 16</inkml:trace>
  <inkml:trace contextRef="#ctx0" brushRef="#br0" timeOffset="-40723.76">8467 14711 0,'0'0'0,"35"0"47,-17 0-47,17 0 16,-18 0-16</inkml:trace>
  <inkml:trace contextRef="#ctx0" brushRef="#br0" timeOffset="-40515.11">8431 14482 0,'0'17'16,"18"-17"-16,0 0 15,17 0-15,-17 0 16,17 0-16,-18 18 0,19-18 0,-19 0 15,19 0-15</inkml:trace>
  <inkml:trace contextRef="#ctx0" brushRef="#br0" timeOffset="-40266.75">9102 14482 0,'0'0'0,"-18"0"16,0 0-16,-17 0 15,17 35-15,1-35 16,-54 106 0,71-89-16,-17 1 15,-1 17-15,18-17 0,-18-1 0,18 1 16,0 17-16,0-17 0,-17 0 0,17-1 16,0 1-16,0 0 0,0-1 0,0 1 15,0-1-15,35 1 0,-17 0 16,17-18-16,-17 0 15,-1 0-15</inkml:trace>
  <inkml:trace contextRef="#ctx0" brushRef="#br0" timeOffset="-40040.77">9225 14676 0,'0'17'31,"0"1"-15,0-1-16,35-17 15,-35 36-15,0-19 0,18 1 16,0 0-16,-18-1 0,17 1 0,1 0 16,-18-1-16,18-17 0,-1 18 15</inkml:trace>
  <inkml:trace contextRef="#ctx0" brushRef="#br0" timeOffset="-39798.76">9402 14658 0,'0'0'0,"-18"0"0,18 35 15,-18-35-15,1 0 16,17 35-16,-18-17 0,0 0 16,18-1-16,-17 1 0,-1 0 0,18-1 15,-18 1-15,1 0 0,17-1 16,-18 1-16,0-1 0,18 1 16,-17-18-1</inkml:trace>
  <inkml:trace contextRef="#ctx0" brushRef="#br0" timeOffset="-39423.83">9543 14534 0,'0'-17'0,"0"34"0,17-52 16,1 35 0,-18-17-16,18 17 0,17 0 15,-18 0-15,1 0 16,-18 17 0,0 1-16,0-1 15,0 19-15,-18-19 0,18 1 16,-17 0-16,-1-1 15,1 1-15,-1 0 16,0-18-16,18 17 16,0 1-1,18-18 17,17 0-32,-17 0 0,-1 0 15,1 0-15</inkml:trace>
  <inkml:trace contextRef="#ctx0" brushRef="#br0" timeOffset="-39148.77">9842 14482 0,'0'0'0,"18"17"46,0 1-30,-1 17-16,-17-17 0,18-1 16,-18 1-16,18 0 0,-18-1 0,0 19 15,0-19-15,0 18 0,0-17 0,0 35 16,0-35-16,-36-1 16,36 1-16,-17 0 0,17-1 0,-18 1 15,0-1-15,1-17 16,17 18-16,-18-18 0</inkml:trace>
  <inkml:trace contextRef="#ctx0" brushRef="#br0" timeOffset="-38947.22">10213 14834 0,'18'0'32,"34"0"-17,-34 0-15,17 0 0,-17 0 16,17 0-16,1 0 0,-1-17 0</inkml:trace>
  <inkml:trace contextRef="#ctx0" brushRef="#br0" timeOffset="-38528.13">10742 14623 0,'0'17'16,"0"19"0,0-19-16,-18 1 0,18-1 15,0 1-15,-17 0 0,17 17 16,-18-17-16,18-1 0,-17 1 16,17 0-16,-18-1 0,0 1 15,18-1-15,-17-17 16,52 0 15,-17-17-15,-1 17-16,1 0 15,-1-18-15,1 18 0,0 0 16,-1 0 0,1 0-16,0 0 0,-1 0 0,1 0 15,0 0-15,-1 0 0,1 0 16,-1 0-16</inkml:trace>
  <inkml:trace contextRef="#ctx0" brushRef="#br0" timeOffset="-38283.57">10813 14728 0,'35'0'47,"-17"0"-47,-1 0 15,18 0-15,-17 0 16</inkml:trace>
  <inkml:trace contextRef="#ctx0" brushRef="#br0" timeOffset="-38083.02">10724 14570 0,'36'0'32,"-19"0"-32,19 0 15,-19 0-15,19 0 0,-19 0 16</inkml:trace>
  <inkml:trace contextRef="#ctx0" brushRef="#br0" timeOffset="-37830.82">11307 14517 0,'-18'0'15,"0"0"-15,1 0 16,17 17-16,-36-17 0,36 18 16,-17-18-16,-1 18 0,18-1 0,-18 1 15,1 17-15,-1-17 0,18 0 16,-18-1-16,18 1 0,0-1 15,-17 1-15,17 0 0,0-1 0,0 1 16,0 0-16,0-1 0,0 1 0,0 0 16,0-1-16,35-17 0,-35 18 15,18-18-15,-1 0 16</inkml:trace>
  <inkml:trace contextRef="#ctx0" brushRef="#br0" timeOffset="-37616">11342 14711 0,'0'17'32,"0"1"-17,0 0-15,0-1 0,0 1 16,0 0-16,17-18 0,-17 17 0,18 1 15,-18 0-15,18-18 16,-18 17-16</inkml:trace>
  <inkml:trace contextRef="#ctx0" brushRef="#br0" timeOffset="-37391.93">11412 14693 0,'0'0'0,"0"18"0,-17-18 15,-1 17-15,0 1 0,18 0 16,-17-1-16,17 1 0,-18 0 0,18-1 16,-17 1-16,17 0 15,0-1-15,-18-17 0,18 18 0,0-1 16</inkml:trace>
  <inkml:trace contextRef="#ctx0" brushRef="#br0" timeOffset="-37151.96">11606 14640 0,'0'18'16,"0"17"-1,18-35-15,-18 18 0,0-1 0,18-17 16,-18 18-16,17 0 0,-17-1 16,18 19-16,-18-19 15,0 19-15,0-19 16,-35-17-16</inkml:trace>
  <inkml:trace contextRef="#ctx0" brushRef="#br0" timeOffset="-36863.36">11783 14376 0,'0'0'0,"17"0"0,1 0 15,0 0-15,-1 0 0,1 0 16,-18 17-16,35 19 0,-17-19 16,0 1-16,-1 17 0,1 0 15,-1-17-15,-17 17 0,18 1 0,-18-1 16,18 0-16,-18 0 0,0-17 0,0 17 15,0 1-15,-36-19 0,36 1 0,-35 17 16,35-17-16,-35-1 0,17 1 16,1-18-16</inkml:trace>
  <inkml:trace contextRef="#ctx0" brushRef="#br0" timeOffset="-35962.9">10795 14429 0,'-18'0'47,"18"17"-47,-17-17 16,17 36-16,-36-36 0,19 17 0,-1 18 15,18-17-15,-17 17 0,-1-17 16,0 17-16,1 1 0,17-1 0,-18 35 15,0-34-15,18-1 0,0 0 16,0-17-16,0 17 0,0 0 0,36 18 16,-36-35-16,35 17 0,-17-17 15,-1-18-15,18 18 0,-17-18 0</inkml:trace>
  <inkml:trace contextRef="#ctx0" brushRef="#br0" timeOffset="-35175.78">12153 14464 0,'18'0'0,"-1"-35"16,1 35 0,0-18-1,-1 18-15,-17-18 16,18 18-16,0 0 15,-1 0 1,1 0-16,-18 18 16,18-18-16,-18 35 15,0-17-15,0 0 16,0-1 0,-36 1-16,36-1 0,-17-17 15,17 18-15,-18-18 0,18 18 16,-18-1-16,1-17 0,17 18 15,-18-18-15,18 18 0,0-1 32,18-17-1,17 0-31,0 0 0,-17 0 16,0 0-16,-1 0 0,1 0 15,17 0-15</inkml:trace>
  <inkml:trace contextRef="#ctx0" brushRef="#br0" timeOffset="-34385.79">12771 15011 0,'35'0'16,"-18"0"0,19 0-1,-19 0-15,1 0 16,0 0-16,-1 0 0,1 0 15</inkml:trace>
  <inkml:trace contextRef="#ctx0" brushRef="#br0" timeOffset="-34191.32">12806 15152 0,'0'0'16,"17"0"0,19 0-1,-19 0-15,1 0 0,0 0 16,-1 0-16,1 0 0,0-18 16,-1 18-16</inkml:trace>
  <inkml:trace contextRef="#ctx0" brushRef="#br0" timeOffset="-33284.66">13600 14834 0,'0'-17'0,"0"-1"16,-18 18 31,18 18-47,-18-18 0,18 17 16,-17 19-16,17-19 0,-18 18 15,18-17-15,0 0 0,-18-1 0,18 1 16,0 0-16,0-1 0,0 1 15,-17 0-15,17-1 16,0-34 15,35 17-15,-35-36-16,18 36 0,-18-17 0,17-1 16,-17 0-16,18 1 0,0-1 0,-1 0 15,-17 1-15,18-1 0,-1 1 16,1-1-16,-18 0 0,18 1 15,-1 17-15,1 0 16,17 0-16,-17 0 16,0 0-16,-1 17 0,1 19 15,-18-19-15,18-17 16,-18 35-16,0-17 0,0 0 16,0-1-16,17-17 0,-17 18 0,0 0 15,0-1-15</inkml:trace>
  <inkml:trace contextRef="#ctx0" brushRef="#br0" timeOffset="-32979.59">14393 14623 0,'0'0'0,"0"-18"16,-35 18 15,35 18-31,-18-18 0,18 35 0,-35-35 16,17 35-16,18-17 0,-17 17 16,-1-17-16,18 17 0,-17-17 0,17 17 15,-18-17-15,18 17 0,0-18 0,-18 19 16,18-19-16,0 1 0,0 0 0,0-1 15,0 19-15,0-19 0,36 1 16,-36 0-16,17-18 0,-17 17 0,35-17 16,-17 0-16,17 0 0,-17 0 0</inkml:trace>
  <inkml:trace contextRef="#ctx0" brushRef="#br0" timeOffset="-32524.83">14658 14764 0,'0'0'0,"-18"0"15,18 35 1,-17-35-16,17 18 0,-18-18 16,18 35-16,0-17 0,0-1 0,-18 1 15,18-1-15,0 1 0,0 0 0,0-1 16,0 1-16,0 0 0,-17-1 15,17 1-15,0-36 47,0 1-47,0-19 16,0 19-16,0-1 0,17 0 16,-17 1-16,0-1 0,18 18 0,-18-17 0,18-1 15,-18 0-15,17 18 0,-17-17 16,18 17-16,0 0 15,-1 0 1,-17 17-16,18 1 16,-18 17-16,17-17 15,-17-1-15,0 1 0,18-18 16,-18 18-16,0-1 0,0 1 16,0 17-1,0-17-15,-35-18 16,35 18-16,-18-18 0</inkml:trace>
  <inkml:trace contextRef="#ctx0" brushRef="#br0" timeOffset="-32285.88">15011 14975 0,'0'0'0,"-18"0"16,36 0 15,-1 0-15,19 0 0,-19 0-16,1 0 0,0 0 15,-1 0-15,1 0 0,-1 0 16</inkml:trace>
  <inkml:trace contextRef="#ctx0" brushRef="#br0" timeOffset="-32075.47">15275 14870 0,'0'17'46,"0"1"-46,0-1 16,0 1-16,0 0 0,0-1 16,0 1-16,0 0 0,0-1 15,0 1 1</inkml:trace>
  <inkml:trace contextRef="#ctx0" brushRef="#br0" timeOffset="-31763.35">15469 14676 0,'18'0'31,"17"17"-31,-17 1 16,-1-18-16,1 35 16,0-17-16,-1-1 0,1 1 0,0 0 15,-1-1-15,1 19 0,0-19 0,-1 1 16,1 17-16,-18-17 0,18-1 0,-18 19 16,0-19-16,0 1 0,0 0 0,-36-1 15,19 1-15,17 0 0,-36-18 16,19 17-16,-1-17 0,-17 0 15,35 18-15,-18-18 0</inkml:trace>
  <inkml:trace contextRef="#ctx0" brushRef="#br0" timeOffset="-31220.49">16157 14817 0,'0'0'16,"0"35"15,0-17-15,0-1-16,-17 1 0,17-1 15,0 19-15,0-19 0,0 1 0,0 17 16,0-17-16,-18 17 0,18-17 0,0 0 15,0 17-15,0-18 0,0 1 0,-18 0 16,18-1-16,0 1 0,0 0 0,-17-1 16,17 1-16,-18-18 15</inkml:trace>
  <inkml:trace contextRef="#ctx0" brushRef="#br0" timeOffset="-30928.79">16157 14852 0,'18'0'0,"-36"0"0,53 0 15,-35-18-15,18 18 0,0 0 0,-1 0 16,-17-17-16,18 17 0,0 0 0,-1 0 15,1 0-15,-18 35 16,18-17-16,-18-1 16,0 18-16,0-17 0,-36-18 15,36 18-15,-17-1 0,-1 1 16,-17-18-16,35 18 0,-18-18 16,0 0-16,1 0 15</inkml:trace>
  <inkml:trace contextRef="#ctx0" brushRef="#br0" timeOffset="-30510.82">16563 14623 0,'0'0'0,"0"-18"16,18 18-16,-1 0 15,1 0-15,-1 0 16,1 0 0,-18 18-1,0-1-15,0 19 16,0-19-16,0 1 0,-18-1 15,18 1-15,-35-18 0,35 18 0,-17-1 16,17 1-16,-18-18 0,18 18 0,-18-18 16,18 17-16,-17-17 15,17 18-15,35-18 47,-17 0-31,-1 0-16,1 0 0,-1 0 15,1 18-15,17-18 0,-17 0 0</inkml:trace>
  <inkml:trace contextRef="#ctx0" brushRef="#br0" timeOffset="-30286.85">16933 14993 0,'0'18'16,"36"-18"31,-19 0-31,19 0-16,-19 0 0,1 0 15,-1 0-15,1-18 0,0 18 0,-1 0 16</inkml:trace>
  <inkml:trace contextRef="#ctx0" brushRef="#br0" timeOffset="-30028.61">17057 14852 0,'-18'0'15,"36"0"-15,-36 18 16,18-1-16,0 1 16,0-1-16,0 1 15,0 0-15,0-1 0,0 1 16,0 0-16,0-1 0,0 1 16,0 0-16,0-1 0,0 1 15,0 0 1</inkml:trace>
  <inkml:trace contextRef="#ctx0" brushRef="#br0" timeOffset="-29555.06">17427 14834 0,'0'-17'16,"0"52"0,0-17-1,0 17 1,0-18-16,-17 1 0,17 0 0,0-1 16,0 1-16,0 0 0,0-1 15,0 1-15,0 0 16,0-36 31,17 0-47,-17 1 15,18 17-15,-18-18 0,17 0 16,-17 1-16,18 17 0,0-18 16,-1 0-16,-17 1 0,18 17 15,0-18-15,-1 18 16,1 0-1,0 18 1,-18-1 0,17-17-16,-17 18 0,18-18 0,-18 35 15,18-35-15,-18 18 0,17 0 16,1-1-16,-1 1 16,1 0-16</inkml:trace>
  <inkml:trace contextRef="#ctx0" brushRef="#br0" timeOffset="-29298.85">18027 14887 0,'0'-17'0,"0"34"0,0-17 31,0 35-16,0-17-15,0 0 16,0-1-16,0 1 0,0 17 0,0-17 0,0 0 16,0 17-16,-18-17 0,18-1 15,0 18-15,0-17 0,0 0 0,0 17 16,0-17-16,0-1 0,0 1 0,0 0 16,0-1-16</inkml:trace>
  <inkml:trace contextRef="#ctx0" brushRef="#br0" timeOffset="-28972.16">18097 14852 0,'0'0'0,"18"0"0,0 0 16,-1 0-16,1 0 15,0 18-15,-18-1 16,17-17-16,-17 35 0,0-17 16,0 0-16,0-1 15,0 1-15,-17-18 0,17 18 0,0-1 16,-36-17-16,36 18 0,-17 0 15,-1-18-15,0 17 0,-17-17 16,35 18-16,-17-18 0,-1 0 16</inkml:trace>
  <inkml:trace contextRef="#ctx0" brushRef="#br0" timeOffset="-28776.05">18609 14993 0,'-18'0'0,"36"0"31,17 0-31,-17 0 16,17 0-16,-17 0 0</inkml:trace>
  <inkml:trace contextRef="#ctx0" brushRef="#br0" timeOffset="-27620.79">19332 14817 0,'0'17'31,"0"1"-15,18-18-16,-18 35 15,0-17-15,0-1 16,0 1-16,0 0 0,0-1 0,0 1 0,0 0 16,-35 35 15,35-71 16,0 0-32,0 1 1,0-1-16,0 0 16,17 1-16,-17-1 0,18 0 15,-18 1-15,17-1 0,1 1 16,0 17-16,-18-18 0,17 18 15,1-18-15,0 18 0,-1 0 16,-17-17-16,18 17 0,0 0 0,-1 0 16,1 0-16,0 0 15,-1 17 1,-17 1 0,0 0-16,18-18 0,-18 35 0,0-18 15,0 1-15,0 0 16,0-1-16,0 1 15,0 0-15,-18-18 0,18 17 16</inkml:trace>
  <inkml:trace contextRef="#ctx0" brushRef="#br0" timeOffset="-27270.33">20038 14799 0,'0'0'0,"0"-18"15,0 36 32,0 0-31,0-1-16,0 1 15,0 17-15,-18-17 0,18-1 16,0 1-16,0 0 0,-18-1 0,18 19 16,0-19-16,0 1 0,0 0 0,0 17 15,-17-17-15,17-1 0,0 1 0,0-1 16,0 1-16,0 0 0,0-1 16,0 1-16,-18-18 0,18 18 0,0-1 0,0 1 15,-17-18-15,17 18 0,0-1 0,-18-17 16,18 18-16,-18-18 15</inkml:trace>
  <inkml:trace contextRef="#ctx0" brushRef="#br0" timeOffset="-26955.41">20108 14799 0,'18'0'16,"-36"0"-16,54 0 0,-19-18 0,1 18 15,0 0-15,-1 0 0,1 0 16,-1 0-16,1 0 0,0 0 0,-1 18 15,-17 0-15,18-18 16,-18 35-16,0-17 0,0-1 16,0 1-16,-35-1 0,17 1 15,-17 0-15,17-18 16</inkml:trace>
  <inkml:trace contextRef="#ctx0" brushRef="#br0" timeOffset="-23337.47">19068 14817 0,'-18'0'16,"18"17"-1,-18-17 1,18 18-16,0 0 0,-17-1 0,17 18 15,0-17-15,-18 0 0,18-1 0,0 19 16,0-19-16,0 1 0,0 0 16,0 17-16,0-17 0,0-1 0,0 1 15,0-1-15,18-17 0,-18 18 0</inkml:trace>
  <inkml:trace contextRef="#ctx0" brushRef="#br0" timeOffset="-22735.93">20479 14746 0,'0'-18'0,"0"1"31,17 17-15,1 0-1,0 17 1,-1 19-16,1-1 16,-18-17-16,0-1 0,0 1 0,0 17 15,0-17-15,0-1 0,0 19 0,0-19 16,0 1-16,0 0 0,0-1 0,-18 1 15,18 0-15,-17-1 0,-19 1 16,19-18-16,17 18 16</inkml:trace>
  <inkml:trace contextRef="#ctx0" brushRef="#br0" timeOffset="-22263.8">20708 14429 0,'0'0'0,"0"-18"16,0 0 0,35 18-16,-35-17 15,18 17-15,17 0 0,-17 0 16,0 0-16,-18 17 16,17 19-16,-17-19 15,0 1-15,0 0 0,0-1 16,0 1-16,-17-1 0,17 1 15,-36 0-15,36-1 0,-17-17 0,17 18 16,-18 0-16,18-1 0,-35-17 0,35 18 16,-18-18-16,18 18 0,-18-18 0,18 17 0,-17 1 15,52-18 32,-17 0-47,-1 0 0,19 0 16,-19 0-16,1 0 0,17 17 0,-17-17 15,17 0-15,-17 0 0</inkml:trace>
  <inkml:trace contextRef="#ctx0" brushRef="#br0" timeOffset="-20771.77">10636 15822 0,'-17'0'16,"34"0"-16,-52 0 0,35 18 31,0-1-15,35-17-16,-17 0 16,0 0-16,-1 18 15,1-18-15,-1 0 0,1 0 0,0 0 16,-1 0-16,1 0 0,0 0 0</inkml:trace>
  <inkml:trace contextRef="#ctx0" brushRef="#br0" timeOffset="-20582.77">10707 15946 0,'0'17'16,"17"-17"-16,19 18 16,-19-18-1,1 0-15,0 0 16,-1 0-16</inkml:trace>
  <inkml:trace contextRef="#ctx0" brushRef="#br0" timeOffset="-20064.71">11553 15699 0,'0'0'0,"0"17"31,0 1-31,-17 17 16,17-17-16,0-1 16,0 1-16,0 0 0,0-1 0,0 1 0,0 0 15,0-1-15,0 1 16,0 0-16,0-1 16,0 1-16,0-53 31,0 17-16,0-17 1,0 17-16,0 0 0,0 1 0,0-1 16,17 0-16,-17 1 0,18-1 15,-18 1-15,18-1 0,-18 0 0,17 1 0,1-1 16,0 18-16,-18-18 0,17 18 16,1 0-1,0 0-15,-1 0 16,1 18-16,-18 0 15,17 17-15,-17-17 16,18-1-16,-18 1 0,0-1 16,0 1-16,0 0 0,0-1 15,0 1-15,0 0 16</inkml:trace>
  <inkml:trace contextRef="#ctx0" brushRef="#br0" timeOffset="-19666.95">12100 15505 0,'0'0'0,"0"-18"16,0 0-1,18 18-15,0-17 16,17 17-16,-18 0 16,1 0-16,-18 17 15,18-17-15,-18 18 16,0 17-16,0-17 16,0-1-16,-36 1 15,19 0-15,-1-1 16,1 1-16,-1 0 15,0-1-15,18 1 16,-17-18-16,52 0 47,0 0-47,-17 0 0,-1 0 16,1 0-16,17 0 0,-17 0 0,17 0 15,-17 0-15,0 0 0</inkml:trace>
  <inkml:trace contextRef="#ctx0" brushRef="#br0" timeOffset="-19435.72">12577 15681 0,'0'0'0,"0"18"16,-18-18 0,18 35-16,-18-17 15,18-1-15,0 1 0,0-1 16,-17 1-16,17 17 0,0-17 0,0 17 15,0-17-15,0 0 0,-18 52 16,18-52-16,-18 52 16,18-52-16,-17 0 15,-1-1-15,18 1 16,-18-18-16,1 0 16</inkml:trace>
  <inkml:trace contextRef="#ctx0" brushRef="#br0" timeOffset="-19122.39">12559 15734 0,'0'0'16,"18"0"-16,-18-18 0,17 18 15,-17-17-15,18 17 0,-18-18 0,17 18 16,1-18-16,0 18 15,-1 0-15,1 0 0,-18 18 16,18 0 0,-18-1-16,17 1 15,-17 0-15,0-1 0,0 1 16,0-1-16,-35 1 16,17 0-1,1-18-15,17 17 0,-18-17 16,0 0-16,18 18 0,-17-18 15,-1 0-15</inkml:trace>
  <inkml:trace contextRef="#ctx0" brushRef="#br0" timeOffset="-18721.59">12965 15557 0,'0'-17'16,"0"-1"-1,35 18 1,-18-17 0,1 17-16,0 0 15,-1 0-15,1 0 16,0 17-1,-18 1 1,0 17-16,-36-35 16,36 18-16,-17-1 0,-1 1 0,18 0 15,-35-1-15,17 1 16,1 0-16,-1-1 16,0-17-1,54 0 16,-19 0-15,18 0 0,-17 0-16,0 0 0</inkml:trace>
  <inkml:trace contextRef="#ctx0" brushRef="#br0" timeOffset="-18467.8">13353 15946 0,'-18'0'16,"18"17"-1,35-17 16,-17 0-31,0 0 16,-1 0-16,1 0 16,-1 0-16,1 0 15,-18-17-15</inkml:trace>
  <inkml:trace contextRef="#ctx0" brushRef="#br0" timeOffset="-17956.27">13741 15804 0,'0'18'46,"0"0"-46,0 17 16,0-17-16,0-1 0,-18 1 16,18 0-16,0-1 0,0 1 15,0-1-15,0 1 16,0-36 46,0 1-62,0-1 16,0 1-16,0-1 0,0 0 16,0 1-16,0-1 0,18 0 15,-18 1-15,17 17 0,-17-18 16,18 18-16,-18-18 0,18 18 16,-1 0-16,1 0 15,0 18 1,-18 17-1,17-35-15,-17 18 16,18 0-16,-18-1 16,0 1-16,0 0 15,0-1 1</inkml:trace>
  <inkml:trace contextRef="#ctx0" brushRef="#br0" timeOffset="-16979.95">14235 15857 0,'0'18'46,"0"0"-30,-18-1-16,18 19 16,0-19-16,0 1 15,0-1-15,-18 1 0,18 0 16,0-1 0,0 1-16,0 0 15,0-1 313,0 1-156,0 0-125,-17-18-31,17 17-16,0 1 15,-18-18 1,18 35 0,0-17-16,-18-1 15,18 1-15,0 0 16,0-1-16,0 1 15,-17-18 1,17 18-16</inkml:trace>
  <inkml:trace contextRef="#ctx0" brushRef="#br0" timeOffset="-16454.71">14182 15804 0,'0'-17'0,"35"17"15,-35-18-15,18 18 16,-18-17-16,17 17 15,1-18-15,-1 18 16,1 0-16,0 0 0,-1 0 16,1 0-16,0 18 15,-1-18-15,-17 35 0,18-18 16,-18 1-16,18 0 16,-18-1-16,0 1 15,0 0-15,0-1 0,-36 1 16,36 0-16,-17-18 15,-1 17-15,0-17 16,1 18-16,-1-18 0,0 0 16,1 0-16,17 17 0,-18-17 15,1 0-15</inkml:trace>
  <inkml:trace contextRef="#ctx0" brushRef="#br0" timeOffset="-15940.09">14605 15593 0,'0'-18'15,"18"18"1,-18-18-16,35 18 16,-17 0-1,-1 0 1,1 0-1,-18 36-15,17-36 16,-17 17-16,0 1 0,0 0 0,0-1 16,0 1-16,0 0 15,-35-18-15,35 17 0,-17 1 0,-1 0 16,-17-1 0,35 1-16,-18-18 15,18 17-15,-18-17 0,36 0 63,0 0-48,17 0-15,-17 0 16,17 0-16,-18 0 0,1 0 16</inkml:trace>
  <inkml:trace contextRef="#ctx0" brushRef="#br0" timeOffset="-15347.8">14922 15998 0,'0'18'16,"36"-18"15,-19 0-31,1 0 15,17-18-15,1 18 16,-19 0-16,1-17 0,0 17 16,-1 0-16,1 0 0,-1 0 0,1-18 15</inkml:trace>
  <inkml:trace contextRef="#ctx0" brushRef="#br0" timeOffset="-15073.04">15134 15875 0,'0'0'16,"0"18"15,0-1-16,-17 19 1,17-19-16,0 1 0,0-1 16,-18 1-16,18 0 0,0-1 0,0 1 15,0 0-15,-18-1 0,18 1 16</inkml:trace>
  <inkml:trace contextRef="#ctx0" brushRef="#br0" timeOffset="-14599.78">15381 15875 0,'-18'0'0,"18"18"15,-17-18-15,17 35 0,-18-17 16,18-1-16,0 1 16,0-1-16,0 1 0,0 0 15,-17-1-15,17 1 16,0 0-16,0-36 62,35 18-62,-35-18 0,17 18 16,-17-17-16,18 17 0,-18-18 0,18 0 16,-18 1-16,17-1 15,1 18-15,0 0 32,-18 18-17,17-18-15,-17 17 16,18-17-16,-18 18 15,18-18-15,-18 18 0,17-1 16,1 1 0,-1-18-16,1 0 15</inkml:trace>
  <inkml:trace contextRef="#ctx0" brushRef="#br0" timeOffset="-14332.85">15822 15963 0,'0'-17'0,"0"34"47,-18 1-31,18 17-16,0-17 0,-17-1 15,17 1-15,0 0 0,0-1 0,-18 1 16,18 0-16,0 17 0,0-18 0,0 1 15,0 17-15,0-17 0,0 0 16,0 17-16,0-17 0,0-1 16,0 1-16,0 0 15</inkml:trace>
  <inkml:trace contextRef="#ctx0" brushRef="#br0" timeOffset="-14018.79">15857 15928 0,'-17'0'0,"34"0"0,-17-18 0,18 18 16,0 0-16,-1 0 0,1 0 0,0 0 15,-1 0-15,1 0 16,-18 36-16,17-19 0,-17 1 16,0 17-16,0-17 15,0-1-15,-17 1 16,17 0-16,-18-18 0,-17 17 16,0 1-16,17-18 15,0 0-15,1 18 16,-1-18-16,0 0 0</inkml:trace>
  <inkml:trace contextRef="#ctx0" brushRef="#br0" timeOffset="-13343.84">16281 16034 0,'17'0'47,"1"0"-47,17 0 15,-17 0-15,0 0 0,-1 0 16,1 0-16,-1 0 0,19 0 0,-19 0 16,1 0-16,0 0 0,-1 0 15,1-18-15</inkml:trace>
  <inkml:trace contextRef="#ctx0" brushRef="#br0" timeOffset="-12344.87">16810 15910 0,'0'0'0,"0"-17"0,0 34 62,0 1-46,0 0-16,0-1 0,0 1 15,0-1-15,0 1 0,0 0 16,0-1-16,0 1 16,0 0-1,0-54 17,0 19-32,0-1 15,0 0-15,0 1 16,0-1-16,0 1 0,17-1 15,-17 0-15,18 1 0,-18-1 16,18 18-16,-18-18 0,17 18 0,1-17 16,0 17-16,-18-18 15,17 18 1,-17 35-16,0-17 16,0 0-16,0-1 15,0 1-15,0 0 0,0-1 16,0 1-16,0-1 0,0 1 0,0 0 15,0-1-15,0 1 0,0 0 16,0-1-16,0 1 16</inkml:trace>
  <inkml:trace contextRef="#ctx0" brushRef="#br0" timeOffset="-11954.69">17110 15663 0,'0'0'0,"0"-17"16,35 17-16,-17-18 15,-1 18-15,1 0 16,0 0-16,-1 0 16,1 0-16,-18 18 15,0-1-15,0 19 16,0-19-16,0 1 0,-18 0 16,18-1-16,-35 1 0,35-1 15,-18-17-15,18 18 0,0 0 16,-17-18-16,17 17 15,0 1 1,35-18 0,-35 18-16,18-18 15,17 0-15,-18 0 0,1 17 0,17-17 16,-17 0-16</inkml:trace>
  <inkml:trace contextRef="#ctx0" brushRef="#br0" timeOffset="-11736.725">17551 15910 0,'0'0'16,"0"18"0,-18-18-1,18 18-15,-18-1 0,18 1 16,0-1-16,-17 19 0,17-19 0,0 1 16,0 0-16,-18 17 0,18-17 0,0 17 15,0-18-15,0 19 0,-18-19 0,18 1 16,0 0-16,0-1 0,0 1 15,0 0-15,0-1 0,0 1 0</inkml:trace>
  <inkml:trace contextRef="#ctx0" brushRef="#br0" timeOffset="-11439.5">17480 15963 0,'0'-17'16,"0"34"-16,18-52 0,-1 35 15,1-18-15,0 18 16,-1 0-16,1 0 0,-18-17 0,18 17 16,-1 0-16,1 0 15,0 0-15,-1 0 0,-17 17 16,0 19-16,18-19 15,-18 1-15,0-1 0,0 1 16,0 0-16,0-1 0,-35 1 0,17 0 16,18-1-16,-18-17 0,18 18 15,-35-18-15,35 18 0,-18-18 0,1 0 16,-1 0-16,0 17 16</inkml:trace>
  <inkml:trace contextRef="#ctx0" brushRef="#br0" timeOffset="-11055.18">17815 15752 0,'0'-18'0,"0"36"0,0-54 16,0 19-1,18 17-15,0 0 0,-1 0 16,1 0-16,-1 0 16,1 0-16,-18 17 15,18 1-15,-18 0 16,0 17-16,0-18 0,0 1 16,-36 0-16,36-1 15,0 1-15,-17-18 0,17 18 0,-18-18 16,18 17-16,-17-17 0,17 18 0,0 0 15,-18-18-15,18 17 0,0 1 16,35-18 15,-17 17-31,17-17 16,-17 0-16,-1 0 0,19 0 16,-19 0-16,1 0 0,0 0 15</inkml:trace>
  <inkml:trace contextRef="#ctx0" brushRef="#br0" timeOffset="-10847.89">18239 15681 0,'-18'0'0,"18"35"16,-18-35-16,1 18 0,-1 0 0,-17 17 15,-1 0-15,19-17 0,-18-1 16,-1 19-16,1-19 0,0 19 16,-1-1-16,1-18 0,0 1 0,0 17 0,-1-17 15</inkml:trace>
  <inkml:trace contextRef="#ctx0" brushRef="#br0" timeOffset="-9619.97">13053 15452 0,'0'0'0,"-18"35"0,-35-17 16,36-18-16,-1 17 0,-17 1 16,17-18-16,-17 17 0,17 1 0,-17 0 15,17-18-15,-17 17 0,17 1 0,-17 0 16,17-1-16,-17 1 0,17 0 0,-17-1 15,0 1-15,17 0 0,-17-1 0,17 1 16,-17-1-16,17-17 0,1 18 0</inkml:trace>
  <inkml:trace contextRef="#ctx0" brushRef="#br0" timeOffset="-8635.25">16669 16122 0,'0'-18'15,"17"18"64,1 0-79,0 0 0,17 0 15,0 0-15,18 0 0,-18-17 0,36 17 0,-18 0 16,17 0-16,-17-18 0,18 18 15,-1 0-15,-17 0 0,18 0 0</inkml:trace>
  <inkml:trace contextRef="#ctx0" brushRef="#br0" timeOffset="-7311.67">18662 15998 0,'18'0'16,"17"0"-16,-18-17 15,19 17-15,-19 0 16,1-18-16,0 18 0,17 0 16</inkml:trace>
  <inkml:trace contextRef="#ctx0" brushRef="#br0" timeOffset="-7096.09">18732 16157 0,'0'0'0,"36"18"31,-1-18-31,-17 0 16,17 0-16,0 0 0,-17 0 0,17 0 16,0 0-16,1 17 0,-1-17 0,0 0 15,1 0-15</inkml:trace>
  <inkml:trace contextRef="#ctx0" brushRef="#br0" timeOffset="-6598.87">19879 16016 0,'0'0'0,"0"-18"0,0 54 31,0-1-15,0-17-16,0-1 16,0 1-16,0 17 0,0-17 15,0-1-15,0 1 0,-18 0 16,18-1-16,0 1 16,0-36 15,0-17-31,0 17 15,18 1-15,-18-1 0,18 1 16,-18-1-16,35 0 0,-35 1 0,18-1 16,-1-17-16,1 17 0,-1 0 15,1 1-15,0 17 0,-18-18 16,17 18-16,-17-17 0,18 17 0,0 0 16,-1 35-1,-17-18-15,18 1 16,-18 0-16,18-18 0,-18 35 15,0-17-15,0-1 0,17-17 16,-17 18-16,0 0 0,36-1 16,-19 1-16,1-18 15</inkml:trace>
  <inkml:trace contextRef="#ctx0" brushRef="#br0" timeOffset="-6359.88">20585 16051 0,'0'0'0,"0"-17"16,0 34 15,0 19-15,-18-19-16,18 1 0,0 17 0,-18-17 16,18 17-16,0 0 0,-17 36 15,17-36-15,0 53 16,0-70-16,0 17 0,0-17 15,0 0-15,0-1 0,0 1 16,0 0-16</inkml:trace>
  <inkml:trace contextRef="#ctx0" brushRef="#br0" timeOffset="-6073.83">20655 15946 0,'18'0'0,"-36"0"0,53 0 16,-17-18-16,0 18 0,-1 0 16,1 0-16,0 0 0,-1 0 15,-17 18-15,18 17 16,-18 0-16,0-17 0,0-1 15,0 1-15,-35 0 0,35-1 16,-18-17-16,18 18 0,-18 0 0,1-1 16,-19-17-16,1 18 15,17-18 1</inkml:trace>
  <inkml:trace contextRef="#ctx0" brushRef="#br0" timeOffset="-5743.83">21572 15752 0,'0'0'0,"-17"0"15,-1 0-15,0 0 16,1 0-16,-1 0 0,1 35 16,-1-35-16,0 17 0,1 1 15,-1 0-15,0 17 0,1-17 0,17 17 16,-18-17-16,0 17 0,1-18 0,17 19 16,-18-19-16,18 19 0,-18-19 0,18 19 15,0-19-15,0 1 0,0-1 0,0 1 16,0 0-16,18-1 0,-18 1 0,35 0 15,-17-1-15,0-17 0,-1 18 16,1-18-16,0 0 0,17 0 0</inkml:trace>
  <inkml:trace contextRef="#ctx0" brushRef="#br0" timeOffset="-2456.88">21837 15981 0,'0'-18'15,"0"1"-15,0-1 32,0 0-17,0 36 63,0 0-78,-18-1 16,18 1-16,0-1 0,-17 1 16,17 0-16,0-1 0,-18 1 0,18 0 15,0-1-15,-18 1 0,18 0 0,0-1 16,0 1-16,-17-18 15,17 17-15,0 1 0,0 0 16,-18-18-16,18 17 16,-18-17-1</inkml:trace>
  <inkml:trace contextRef="#ctx0" brushRef="#br0" timeOffset="-2186.94">22225 16175 0,'0'-18'0,"0"36"0,35-36 47,-17 18-47,0 0 16,-1-17-1,1 17-15,-1 0 0,1 0 16,0 0-16,-1 0 0,1 0 0,0 0 16,-1 0-16</inkml:trace>
  <inkml:trace contextRef="#ctx0" brushRef="#br0" timeOffset="-1923.37">22737 16051 0,'0'-17'16,"0"52"31,-18-35-47,18 18 0,0-1 15,-18 1-15,18 0 0,-17-1 0,17 1 16,-18-1-16,0 19 0,18-19 0,0 1 16,-17 0-16,17 17 0,-18-17 0,18-1 15,0 1-15,0 17 0,-18-17 0,18-1 16,0 1-16,-17 0 0,17-1 16</inkml:trace>
  <inkml:trace contextRef="#ctx0" brushRef="#br0" timeOffset="-1580.91">22684 16034 0,'0'0'0,"17"-18"0,1 18 16,0-18-16,-1 18 0,1 0 16,-1 0-16,1 0 0,0 0 15,-1 0-15,1 0 16,0 18-16,-1 0 16,-17-1-1,0 19-15,0-19 16,0 1-16,-35-18 0,35 18 15,-18-18-15,18 17 0,-17-17 0,-19 18 16,19-18-16,-1 0 16,1 17-16,-1-17 15</inkml:trace>
  <inkml:trace contextRef="#ctx0" brushRef="#br0" timeOffset="-1258.07">23195 15716 0,'18'0'15,"17"0"1,-17 0 0,-18 18-16,17-18 0,1 35 15,0 0-15,-18-17 0,17 17 16,-17-17-16,0 17 0,18 1 0,-18-1 16,0 0-16,0 0 0,0 1 0,0-19 15,-18 19-15,18-1 0,-35-18 16,35 1-16,-35 17 0,17-17 0,0 0 0,-17-1 15,17-17-15,1 18 0,-1 0 0</inkml:trace>
  <inkml:trace contextRef="#ctx0" brushRef="#br0" timeOffset="-123.8">23777 16087 0,'35'0'31,"1"0"-31,-19 0 16</inkml:trace>
  <inkml:trace contextRef="#ctx0" brushRef="#br0" timeOffset="88.14">23795 16192 0,'0'0'0,"-18"0"16,18 18-1,35-18 1,1 0-16,-19 0 16,1 0-16,0 0 0,17 0 0,-17 0 15,17 0-15,0 0 0,0 0 0,-17 0 16</inkml:trace>
  <inkml:trace contextRef="#ctx0" brushRef="#br0" timeOffset="520.14">24606 15963 0,'0'0'0,"0"35"31,-17-17-15,17 0-16,0-1 0,0 1 16,0 0-16,-18-1 0,18 1 0,0 0 15,0-1-15,0 1 16,0-1-16,0 1 16,0-53 15,35 35-31,-35-18 0,18 18 15,-18-35-15,18 35 0,-18-18 0,17 1 16,1-1-16,-1 0 0,-17 1 0,18-1 16,0 0-16,-18 1 0,17 17 0,-17-18 15,18 1-15,0 17 0,-1 0 16,-17 17 0,18-17-16,-18 35 15,0 1-15,18-19 16,-18 1-16,0 0 0,0-1 15,0 1-15,17-18 0,-17 18 0,0-1 16,18-17-16,-18 18 0,17-18 0,1 0 16,0 0-16</inkml:trace>
  <inkml:trace contextRef="#ctx0" brushRef="#br0" timeOffset="776.14">25153 15998 0,'18'-35'15,"-177"212"-15,300-319 0,-123 90 0,-18 69 32,0 18-17,-18-17-15,18 0 0,0 17 16,-18-17-16,18 17 0,0-17 0,-17 17 16,17 0-16,0-17 0,0 17 0,-18 0 15,18-17-15,0 17 0,-18-17 0,18 17 16,0-17-16,0-1 0,0 1 0,-17 0 15,17-1 1,0-52 0,-18 17-1</inkml:trace>
  <inkml:trace contextRef="#ctx0" brushRef="#br0" timeOffset="1024.079">25047 16157 0,'88'-194'46,"-176"529"-46,194-687 0,-212 563 0,230-422 0,-107 193 16,1 18-16,0 0 0,-1 0 16,1 0-16,0 0 0,-1 0 15,18 0-15,-35 18 0,18-18 16,0 0-16,-18 35 0,17-35 16,-17 17-16,0 1 0,0 0 0,0-1 15,0 1-15,0 0 0,0-1 16,-35 1-16,17 0 0,18-1 15,-17-17-15,-1 0 0,1 18 0,-1-18 16,18 17-16,-18-17 0,1 0 16</inkml:trace>
  <inkml:trace contextRef="#ctx0" brushRef="#br0" timeOffset="1592.109">25894 15998 0,'0'0'16,"18"-17"-16,-18-1 0,0 1 15,-36 17 1,19 0-16,-1 0 16,-17 17-16,17-17 15,0 18-15,1-18 0,17 17 0,-18-17 16,0 36-16,18-19 0,-17-17 0,17 18 15,0 0-15,0-1 0,0 1 16,0 0-16,17-18 16,1 0-16,17 0 15,-17 0-15,0-18 16,-1 18-16,1-18 0,0 18 16,-18-35-16,17 35 0,1-18 0,-18 1 15,18 17-15,-1-18 0,-17 0 16,18 18-16,-18-17 0,17 17 15,-17-18-15,0 53 16,0-17 0,0 0-16,-35 17 0,35-17 15,0-1-15,-17 19 0,17-19 16,0 18-16,-18-17 0,18 17 0,-18-17 16,18 17-16,0-17 0,0 0 0,0 17 15,0-17-15,0-1 0,0 1 0,0-1 0,0 1 16,18-36 15,0 1-15,-1 17-16,1-35 0,-1 17 0,1 0 15,0 1-15,-1-1 0,1 0 0,0 1 16,17-1-16,-17 0 0,-1 1 0,18-19 16,-17 19-16,-18-1 0,18 18 15,-1-17-15</inkml:trace>
  <inkml:trace contextRef="#ctx0" brushRef="#br0" timeOffset="1903.12">24818 16651 0,'0'0'0,"18"0"16,34 0 0,-34 0-16,17 0 0,18 0 0,0 0 15,0 0-15,0 0 0,18 0 16,-1 0-16,1 0 0,-1 0 0,1 0 15,-1 0-15,-17 0 0,0 0 0,0 0 16,0 0-16,-18 0 0,-17 0 0,0 0 16,-1 0-16,1 0 0</inkml:trace>
  <inkml:trace contextRef="#ctx0" brushRef="#br0" timeOffset="2127.66">24924 16775 0,'0'0'0,"-18"0"0,53 0 16,-35 17-16,53-17 16,-17 0-16,16 0 0,1 0 0,18 0 15,0 0-15,17 0 0,-18 0 16,18 0-16,1 0 0,-1 0 0,0 0 0,0 0 15,-17 0-15,-1 0 0,-17 0 0,18 0 16,-36 0-16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58763" units="1/cm"/>
        </inkml:channelProperties>
      </inkml:inkSource>
      <inkml:timestamp xml:id="ts0" timeString="2020-12-18T17:53:39.843"/>
    </inkml:context>
    <inkml:brush xml:id="br0">
      <inkml:brushProperty name="width" value="0.05292" units="cm"/>
      <inkml:brushProperty name="height" value="0.05292" units="cm"/>
      <inkml:brushProperty name="color" value="#FF0000"/>
    </inkml:brush>
  </inkml:definitions>
  <inkml:trace contextRef="#ctx0" brushRef="#br0">23614 5705,'0'-25,"25"25,-25 25,0 0,0 0,0-1,0 1,0 0,0 0,0 0,0 0,0-1,0 26,0-25,0 0,0 24,0-24,0 0,0 0,0-1,0 1,25 0,-25 0,0 0,24-25,-24 24,0-48,25 24,-25-25,25 0,-25 0,25 0,-25 1,25-26,-1 25,-24-24,25 24,0-25,0 1,0 24,-25-25,25 0,-1 26,1-1,0-25,-25 25,25 1,0-1,-25 0,0 50,0 0</inkml:trace>
  <inkml:trace contextRef="#ctx0" brushRef="#br0" timeOffset="320.39">24358 5606,'-25'0,"25"25,-49-1,49 1,-25 0,0 0,0-25,25 25,-24 24,-1-24,25 0,-25 25,25-26,0 1,0 0,0 0,0 0,0-1,0 1,0 0,25-25,-25 25,0 0,25-25,-1 0,1 0</inkml:trace>
  <inkml:trace contextRef="#ctx0" brushRef="#br0" timeOffset="583.91">24482 5680,'0'0,"25"0,-25 25,0 0,0 0,25-1,-25 1,25 0,-25 0,24 0,-24 0,25-1,-25 1,25 0,0 0,-25 0,0-1,25 1,-1 0,-24 0,25-25</inkml:trace>
  <inkml:trace contextRef="#ctx0" brushRef="#br0" timeOffset="839.93">24805 5755,'-25'0,"25"24,-25-24,0 0,25 50,-25-50,25 25,-24 0,-1 0,25-1,-25 1,0 0,0 0,25 0,-24-1,-1 1,25 0,-25-25,25 25,-25 0,25-1,-25-24,25 25</inkml:trace>
  <inkml:trace contextRef="#ctx0" brushRef="#br0" timeOffset="1337.158">24978 5655,'0'-24,"25"24,0 0,0 0,-25 24,25-24,-25 25,0 0,24 0,-24 0,0-1,0 26,0-25,0 0,0 24,0 1,0-25,-24 0,24 24,-25-24,25 25,-25-26,25 1,0 0,0 0,-25 0,0-1,1-24,24 25,-25-25,0 0</inkml:trace>
  <inkml:trace contextRef="#ctx0" brushRef="#br0" timeOffset="1557.1">25350 5879,'0'0,"25"0,0 0,0 0,0 0,-1 0,1 0,0 0</inkml:trace>
  <inkml:trace contextRef="#ctx0" brushRef="#br0" timeOffset="1753.26">25326 6077,'-25'0,"25"25,25-25,-1 0,1 0,0 0,0 0,0 0,24 0,-24 0,0 0</inkml:trace>
  <inkml:trace contextRef="#ctx0" brushRef="#br0" timeOffset="2197.36">26045 5655,'0'25,"0"0,0 0,-25 0,25-1,0 1,0 0,-25 0,25 0,0 0,0 24,0-24,-24 0,24 0,0-1,0 1,0 0,-25-25,25 25,0 0,0-50,25 0,-25 0,24 25,-24-25,0 1,25 24,0 0,0 0,-25 24,25-24,-1 25,1 0,0-25,0 0,0 0,-25 25,24-25,1 0</inkml:trace>
  <inkml:trace contextRef="#ctx0" brushRef="#br0" timeOffset="2400.05">26095 5854,'24'0,"1"0,0 0,0 0,0 0,-1 0,1 0,0 0</inkml:trace>
  <inkml:trace contextRef="#ctx0" brushRef="#br0" timeOffset="2601.36">26095 5631,'24'0,"1"0,0 0,0 0,0 0,-1 0,1 0,0 0,0 0,0 0,-1 0,1 0</inkml:trace>
  <inkml:trace contextRef="#ctx0" brushRef="#br0" timeOffset="2868.29">26640 5581,'-25'0,"1"0,24 25,-25-25,25 25,-25-25,25 24,-25-24,0 25,25 0,-24 0,24 0,-25-1,25 1,0 0,-25 0,25 25,0-26,0 1,0 0,0 0,0 0,0 24,0-24,25 0,-25 0,25-25</inkml:trace>
  <inkml:trace contextRef="#ctx0" brushRef="#br0" timeOffset="3117.06">26739 5755,'0'24,"0"1,0 0,0 0,25 0,-25 0,0-1,25 1,0 0,-25 0,25 0,-25-1,24 1</inkml:trace>
  <inkml:trace contextRef="#ctx0" brushRef="#br0" timeOffset="3355.71">26913 5804,'-25'0,"25"25,-25-25,1 25,-1 0,25 0,-25-25,25 24,-25 1,25 0,-25 0,25 0,-24-1,24 1,-25 0,25 0,-25 0</inkml:trace>
  <inkml:trace contextRef="#ctx0" brushRef="#br0" timeOffset="3696.06">27211 5606,'0'25,"25"-25,-25 24,24 1,-24 0,0 0,25 0,-25-1,0 1,0 25,0-25,0 0,0-1,0 1,0 0,-25 0,25 24,0-24,0 0,-49-25,49 25,-25 0,0-25,0 24</inkml:trace>
  <inkml:trace contextRef="#ctx0" brushRef="#br0" timeOffset="6115.99">27012 5581,'25'0,"0"0,0 0,-25 25,25-25,-25 25,0-1,-50 1,50 0,-25-25,0 0,25 25,-25-25,1 0,24 25,24-25,1 0,0 0,0 0,0 0,0 0,-1 0,1 0,0 0</inkml:trace>
  <inkml:trace contextRef="#ctx0" brushRef="#br0" timeOffset="6485.35">27756 6152,'0'0,"25"0,0 0,25 0,-26 0,1 0,0 0,0 0,0 0,-1 0</inkml:trace>
  <inkml:trace contextRef="#ctx0" brushRef="#br0" timeOffset="6932.53">28401 5705,'0'25,"-24"0,24-1,0 1,-25 0,25 0,0 0,0 0,0-1,0 1,0 0,0 0,0 0,0-1,0 1,0 0,0 0,25-50,-25 0,24 25,1 0,0 0,0 0,0 0,-1 0,1 0,0 0,0 0,0 0,-1 0,1 0,0 0</inkml:trace>
  <inkml:trace contextRef="#ctx0" brushRef="#br0" timeOffset="7169.02">28476 5879,'49'0,"-24"0,0 0,0 0,0 0,-1 0,1 0,0 0,0 0,0 0</inkml:trace>
  <inkml:trace contextRef="#ctx0" brushRef="#br0" timeOffset="7385.05">28600 5705,'25'0,"-1"0,1-25,0 25,0 0,0 0,-1 0,1 0</inkml:trace>
  <inkml:trace contextRef="#ctx0" brushRef="#br0" timeOffset="7672.49">29146 5606,'-25'0,"0"0,0 0,25 25,-25-25,25 24,-25 1,25 0,0 0,-24 0,24-1,0 1,-25 0,25 0,0 0,0 0,0-1,0 1,0 0,0 0,25-25,-25 25,24-1,-24 1,25-25,0 0</inkml:trace>
  <inkml:trace contextRef="#ctx0" brushRef="#br0" timeOffset="7940.54">29270 5705,'-25'0,"25"25,25-25,-25 25,24-1,-24 1,25 0,0-25,-25 25,25-25,0 25,-25 0,24-25,-24 24,25-24,-25 25,25 0,-25 0</inkml:trace>
  <inkml:trace contextRef="#ctx0" brushRef="#br0" timeOffset="8180.26">29468 5705,'-25'0,"0"0,1 25,24 0,-25-25,25 24,-25-24,25 25,0 0,-25-25,25 25,-25-25,25 25,-24 0,24-1,-25-24,25 25,0 0,-25-25</inkml:trace>
  <inkml:trace contextRef="#ctx0" brushRef="#br0" timeOffset="8471.98">29691 5556,'0'25,"25"0,0 0,-25-1,25 1,-25 0,0 0,24 24,-24-24,0 0,0 0,0 0,0 0,0-1,-24 1,24 0,-25-25,25 25,-50 0,50-1,-25-24</inkml:trace>
  <inkml:trace contextRef="#ctx0" brushRef="#br0" timeOffset="9404.56">28451 5531,'0'25,"-25"-25,25 25,-25-25,25 25,-24 0,24-1,-25-24,25 25,-25 0,0 25,0-26,25 1,-24 25,-1-25,25 24,-25-24,25 25,-25-1,25-24,0 25,0-25,-25 24,25-24,0 0,0 0,50-1</inkml:trace>
  <inkml:trace contextRef="#ctx0" brushRef="#br0" timeOffset="10104.29">29964 5482,'25'0,"-25"25,25-25,-25 24,0 1,24-25,-24 50,0-25,0-1,0 1,25 25,-25-1,0 1,0-25,0 25,0-1,0 1,0-1,-25-24,25 25,-24-25,24-1,-25 1,25 0,-25-25,0 25,0-25,1 0</inkml:trace>
  <inkml:trace contextRef="#ctx0" brushRef="#br0" timeOffset="10537.14">30386 5283,'25'0,"-1"0,-24 25,0 0,-24 0,24 0,-25-25,25 24,-25 1,25 0,-25-25,25 25,-25-25,25 25,0-1,-24-24,24 25,24-25,1 0,-25 25,25-25,0 0,0 0,-1 0,1 0,25 25,-25-25</inkml:trace>
  <inkml:trace contextRef="#ctx0" brushRef="#br0" timeOffset="11588.12">25177 7317,'25'0,"-1"0,-24-24,50 24,-25 0,0 0,-1 0,1 0,0 0,0 0</inkml:trace>
  <inkml:trace contextRef="#ctx0" brushRef="#br0" timeOffset="11800.08">25226 7392,'-24'0,"24"25,24-25,26 0,-25 0,0 0,-1 24</inkml:trace>
  <inkml:trace contextRef="#ctx0" brushRef="#br0" timeOffset="12403.91">26095 6995,'24'0,"1"0,0 25,0 0,0-25,-1 24,1 1,0 0,0-25,-25 25,25 0,-25-1,0 1,24 0,-24 0,0 0,0-1,0 1,0 0</inkml:trace>
  <inkml:trace contextRef="#ctx0" brushRef="#br0" timeOffset="12652.65">26343 7094,'-25'0,"25"25,-25-25,25 25,-25-25,25 49,-25-49,1 25,24 0,-25 0,0-25,25 25,-25-1,0 1,1 0,-1 0,0 0,25-1,-25-24,25 25</inkml:trace>
  <inkml:trace contextRef="#ctx0" brushRef="#br0" timeOffset="13097.17">26516 6921,'0'-25,"0"0,25 25,0 0,0 0,-1 0,-24 25,0 0,0-1,-24 1,24 0,-25-25,25 25,-25-25,25 25,-25-25,0 24,1 1,48-25,1 0,25 0,-25 0,-1 0,1 0,0 0,0 0</inkml:trace>
  <inkml:trace contextRef="#ctx0" brushRef="#br0" timeOffset="13317.43">26814 7243,'25'0,"24"0,-24 0,0 0,0 0,-1 0,1 0,0 0,0 0,0 0,0 0,-1 0</inkml:trace>
  <inkml:trace contextRef="#ctx0" brushRef="#br0" timeOffset="13548.63">27012 7094,'0'25,"0"0,0 0,0-1,-25 1,25 0,0 0,0 0,0-1,0 1,0 0,0 0</inkml:trace>
  <inkml:trace contextRef="#ctx0" brushRef="#br0" timeOffset="15044.56">27484 6995,'0'25,"24"-25,-24 25,25-1,-25 1,25 0,0 0,-25 0,25-1,-25 1,24-25,-24 25,0 0,25-25,-25 25,0-1,25-24,-25 25</inkml:trace>
  <inkml:trace contextRef="#ctx0" brushRef="#br0" timeOffset="15340.57">27682 7094,'-25'0,"0"0,1 0,24 25,-25-25,25 25,-25 0,0-1,25 1,-25-25,1 25,24 0,-25 0,0-25,25 24,-25 1,0 0,25 0,-24-25</inkml:trace>
  <inkml:trace contextRef="#ctx0" brushRef="#br0" timeOffset="16161.05">28153 7268,'-24'25,"48"-25,1 0,0 0,0 0,0 0,-1 0,1 0,0 0,0 0,24 0,-24 0,0 0,0 0,0 0,-1 0,1 0</inkml:trace>
  <inkml:trace contextRef="#ctx0" brushRef="#br0" timeOffset="17912.36">29270 7045,'-25'0,"0"0,50 0,-25 24,25-24,-25 25,24-25,-24 25,25 0,0 0,-25-1,25 1,-25 0,25-25,-25 25,24-25,-24 25</inkml:trace>
  <inkml:trace contextRef="#ctx0" brushRef="#br0" timeOffset="18188.23">29344 7169,'-25'0,"0"24,1-24,24 25,-25 0,25 0,-25-25,25 25,0-1,-25-24,25 25,-25 0,1 0,24 0,-25-25,25 24,-25-24</inkml:trace>
  <inkml:trace contextRef="#ctx0" brushRef="#br0" timeOffset="18501.44">29542 6921,'25'0,"0"24,0 1,-25 0,25 0,-1 0,-24 24,25-24,-25 0,0 24,0-24,0 0,0 25,0-26,0 26,0-25,-25 0,25-1,-24 1,-26 0,25 0,0-25</inkml:trace>
  <inkml:trace contextRef="#ctx0" brushRef="#br0" timeOffset="18804.99">28873 6921,'0'0,"-25"24,0 1,25 0,0 0,-25 0,25-1,0 1,-25 0,25 25,0-26,0 1,0 25,0-25,0-1,25 26,-25-25,0 0,25-1,-25 1,25 0,-25 0,25-25,-1 25</inkml:trace>
  <inkml:trace contextRef="#ctx0" brushRef="#br0" timeOffset="19325.59">29989 6846,'0'-25,"25"25,-25-25,24 25,1 0,0 0,0 0,0 0,-25 25,0 0,-25-25,25 25,-25 0,0 0,0-1,25 1,-24-25,-1 0,25 25,25-25,-1 0,1 25,0-25,0 0,0 0,24 0,-24 0,0 0,0 0</inkml:trace>
  <inkml:trace contextRef="#ctx0" brushRef="#br0" timeOffset="20072.5">25846 8086,'0'25,"25"-25,0 0,0 0,0 0,-25-25,25 25,-1 0,1 0,0 0,0 0,0 0</inkml:trace>
  <inkml:trace contextRef="#ctx0" brushRef="#br0" timeOffset="20285.38">25921 8186,'0'24,"25"-24,0 0,-1 0,1 0,0 25,0-25,0 0,-1 0,1 0,0 0</inkml:trace>
  <inkml:trace contextRef="#ctx0" brushRef="#br0" timeOffset="21012.04">26839 7888,'0'25,"24"-25,1 24,-25 1,25-25,-25 25,0 0,0 0,25-25,-25 25,25-1,-25 1,0 0,24 0,-24 0,25-1,-25 1</inkml:trace>
  <inkml:trace contextRef="#ctx0" brushRef="#br0" timeOffset="21244">27012 8012,'-25'0,"1"0,-1 25,0 0,0-25,25 24,-25 1,1-25,24 25,-25-25,25 25,-25 0,25-1,-25 1,25 0,0 0,-25-25,25 25</inkml:trace>
  <inkml:trace contextRef="#ctx0" brushRef="#br0" timeOffset="21660.91">27211 7813,'0'0,"0"-24,25 24,-1 0,1-25,0 25,0 0,0 0,-25 25,0-1,0 1,0 0,-25-25,25 25,-25-25,25 25,-25-25,0 0,25 24,-24-24,24 25,24-25,1 0,0 0,0 0,0 0,-1 0,-24 25,25-25,0 0,0 0</inkml:trace>
  <inkml:trace contextRef="#ctx0" brushRef="#br0" timeOffset="21881.24">27508 8086,'25'0,"0"0,0 0,0 0,-1 0,1 0,0 0,0 0,0 0,-1 0</inkml:trace>
  <inkml:trace contextRef="#ctx0" brushRef="#br0" timeOffset="22115.98">27657 7987,'0'0,"0"25,0 0,-25-25,25 25,0-1,0 1,0 0,0 0,0 0,0-1,0 1,-24-25,24 25</inkml:trace>
  <inkml:trace contextRef="#ctx0" brushRef="#br0" timeOffset="22436.24">27980 7937,'24'0,"1"0,0 0,-25 25,25-25,-25 25,25-25,0 25,-25 0,24 0,-24-1,25 1,-25 0,0 0,0 0,25-25,-25 24,0 1</inkml:trace>
  <inkml:trace contextRef="#ctx0" brushRef="#br0" timeOffset="22647.66">28129 8111,'-25'0,"0"0,0 0,25 25,-25-25,0 0,25 25,-24 0,24-1,-25-24,25 25,-25 0,0 0,0 0,25-1,-24-24,24 25,0 0</inkml:trace>
  <inkml:trace contextRef="#ctx0" brushRef="#br0" timeOffset="23008.5">28773 8161,'25'0,"0"0,25 0,-26 0,1 0,0 0,0 0,0 0</inkml:trace>
  <inkml:trace contextRef="#ctx0" brushRef="#br0" timeOffset="23380.4">29294 8012,'25'0,"0"0,0 0,0 0,-1 0,1 25,0 0,0-25,-25 24,25-24,-1 25,1 0,0-25,-25 25,25 0,-25-1,25-24,-25 25,0 0,-25-25</inkml:trace>
  <inkml:trace contextRef="#ctx0" brushRef="#br0" timeOffset="23611.9">29468 8086,'-25'0,"25"25,0 0,-25-25,25 25,-24-25,24 25,-25-1,0 1,25 0,-25 0,0 0,25-1,0 1,-24 0,24 0</inkml:trace>
  <inkml:trace contextRef="#ctx0" brushRef="#br0" timeOffset="24024.3">29741 7937,'0'-24,"25"24,-1 0,1-25,0 25,0 0,0 0,-1 0,-24 25,25-25,-25 24,0 1,0 0,-49-25,49 25,0 0,-25-25,25 25,-25-25,0 24,25 1,25-25,-25 25,50-25,-26 0,26 0,-25 0,0 0</inkml:trace>
  <inkml:trace contextRef="#ctx0" brushRef="#br0" timeOffset="24625.1">26541 8905,'-25'0,"25"25,25-25,0 0,0 0,-1 0,1 0,0 0,0 0,0 0,-1 0,1 0,0 0,0-25</inkml:trace>
  <inkml:trace contextRef="#ctx0" brushRef="#br0" timeOffset="24828.23">26665 8979,'0'25,"25"-25,0 0,-1 0,1 0,0 0,0 0,0 0,-1 0,1 0,0 0,0 0</inkml:trace>
  <inkml:trace contextRef="#ctx0" brushRef="#br0" timeOffset="25111.91">27310 8756,'25'25,"-25"0,25-1,-1 1,-24 0,25 0,0 0,-25-1,0 1,25 0,-25 0,25 0,-25 0,0-1,0 1</inkml:trace>
  <inkml:trace contextRef="#ctx0" brushRef="#br0" timeOffset="25312.52">27434 8954,'-25'0,"0"0,1 25,-1 0,25 0,-25-25,25 25,-25-25,25 25,-25-1,1-24,24 25,-25 0,25 0,-25-25,25 25,-25-25,25 24,-25 1</inkml:trace>
  <inkml:trace contextRef="#ctx0" brushRef="#br0" timeOffset="26539.64">23738 10567,'25'0,"0"0,-1 0</inkml:trace>
  <inkml:trace contextRef="#ctx0" brushRef="#br0" timeOffset="26712.8">24085 10195,'0'-25,"0"50</inkml:trace>
  <inkml:trace contextRef="#ctx0" brushRef="#br0" timeOffset="26891.93">24234 10468,'0'24</inkml:trace>
  <inkml:trace contextRef="#ctx0" brushRef="#br0" timeOffset="27400.19">24606 10170,'0'25,"25"0,-25-1,25-24,-25 25,25 0,-25 0,24 0,-24-1,25 1,-25 0,25 0,-25 0,25-1,0 1,-25 0,0 0,24-25,-24 25,0-1,25-24,-25 25,0-74,25 49,-25-50,25 25,-25 0,25 1,-25-1,25 0,-25 0,24 0,-24 1,25-1,0 0,-25 0,25 0,-25 1,25-1,-25 0,24 25</inkml:trace>
  <inkml:trace contextRef="#ctx0" brushRef="#br0" timeOffset="27669.21">25400 10145,'-25'0,"25"25,-25-25,25 25,-24 0,24-1,-25-24,25 25,-25 0,25 0,0 0,-25-1,25 1,0 0,-25 0,25 0,0-1,0 1,0 0,0 0,25 0,-25-1,25-24,-25 25,50-25,-26 0</inkml:trace>
  <inkml:trace contextRef="#ctx0" brushRef="#br0" timeOffset="27928.08">25574 10294,'0'0,"0"25,24-25,-24 25,25-1,-25 1,25-25,-25 25,25 0,0 0,-25-1,24 1,1 0,-25 0,25 0</inkml:trace>
  <inkml:trace contextRef="#ctx0" brushRef="#br0" timeOffset="28185.66">25772 10344,'-25'24,"0"1,25 0,-24-25,24 25,-25 0,25-1,-25 1,0 0,25 0,-25-25,25 25,-24-1,24 1,-25-25,25 25</inkml:trace>
  <inkml:trace contextRef="#ctx0" brushRef="#br0" timeOffset="28560.28">26119 10195,'25'0,"0"0,0 0,0 25,-1-25,-24 24,25-24,-25 25,25 0,-25 0,0 0,0-1,25 1,-25 0,0 0,0 0,0-1,0 1,0 0,0 0,-25 0,25-1,0 1,-25 0,0 0,1 0,-1-25,0 0,0 0</inkml:trace>
  <inkml:trace contextRef="#ctx0" brushRef="#br0" timeOffset="28823.74">26987 10443,'25'0,"0"0,0 0,0 0,0 0,-1 0,1 0,0 0</inkml:trace>
  <inkml:trace contextRef="#ctx0" brushRef="#br0" timeOffset="29000.79">26963 10517,'0'25,"24"-25,1 0,25 0,-25 0,0 0,-1 0</inkml:trace>
  <inkml:trace contextRef="#ctx0" brushRef="#br0" timeOffset="29796.35">27583 10046,'0'0,"25"0,-1 0,1 0,0 0,-25 25,25-25,-25 25,25-1,-1-24,-24 25,25 0,0 0,-25 0,25-1,-25 1,25 0,-25 0,0 0,0-1,0 1,0 0,0 0,-25-25</inkml:trace>
  <inkml:trace contextRef="#ctx0" brushRef="#br0" timeOffset="29996.67">27756 10195,'-24'0,"-1"0,0 0,0 25,25-1,-25-24,25 25,-24 0,24 0,-25-25,25 25,-25-1,25 1,-25 0,0 0,25 0,0-1,-24 1</inkml:trace>
  <inkml:trace contextRef="#ctx0" brushRef="#br0" timeOffset="30416.58">25946 11261,'49'0,"1"0,-25-24,24 24,-24 0,25 0,24 0,1 0,-1-25,0 25,26 0,-1 0,0 0,25 0,-25 0,25 0,0 0,0 0,0 0,-24 0,24 0,-25 25,0-25,-25 0,1 0,-25 0,-1 0,1 0,-25 0,-1 0,-73 0</inkml:trace>
  <inkml:trace contextRef="#ctx0" brushRef="#br0" timeOffset="30684.89">26715 11385,'0'0,"0"25,24-25,26 0,-25 0,24 0,-24 0,25 0,-1 0,1 0,0 0,24 0,1 0,-26 0,26-25,-1 25,25 0,-24 0,-1 0,0 0,1 0,-1 0,1 0,-26 0,26 25,-26-25,1 0,0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58763" units="1/cm"/>
        </inkml:channelProperties>
      </inkml:inkSource>
      <inkml:timestamp xml:id="ts0" timeString="2020-12-18T17:55:39.111"/>
    </inkml:context>
    <inkml:brush xml:id="br0">
      <inkml:brushProperty name="width" value="0.05292" units="cm"/>
      <inkml:brushProperty name="height" value="0.05292" units="cm"/>
      <inkml:brushProperty name="color" value="#FF0000"/>
    </inkml:brush>
  </inkml:definitions>
  <inkml:trace contextRef="#ctx0" brushRef="#br0">25722 10988,'-24'0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7.1958" units="1/cm"/>
          <inkml:channelProperty channel="Y" name="resolution" value="657.57574" units="1/cm"/>
          <inkml:channelProperty channel="T" name="resolution" value="1" units="1/dev"/>
        </inkml:channelProperties>
      </inkml:inkSource>
      <inkml:timestamp xml:id="ts0" timeString="2020-12-03T05:41:01.196"/>
    </inkml:context>
    <inkml:brush xml:id="br0">
      <inkml:brushProperty name="width" value="0.05292" units="cm"/>
      <inkml:brushProperty name="height" value="0.05292" units="cm"/>
      <inkml:brushProperty name="color" value="#FF0000"/>
    </inkml:brush>
  </inkml:definitions>
  <inkml:trace contextRef="#ctx0" brushRef="#br0">17658 5179 0,'0'-45'0,"0"27"15,0 8-15,-3 10 16,-2 8-16,0 7 16,3 10-16,4 9 15,3 10 1,3 2-16,0-2 16,3-3-16,-4-5 15,-7-12-15,0-10 16,0-3-1,-2-3-15,2-4 16,-3 0-16,1-10 16,-3-6-16,1-9 15,4-2-15,-4-8 16,0-2 0,8-3-16,4 0 15,4 2-15,9 0 16,-4 4-1,7 1-15,1 9 16,1 4-16,2 8 16,0 8-16,-4 8 15,-1 8 1,-7 7-16,-6 8 16,-6 7-16,-1 0 15,-6 1-15,1 0 16,-5 0-16,7-39 15,-8 36 1,8-36-16,0 0 16,0 0-16,-8 33 15,5-8-15</inkml:trace>
  <inkml:trace contextRef="#ctx0" brushRef="#br0" timeOffset="1475.03">17558 6034 0,'0'0'15,"0"0"-15,0 0 16,0 0-16,0 0 16,0 0-16,0 0 15,0 0-15,0 0 16,0-16 0,8-14-16,10 7 15,3 7-15,1 11 16,1-2-1,1 7-15,0 5 16,4 5-16,-6 8 16,-4 5-16,-3 2 15,-6 1 1,-7 2-16,-4 3 16,-1-5-16,-5-2 15,-2-5-15,2-3 16,-2-5-1,5-8-15,-3-3 16,6-6 0,2-4-16,10-9 0,0 2 15,5-6-15,1-4 16,1 2 0,2 0-16,-4 3 15,0 3-15,-1 3 16,-4 4-16,-2-2 15,-3 7 1,-3 3-16,-4 2 16,-1 4-16,-4 9 15,-4 10-15,1 2 16,-1 2 0,-2 3-16,6 4 15,2-1-15,2-3 16,3 1-16,3-4 15,-3-25 1,12 20-16,6-6 16,3-12-16,2-9 15,-2-9 1</inkml:trace>
  <inkml:trace contextRef="#ctx0" brushRef="#br0" timeOffset="1863.43">18285 5158 0,'0'0'16,"0"0"-16,23 30 15,7 24-15,1 10 16,-5 11-16,-5 10 16,0 26-16,-21 17 15,-21-8 1,-8-1-16,-9-11 15,-13-7-15,-6-11 16,-2-24-16,0-15 16,11-19-1,-2-20-15,2-12 16,4-2-16</inkml:trace>
  <inkml:trace contextRef="#ctx0" brushRef="#br0" timeOffset="2269.99">17700 5065 0,'0'0'15,"0"0"-15,-26 0 16,-28 6-16,6 4 16,1 10-1,7 10-15,-3 7 16,0 6-16,0 9 16,-1 9-16,3 8 15,3 6 1,3 8-16,8 17 15,4 8-15,12-8 16,15-5-16,5-5 16,12-3-16,4-9 15,3-14 1,5-13-16,10-9 16,5-12-16,8-16 15,-7-14-15</inkml:trace>
  <inkml:trace contextRef="#ctx0" brushRef="#br0" timeOffset="2627.31">18644 5423 0,'0'0'16,"0"0"-16,0 0 16,0 0-16,0 0 15,0 35 1,0 38-16,-2 12 16,-6 19-16,6-3 15,-1 2-15,1-3 16,2-7-16,-5-11 15,-1-20 1,6-6-16,0-56 16,8 43-1,-8-43-15,15 18 0,-1-25 16,-4-16 0,-1 2-16</inkml:trace>
  <inkml:trace contextRef="#ctx0" brushRef="#br0" timeOffset="2968.91">18655 5602 0,'0'0'16,"0"0"-16,0-23 16,0-18-1,8 7-15,10 9 16,-1 4-16,6 6 15,5 7 1,-2 8-16,6 6 16,-2 9-16,-1 8 15,-10 7-15,-5 9 16,-9 3-16,-5 2 16,-8 7-1,-8-8-15,-4-5 16,-5-7-16,-3-7 15,-4-4-15,6-7 16,1-10 0,9-11-16,6-10 15,8-6-15</inkml:trace>
  <inkml:trace contextRef="#ctx0" brushRef="#br0" timeOffset="3509.31">19011 5136 0,'0'0'16,"0"0"-16,0 0 16,0 0-16,0-20 15,5-13 1,1 10-16,7 12 15,10 6-15,0 10 16,-3 11 0,-2 2-16,-3 8 15,-4 1-15,-11 0 16,0-2-16,0-4 16,-3-5-16,3-2 15,-3-4-15,1-6 16,-1-8-1,6-3-15,5-8 16,3-6-16,1-4 16,2-4-1,3 1-15,-1-1 16,-4 7-16,-1-2 16,-4 4-16,1 5 15,-6 5 1,1 6-16,-3 8 15,-5 6-15,-3 8 16,1 5-16,-2 7 16,2 7-16,2-1 15,3 2 1,-1 3-16,6-2 16,2-9-16,2-7 15</inkml:trace>
  <inkml:trace contextRef="#ctx0" brushRef="#br0" timeOffset="4191.64">19669 5466 0,'0'0'16,"0"0"-16,0 0 15,0 0 1,-9-20-16,-13-14 16,-3 15-16,-4 15 15,4 4 1,-6 7-16,-1 9 16,2 7-16,-3 8 15,2 7-15,31-38 16,-26 41-16,14-2 15,9-7 1,6-10-16,4-7 16,8-4-16,8-6 15,1-10-15,4-8 16,0-4 0,4-7-16,-2 2 15,-2 0-15,-4 1 31,-5 7-31,-3 0 0,-6 6 0,-2 10 16,-4 10 0,-4 5-16,-9 9 15,-1 10-15,-1 8 16,-6 15 0,1 8-16,1 4 15,-3-1-15,-2-2 16,2-7-16,18-61 15,-17 54-15,17-54 16,0 0 0,0 0-16,-8 35 15,16-24-15,9-14 16,3-9-16,5-12 16,7-1-16,-32 25 15,35-31 1,-35 31-16,38-44 15,-1 1-15,-6-1 16,-8 5-16</inkml:trace>
  <inkml:trace contextRef="#ctx0" brushRef="#br0" timeOffset="4706.66">19764 5106 0,'0'0'0,"0"0"16,0 0-16,5 28 15,0 24-15,0-9 16,-2-12-16,-3-13 16,2-4-16,-2-7 15,0-10 1,0-8-16,0-4 16,6 0-16,-1-11 15,2-2 1,8 0-16,1 7 15,-1 5-15,-2 7 16,2 1 0,2 0-16,1 8 15,-3 5-15,3 6 16,-3 7-16,-3 5 16,-6 2-16,-1 5 15,-5-4 1,0 3-16,0-8 15,-2-3-15,2-11 16,5-7-16,-3-4 16</inkml:trace>
  <inkml:trace contextRef="#ctx0" brushRef="#br0" timeOffset="4899.8">20215 5168 0,'0'0'0,"0"0"15,0 0-15,0 0 16,0 0 0,23 0-16,22-2 15,-7-10-15,-9 3 16</inkml:trace>
  <inkml:trace contextRef="#ctx0" brushRef="#br0" timeOffset="5517.85">20471 5057 0,'0'0'0,"0"0"0,0 0 16,0 0 0,0 0-16,0 0 15,0 0-15,7-8 16,21-7 0,5 2-16,-7 8 15,5 13-15,-9 12 16,-11 11-16,-8 0 15,-6-3 1,-2-2-16,-4-2 16,0-5-16,-4 1 15,2-4-15,1-2 16,6-7 0,-1-1-16,2-6 15,3-6-15,0-7 16,10-2-16,5-8 15,3 0-15,0-5 16,3 1-16,2 5 16,-4-4-1,-2 5-15,-1 3 16,-6 6-16,0 1 16,-4 4-1,-6-1-15,0 6 16,-6 4-16,-2 6 15,-4 4-15,-2 6 16,5 9 0,-1 1-16,4 2 15,3 4-15,6 1 16,0 2-16,-3-37 16,8 38-1,2-5-15,5-6 0</inkml:trace>
  <inkml:trace contextRef="#ctx0" brushRef="#br0" timeOffset="5790.99">21058 5733 0,'0'0'0,"0"0"0,0 0 16,0 0-16,0 31 15,0 23 1,-2 0-16,-9 0 16,-1-5-16,-9-13 15,8-19-15,8-5 16,2-10-16</inkml:trace>
  <inkml:trace contextRef="#ctx0" brushRef="#br0" timeOffset="6509.88">21518 5610 0,'0'0'16,"0"0"-16,0 0 15,0 0-15,7-18 16,10-13-16,3 8 15,-2 16 1,-1 4-16,-1 8 16,-4 5-16,4 8 15,-6 9 1,-5 5-16,-8 1 16,1 3-16,-3-3 15,-2-6-15,-4-6 16,1-1-16,0-5 15,2-7 1,0-3-16,6-7 16,9-7-16,4-6 15,4-5-15,6-3 16,-2-4 0,2 2-16,5 3 15,-3-2-15,-2 1 16,-5 5-1,-4 3-15,1 1 16,-5 5-16,-3 3 16,-3 4-16,-2 4 15,-5 9-15,-7 2 16,-4 4 0,1 4-16,2 2 31,0 1-31,-1-2 0,7 3 0,-1-3 15,8-2-15,3-2 16,2-3 0,8-1-16,5-4 15,1-8-15,3-4 16,4-6-16,2-3 16,0 4-1</inkml:trace>
  <inkml:trace contextRef="#ctx0" brushRef="#br0" timeOffset="6776.64">22023 5713 0,'0'0'0,"0"0"16,0 0 0,0 0-16,0 0 15,0 0-15,0 0 16,26 0-16,14 0 16,-5 0-1,-10-3-15,-9-2 16</inkml:trace>
  <inkml:trace contextRef="#ctx0" brushRef="#br0" timeOffset="7001.14">22075 5785 0,'0'0'0,"0"0"16,0 0-1,0 0-15,0 0 16,23 5-16,23 5 16,-5 1-1,-8-9-15,4-13 16,1-6-16,-7 2 16</inkml:trace>
  <inkml:trace contextRef="#ctx0" brushRef="#br0" timeOffset="8009.33">22599 5517 0,'0'0'0,"0"0"15,0 0 1,0 0-16,0 0 16,0 0-16,0 0 15,-8 28-15,-3 22 16,4-11-1,2-9-15,0-5 16,5-4-16,-2-3 16,2-4-1,0-5-15,0 4 16,-4-5-16,2-3 16,-1-3-16,3 1 15,-2-3-15,2 0 16,0 3-16,0-3 15,2 0 1,-2 3-16,0-3 16,-2 0-16,2 0 15,0 0-15,0 0 16,0 0 0,0 0-16,0 0 15,0 0-15,0 0 16,0 0-16,0 0 15,0 0 1,0 0-16,0 0 16,0 0-16,0 0 15,0 0-15,0 0 16,2 0 0,-2 0-16,3 2 15,-3 0-15,2 1 16,-2-1-16,0 3 15,4-2 1,-2-3-16,-2 6 16,0-4-16,2 3 15,1-2-15,2-1 16,0-2-16,2 0 16,4 2-1,-1-2-15,-3 0 16,2-2-16,6-3 15,0-2-15,1-2 16,0-1 0,-4-5-16,1 2 31,-2-5-31,-4 0 0,-2-5 0,2 0 16,-1 0-1,-6-2-15,-6 1 16,2 2-16,-6 2 15,-6 3-15,-1 4 16,-2 3 0,3 7-16,-2 6 15,3 4-15,2 6 16,6-2-16,4-2 16,3 0-16</inkml:trace>
  <inkml:trace contextRef="#ctx0" brushRef="#br0" timeOffset="8255.07">22907 5744 0,'0'0'0,"0"0"0,0 0 15,0 0-15,5 22 16,5 25-16,1-8 16,-6-5-1,0-10-15,-3-10 16,-2-9-16,10-8 16,3-2-16</inkml:trace>
  <inkml:trace contextRef="#ctx0" brushRef="#br0" timeOffset="8521.81">23302 5477 0,'0'0'16,"0"0"-16,0 0 15,0 0-15,0 0 16,0 27-16,0 25 16,-2-4-16,-9-1 15,1-1 1,5-4-16,0-11 16,2-13-16,6-11 15,2-12-15</inkml:trace>
  <inkml:trace contextRef="#ctx0" brushRef="#br0" timeOffset="8798.06">23573 5631 0,'0'0'15,"0"0"-15,0 0 16,0 0-16,6 28 16,-1 23-16,-5 0 15,-7-7 1,-4-8-16,-1-5 16,1-7-16,1-15 15,2-6-15,3-8 16,8-2-16,2-7 15</inkml:trace>
  <inkml:trace contextRef="#ctx0" brushRef="#br0" timeOffset="9265.66">23816 5579 0,'0'0'0,"0"0"16,0 0-16,18-15 15,8-11-15,-7 11 16,-3 7-16,1 4 16,4 2-1,0 10-15,-8 3 16,-5 4-16,-5 6 15,-3-1-15,-8 6 16,-3-1 0,1 1-16,-6-2 15,4-4-15,-2-3 16,5 0-16,1-5 31,0 3-31,3 1 0,2-6 16,6-5-16,8 3 15,6-2 1,9-4-16,8 1 16,1-3-16,4 0 15,0-9-15,-4-3 16,-35 12-16,42-13 16,-42 13-16,46-18 15</inkml:trace>
  <inkml:trace contextRef="#ctx0" brushRef="#br0" timeOffset="9406.54">24401 5744 0,'0'0'0,"0"0"16,0 0-16,0 0 16,0 0-16,0 0 15,0 0 1,0 0-16</inkml:trace>
  <inkml:trace contextRef="#ctx0" brushRef="#br0" timeOffset="9569.68">24693 5764 0,'0'0'16,"0"0"-16,0 0 15,0 0-15,30-3 16,13-2-16</inkml:trace>
  <inkml:trace contextRef="#ctx0" brushRef="#br0" timeOffset="9717.73">24971 5774 0,'0'0'15,"0"0"-15,0 0 16,0 0-16,23-8 16,20-2-16,-9 3 15</inkml:trace>
  <inkml:trace contextRef="#ctx0" brushRef="#br0" timeOffset="9944.72">25297 5785 0,'0'0'16,"0"0"-16,0 0 16,0 0-16,0 0 15,0 0-15,8 7 16,10 22 0,-5 11-16,-3 2 15,-10-3-15,-3 0 16,3-9-16,-2-13 15,4-1-15,6-6 16</inkml:trace>
  <inkml:trace contextRef="#ctx0" brushRef="#br0" timeOffset="11064.34">25649 5446 0,'10'71'15,"-5"-32"-15,1 3 16,2-9-1,-4-5-15,1-10 16,-5-8-16,5-5 16,4 0-16,-9-5 15,0-5 1,-4 0-16,2-3 16,2-7-16,0-3 15,6-8-15,1-2 16,3 0-1,0-3-15,3 2 16,2 2 0,3 3-16,6 1 0,2 7 15,2 9 1,2 4-16,1 3 16,2 13-16,1 7 15,-5 9-15,-9 7 16,-9 2-16,-11 3 15,0-41 1,-16 39-16</inkml:trace>
  <inkml:trace contextRef="#ctx0" brushRef="#br0" timeOffset="13709.32">17473 5270 0,'-23'80'0,"3"-31"15,-4-2-15,10-9 16,0-7-16,4-11 15,3-2 1,-1-5-16,8-5 16,6-5-16</inkml:trace>
  <inkml:trace contextRef="#ctx0" brushRef="#br0" timeOffset="14271.29">17838 5211 0,'0'0'0,"0"0"16,0 0 0,0 0-16,0 0 15,0 0-15,0 0 16,0 0-16,0 0 15,0 0-15,-18 0 16,-21 8 0,9 15-16,10 3 15,6 0-15,9-3 16,1 5 0,1 0-16,10-2 15,3 0-15,6-3 16,5-7-16,4-6 15,0-5 1,4-3-16,2-6 16,-3-7-16,-2-5 15,0-4 1,-6-3-16,-2-5 0,0-6 16,-8 1-1,-5-3-15,-5 2 16,-8 6-16,-1 5 15,-7 2-15,-5 9 16,4 1 0,-6 6-16,-3 8 15,6 4-15,-1 4 16,4 5-16,8-4 16,4 0-1,7-4-15</inkml:trace>
  <inkml:trace contextRef="#ctx0" brushRef="#br0" timeOffset="14699.99">18272 5237 0,'0'0'15,"0"0"-15,0 0 16,0 0-16,-15 21 16,-8 6-1,4-2-15,6 0 16,1 1-16,6-1 16,4 3-1,-1 1-15,6-6 0,-1-5 16,9-6-1,1-4-15,4-5 16,2-6-16,3-5 16,-3-4-1,5-6-15,-3-11 16,-1-1-16,-9-4 16,-3-1-16,0 1 15,-4 6-15,-6 1 16,-6 10-1,-6 4-15,-1 5 16,4 3-16</inkml:trace>
  <inkml:trace contextRef="#ctx0" brushRef="#br0" timeOffset="16329.97">19610 5095 0,'-7'68'0,"-2"-28"16,-1-1 0,5-5-16,0-11 15,2-2-15,3-1 16,-2-3-16,-1-3 15,6-6 1,2-6-16,3-6 16,-1-5-16</inkml:trace>
  <inkml:trace contextRef="#ctx0" brushRef="#br0" timeOffset="16853.56">19805 5158 0,'0'0'16,"0"0"-16,0 0 16,0 0-1,0 0-15,0 0 16,0 0-16,-8 23 15,-7 15-15,2-4 16,8-4 0,5-3-16,8-2 15,4-5-15,1-4 16,5-8-16,10-6 16,-5-2-1,-5 0-15,1-2 16,4-6-16,-2-2 15,-6-3-15,0-6 16,-2 0 0,-3-3-16,0 0 15,-5-2-15,-5 5 16,-2 2-16,-5 2 16,-4 3-1,-4 1-15,-1 6 16,-1 0-16,-2 5 15,2 2-15,-1 1 16,3 0 0,6-3-16,4-3 15,5 0-15</inkml:trace>
  <inkml:trace contextRef="#ctx0" brushRef="#br0" timeOffset="17437.07">20146 5085 0,'0'0'15,"0"0"-15,0 0 16,0 0-16,0 0 16,0 0-16,0 0 15,0 0-15,-7 21 16,-9 15-1,4-3-15,2-7 16,1-2-16,2-7 16,5 1-16,2-5 15,2-1 1,-2 2-16,3-1 16,-1-3-16,4-3 15,1-1-15,1-3 16,2-3-1,3-3-15,-3-3 16,2 1-16,-3-5 16,-2-2-16,0-2 15,-2-4 1,-2-3 0,-3 1-16,-3 0 0,-4 2 15,-3 2-15,-1 1 16,-6 5-1,-1-1-15,3 1 16,-1-3-16</inkml:trace>
  <inkml:trace contextRef="#ctx0" brushRef="#br0" timeOffset="18869.99">25290 5477 0,'0'0'16,"0"0"-16,0 0 16,0 0-16,0 0 15,0 0-15,0 0 16,7 7 0,16 16-16,-5 3 15,-5 2-15,-6-1 16,4 5-1,-3 4-15,-1 0 16,-5 0-16,1-5 16,-3-31-16,2 26 15,4-9 1,7-8-16,-1-7 16</inkml:trace>
  <inkml:trace contextRef="#ctx0" brushRef="#br0" timeOffset="19556.12">25915 5466 0,'0'0'0,"0"0"16,0 0-1,0 0-15,0 0 16,-22 8-16,-22 5 15,16-6-15,7 3 16,5-3 0,6 10-16,1 3 15,3-2-15,1-3 16,0 4-16,2 1 16,3 3-1,3 1-15,2-2 16,10 4-16,3-5 15,0-1 1,6-2-16,2-4 16,-4-2-16,4-5 15,2-3-15,-2-8 16,2-1-16,-4-2 16,-4-6-16,-2-8 15,0-1 1,-5-7-16,-1 1 15,-7-3-15,-2 3 16,-3-3-16,-13 0 16,-1 5-1,-7 0-15,-7 6 16,-2 2-16,0 7 16,-3 4-16,0 4 15,-3 1 1,8 4-16,6-2 15,17-4-15,5-1 16</inkml:trace>
  <inkml:trace contextRef="#ctx0" brushRef="#br0" timeOffset="20374.27">26542 5435 0,'0'0'16,"0"0"-16,0 0 0,0 0 15,0 0-15,0 0 16,0 0 0,0 0-16,0 0 15,0 0-15,0 0 16,0 0-16,0 0 15,-7 18 1,-14 16-16,0-6 16,9-5-1,4-2-15,0 1 0,3 1 16,3-2 0,4 2-16,3 0 15,1-2-15,-1-3 16,5-2-16,6-3 15,-4-3 1,3 0-16,1-5 16,3 1-1,-2-10-15,1 2 0,-3-6 16,4 1 0,-2-9-16,-1-4 15,-6-1-15,3-4 16,-6-4-16,-4 3 15,-1-2 1,-7 3-16,0-1 16,-10 2-16,-9 4 15,-6 2-15,-8 7 16,-4-1 0,4-1-16</inkml:trace>
  <inkml:trace contextRef="#ctx0" brushRef="#br0" timeOffset="25159.86">12118 8379 0,'61'0'0</inkml:trace>
  <inkml:trace contextRef="#ctx0" brushRef="#br0" timeOffset="27842.34">20651 7767 0,'19'48'16</inkml:trace>
  <inkml:trace contextRef="#ctx0" brushRef="#br0" timeOffset="28153.09">20970 8687 0,'65'-26'16</inkml:trace>
  <inkml:trace contextRef="#ctx0" brushRef="#br0" timeOffset="28901.14">18878 6567 0</inkml:trace>
  <inkml:trace contextRef="#ctx0" brushRef="#br0" timeOffset="29654.72">22444 8829 0</inkml:trace>
  <inkml:trace contextRef="#ctx0" brushRef="#br0" timeOffset="30121.99">22507 7594 0</inkml:trace>
  <inkml:trace contextRef="#ctx0" brushRef="#br0" timeOffset="30516.01">22639 8797 0</inkml:trace>
  <inkml:trace contextRef="#ctx0" brushRef="#br0" timeOffset="30927.21">22957 7317 0</inkml:trace>
  <inkml:trace contextRef="#ctx0" brushRef="#br0" timeOffset="31962">24062 8728 0</inkml:trace>
  <inkml:trace contextRef="#ctx0" brushRef="#br0" timeOffset="69654.86">24815 15479 0,'-11'15'16,"6"-9"-1,0-2-15,5 1 0,-3 1 16,3-2 0,-2 2-16,2 0 15,0-4-15,0 1 16,0-1-16,0-2 16,2 0-1,3 0-15,3 0 16,-2-2-16</inkml:trace>
  <inkml:trace contextRef="#ctx0" brushRef="#br0" timeOffset="195129.22">11337 6216 0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58763" units="1/cm"/>
        </inkml:channelProperties>
      </inkml:inkSource>
      <inkml:timestamp xml:id="ts0" timeString="2020-12-18T17:58:57.463"/>
    </inkml:context>
    <inkml:brush xml:id="br0">
      <inkml:brushProperty name="width" value="0.05292" units="cm"/>
      <inkml:brushProperty name="height" value="0.05292" units="cm"/>
      <inkml:brushProperty name="color" value="#FF0000"/>
    </inkml:brush>
  </inkml:definitions>
  <inkml:trace contextRef="#ctx0" brushRef="#br0">17636 15677,'0'24,"0"1,0 0,0 0,-25 0,25-1,0 1,0 0,-24 0,24 0,0-1,0 1,-25 0,25 0,0 0,0-1,0 1</inkml:trace>
  <inkml:trace contextRef="#ctx0" brushRef="#br0" timeOffset="392.46">17562 15677,'0'-25,"0"0,25 0,-1 0,26 25,-50-24,25 24,0 0,-1-25,1 25,0-25,0 25,0 0,-1 0,1 0,0 0,0 25,-25 0,0-1,0 1,0 0,0 0,-25-25,25 25,-25-1,0 1,25 0,-24-25,24 25,-25-25,25 25,-25-25,0 0,25 24</inkml:trace>
  <inkml:trace contextRef="#ctx0" brushRef="#br0" timeOffset="688.28">18281 15528,'0'0,"-25"0,0 25,1-1,24 1,-25 0,25 0,-25 0,25-1,-25 1,25 0,0 0,0 0,-25-1,25 1,0 0,0 0,0 0,0-1,0 1,25 0,0 0,0-25,0 0</inkml:trace>
  <inkml:trace contextRef="#ctx0" brushRef="#br0" timeOffset="960.47">18479 15677,'25'24,"0"-24,-25 50,0-25,25 0,-25-1,0 1,25 0,-25 0,0 0,25-1,-25 1,0 0,24-25,-24 25</inkml:trace>
  <inkml:trace contextRef="#ctx0" brushRef="#br0" timeOffset="1248.4">18703 15701,'-25'0,"25"25,-25-25,25 50,-25-50,25 25,0-1,-24-24,24 25,-25 0,25 0,-25 0,25-1,-25 1,25 0,-25-25,25 25,-25-25,25 25</inkml:trace>
  <inkml:trace contextRef="#ctx0" brushRef="#br0" timeOffset="1520.49">19025 15900,'0'0,"25"0,0 0,0 0,-1 0,1 0,0 0,-25-25</inkml:trace>
  <inkml:trace contextRef="#ctx0" brushRef="#br0" timeOffset="1741.07">19000 16024,'0'25,"25"-25,0 0,0 0,0 0,-1 0,1 0,0 0,0 0,0 0,-1 0,1 0,0 0</inkml:trace>
  <inkml:trace contextRef="#ctx0" brushRef="#br0" timeOffset="2120.41">19571 15751,'0'25,"0"0,0-1,-25 1,25 0,0 0,-25 0,25-1,0 1,-25-25,25 25,-24-25,48 0,1 0,-25-25,25 25,0 0,0 0,0 0</inkml:trace>
  <inkml:trace contextRef="#ctx0" brushRef="#br0" timeOffset="2352.11">19695 15900,'0'-25,"0"50,0 0,0-1,0 1,0 0,0 0,0 0,-25-1,25 1,0 0</inkml:trace>
  <inkml:trace contextRef="#ctx0" brushRef="#br0" timeOffset="2636.3">19993 15553,'0'-25,"24"50,1-1,-25 1,25 0,0 0,-25 0,25 24,-1 1,-24-25,25 24,-25 1,25-1,-25 1,0-25,0 24,0-24,0 25,-50-25,50-1,-24 1,-1 0,0 0,0-25,0 25,1-25</inkml:trace>
  <inkml:trace contextRef="#ctx0" brushRef="#br0" timeOffset="4916.41">20662 15825,'25'0,"0"0,0 0,0 0,-1 0,1 0,0-24,0 24,0 0,-1 0</inkml:trace>
  <inkml:trace contextRef="#ctx0" brushRef="#br0" timeOffset="5140.85">20662 15949,'0'0,"0"25,0 0,25-25,0 0,0 0,0 0,-1 0,1 0,0 0</inkml:trace>
  <inkml:trace contextRef="#ctx0" brushRef="#br0" timeOffset="5633.4">21134 15974,'24'0,"1"0,0 0,0 0,-25-25,25 25,-1 0,-24-24,25 24,-25-25,25 25,-25-25,0 0,0 0,25 25,-25-24,0-1,-50 0,25 25,1 0,-1 0,25 25,-25-25,25 25,-25-25,25 24,-25-24,25 25,0 0,-24-25,24 25,0 0,0-1,0 1,0 0,24 0,1-25,-25 25,50-25,-50 24,25-24,-1 0,1 0,0 0,0 0,0 0,-1 0,1 0,0 0,0-24,0 24</inkml:trace>
  <inkml:trace contextRef="#ctx0" brushRef="#br0" timeOffset="5893.45">21605 15577,'-25'0,"50"25,0-25,-1 0,1 0,0 25,0-25,0 0,0 0,-1 0</inkml:trace>
  <inkml:trace contextRef="#ctx0" brushRef="#br0" timeOffset="6403.66">21853 15379,'25'0,"0"0,-1 25,1 0,0-1,0 1,-25 0,25-25,-25 25,24 0,-24-1,25-24,-25 25,0 0,0-50,0 0,0 1,-25 24,25-25,-24 25,24 25,-25-25,25 24,-25-24,25 25,-25-25,25 25,0 0,-25 0,25-1,0 1,-24-25,24 25,0 0,0 0</inkml:trace>
  <inkml:trace contextRef="#ctx0" brushRef="#br0" timeOffset="6736.28">22448 15726,'50'0,"-25"25,24-25,-24 25,-25 0,25-1,0-24,-25 25,24 0,1 0,0 0,-25-1,25-24,-25 25,0 0,25-25</inkml:trace>
  <inkml:trace contextRef="#ctx0" brushRef="#br0" timeOffset="6952.29">22696 15776,'-25'0,"25"25,-24-25,24 24,-25 1,0 0,25 0,-25 0,25-1,0 1,-25-25,25 25,0 0,0 0,-24-25,24 24</inkml:trace>
  <inkml:trace contextRef="#ctx0" brushRef="#br0" timeOffset="7540.29">22920 15577,'0'-24,"24"24,1-25,0 25,0 0,0 0,-1 25,-24-1,0 1,0 0,0 0,0 0,0-1,0 1,-24 0,24 0,-25-25,25-25,0 0,25 0,-25 1,24 24,-24-25,0 0,25 0,-25 0,25 25,-25-24,25 24,-25-25,25 25,-25 25,0-1,-25-24,25 25,0 0,-25-25,25 25,0 0,0-1,-25 1,25 0,0 0,0 0,0-1,0 1,25-25,-25 25,25-25,0 0,-1 0,1 0,0 0,0 0,0 25</inkml:trace>
  <inkml:trace contextRef="#ctx0" brushRef="#br0" timeOffset="7944.44">21630 16197,'24'0,"1"25,0-25,0 0,0 0,0 25,-1-25,26 0,-25 0,24 0,1 0,0 0,-1 0,1 0,-1 0,26 0,-26 0,26 0,-1 25,1-25,-1 0,0 0,1 0,-1 0,-24 0,24 0,-24 0,0 0,-26 0,1 25,0-25,0 0,0 0,-50 0</inkml:trace>
  <inkml:trace contextRef="#ctx0" brushRef="#br0" timeOffset="8592.27">22200 16421,'0'-25,"25"25,0 0,0 0,-25-25,24 25,1 0,-25 25,0 0,0 0,25-1,-25 1,0 0,0 0,0 0,-25-25,25 24,-25-24,25 25,-24-25,-1 0,25 25,0-50,0 0,25 1,-1-1,1 0,0 25,-25-25,25 25,-25-25,25 25,-1 0,-24-24,25 24,-25 24,-25-24,25 25,-24 0,24 0,-25-25,25 25,-25-1,25 1,25 0,0-25,-1 0,1 0,0 0,0 0,0 0,-1 0,1 0</inkml:trace>
  <inkml:trace contextRef="#ctx0" brushRef="#br0" timeOffset="8813.44">22796 16421,'-25'0,"25"25,0-1,0 1,0 0,0 0,0 0,0-1,0 1,0 0,0 0</inkml:trace>
  <inkml:trace contextRef="#ctx0" brushRef="#br0" timeOffset="8975.7">22771 16793</inkml:trace>
  <inkml:trace contextRef="#ctx0" brushRef="#br0" timeOffset="11236.74">23912 16098,'25'0,"-1"0,1 0,0 0,0 0,0 0,-1 0,1 0,0 0,0 0</inkml:trace>
  <inkml:trace contextRef="#ctx0" brushRef="#br0" timeOffset="11468.68">23986 16197,'0'25,"25"-25,0 0,24 0,-24 0,0 0,0 0,0 0,-1 0,1 0,0 0</inkml:trace>
  <inkml:trace contextRef="#ctx0" brushRef="#br0" timeOffset="11952.32">24656 16148,'25'0,"-1"0,1 0,-25-25,25 25,0 0,-25-25,25 25,-25-25,24 25,-24-24,0-1,25 25,-25-25,0 0,0 0,-25 25,25-24,-24 24,-1 0,0 0,0 0,25 24,-25-24,25 25,-24-25,24 25,0 0,-25-25,25 25,0-1,0 1,0 0,0 0,25-25,-25 25,24-25,-24 24,25-24,0 0,0 0,0 0,-1 0,1 0,0 0,0 0,0 0,0 0,-1 0</inkml:trace>
  <inkml:trace contextRef="#ctx0" brushRef="#br0" timeOffset="29852.1">24879 15553,'0'0,"0"24,25-24,0 0,-25 25,25-25,-1 0,1 0,0 0,0 0,0 0,-1 0,1 0,0 0,0 0</inkml:trace>
  <inkml:trace contextRef="#ctx0" brushRef="#br0" timeOffset="30701.1">25474 15602,'0'-25,"25"25,0 0,-25-24,25 24,0 0,-1 0,1 0,0 0,-25 24,0 1,-25 0,25 0,-25 0,25-1,-24 1,-1-25,25 25,-25 0,0-25,25 25,-25-25,25 24,25-24,25 0,-25 0,24 0,-24 0,25 0,-26 0,26 0,-25 0,24 0,-24 0,0 0</inkml:trace>
  <inkml:trace contextRef="#ctx0" brushRef="#br0" timeOffset="33192.48">26343 15776,'24'-25,"1"0,0 25,-25-25,25 25,0 0,-1 0,1 0,-25 25,0 0,0 0,0 0,25-1,-25 1,0 0,0 0,-50 0,50-1,0 1,-24-25,24 25,-25-25,0 25,0-25,25 25,-25-25,1 24,-1-24,0 0,0 0,25-24,-25-1,25 0,50 0,-25 0,0 25,-1 0,1 25,0 0,-25 0,25-25,-25 25,25-25,-25 24,24-24</inkml:trace>
  <inkml:trace contextRef="#ctx0" brushRef="#br0" timeOffset="33628.15">26814 15478,'-25'25,"25"0,-25 0,25-1,0 1,-25 0,25 0,-24-25,24 25,24-25,1 0,0 0,0 0,0 0,-25-25</inkml:trace>
  <inkml:trace contextRef="#ctx0" brushRef="#br0" timeOffset="33833.48">26938 15577,'0'-24,"0"48,0 1,0 0,-25 0,25 0,0-1,0 1,0 0,0 0,0 0,0-1,-25 1,25 0,0 0</inkml:trace>
  <inkml:trace contextRef="#ctx0" brushRef="#br0" timeOffset="34297.31">25375 16396,'0'25,"25"-25,0 0,0 0,-1 0,1 0,0 0,25 0,-1 0,1 0,-1 0,1 0,24 0,1 0,-25 0,24 0,0 0,1 0,-26 0,1 0,0 0,-1 0,1 0,-25 0,-1 0,1 0,0 0,0 0,-75 0,50 25,-25-25,1 0,-1 0</inkml:trace>
  <inkml:trace contextRef="#ctx0" brushRef="#br0" timeOffset="34720.31">25871 16570,'-25'0,"25"24,-24-24,-1 0,25 25,-25 0,0 0,25 0,-25-25,25 24,-24-24,24 25,-25-25,50 0,-1 0,-24-25,25 25,0 0,0 0,0 0,-1 25,1-25,0 0,-25 25,25-25</inkml:trace>
  <inkml:trace contextRef="#ctx0" brushRef="#br0" timeOffset="34952">25971 16669,'0'25,"0"-1,0 1,0 0,0 0,0 0,-25-1,25 1,0 0,0 0,0 0,0-1,0 1,0 0</inkml:trace>
  <inkml:trace contextRef="#ctx0" brushRef="#br0" timeOffset="35219.57">26268 16594,'0'25,"0"0,0 0,0 0,0-1,0 1,0 0,0 0,0 0,0-1</inkml:trace>
  <inkml:trace contextRef="#ctx0" brushRef="#br0" timeOffset="35400.33">26293 17140,'0'25</inkml:trace>
  <inkml:trace contextRef="#ctx0" brushRef="#br0" timeOffset="37580.51">27285 16173,'0'24,"25"-24,0 0,0 0,-1 0,1 0,-25-24,25 24,0 0,-25-25,25 25,-1 0</inkml:trace>
  <inkml:trace contextRef="#ctx0" brushRef="#br0" timeOffset="37792.86">27335 16297,'0'0,"0"24,25-24,-1 0,26 0,-25 0,0 25,-1-25,1 0,0 0,0 0</inkml:trace>
  <inkml:trace contextRef="#ctx0" brushRef="#br0" timeOffset="38301.17">28054 16049,'-25'0,"0"0,25 24,0 1,-24 0,24 0,0 0,-25-25,25 24,0 1,0 0,0 0,0 0,0-1,25-24,-25 25,24-25,1 0,0 0,0 0,0-25,0 25,-25-24,24 24,-24-25,25 25,-25-25,25 25,-25-25,0 0,25 1,-25-1,0 0,0 0,0 0,0 1,0-1,-25 25,0-25,0 25,1 0,-1 0,0 0,0 25,0-25,25 25,-25-25,25 24,-24 1,24 0</inkml:trace>
  <inkml:trace contextRef="#ctx0" brushRef="#br0" timeOffset="38516.51">28501 16222</inkml:trace>
  <inkml:trace contextRef="#ctx0" brushRef="#br0" timeOffset="40740.5">28947 15999,'-25'0,"25"25,-25-25,25 25,-24-1,24 1,0 0,0 0,-25-25,25 25,0-1,0 1,-25-25,25 25,0 0,25-25,0 0,-1 0,1 0,0 0,0 0,-25-25,25 25,-25-25,24 0,-24 1,0-1,25 0,-25 0,0 0,0 1,0-1,0 0,-25 25,1 0,-1 0,0 0,25 25,-25-25</inkml:trace>
  <inkml:trace contextRef="#ctx0" brushRef="#br0" timeOffset="41260.46">29344 15949,'0'-24,"-25"24,25-25,-25 25,1 0,-1 0,0 25,0-25,25 24,-25-24,25 25,-24-25,24 25,0 0,0 0,24-25,1 0,0 0,0 0,0-25,-1 25,-24-25,25 25,-25-25,25 25,-25-25,0 50,0 0,-25 0,25 0,0-1,0 1,0 0,-25 0,25 0,0-1,0 1,-24-25,24 25,0 0,-25-25</inkml:trace>
  <inkml:trace contextRef="#ctx0" brushRef="#br0" timeOffset="41720.57">29666 15949,'-24'0,"-1"0,0 0,25 25,-25 25,25-25,-25-1,25 1,0 0,0 0,-24 0,24-1,0 1,0 0,24-25,1 0,0 0,0 0,0-25,-1 0,1 1,0-1,-25 0,25 25,-25-25,0 0,25 1,-25-1,0 0,0 0,0 0,-25 25,0 0,0 0,0 0,1 25,-1-25,25 25,-25-25</inkml:trace>
  <inkml:trace contextRef="#ctx0" brushRef="#br0" timeOffset="42229.54">30014 15974,'0'-25,"-25"25,25-24,0-1,25 25,-1-25,1 25,0 0,0-25,0 25,-1 0,1 0,0 0,-25 25,0 0,0 0,0-1,0 1,0 0,-25 0,25 0,0-1,-25 1,1 0,24 0,-25-25,0 25,0-1,0-24,25 25,-24-25,-1 25,50-25,-1 0,1 0,0 0,25 0,-26 0,26-25,-25 25,25 0,-26 0,26 0,0 0,-26 0,26 0,-25 0,24 0,-24 0,0 0,0 0</inkml:trace>
  <inkml:trace contextRef="#ctx0" brushRef="#br0" timeOffset="42677.44">28401 16594,'0'25,"25"-25,25 0,-25 0,24 0,-24 0,25 0,24 0,-24 0,24 0,0 25,1-25,24 0,-24 0,24 0,-25 0,25 0,-24 0,24 0,0 0,-24 0,-1 0,-24 0,24 0,-24 0,-26 0,1 25,0-25,0 0,-50 0,0 0,0 0,-24 0</inkml:trace>
  <inkml:trace contextRef="#ctx0" brushRef="#br0" timeOffset="43033.47">28302 16842,'-25'0,"25"25,25-25,25 0,-25 0,-1 0,1 0,25 0,-1 0,1 0,0 0,24-25,0 25,1 0,-1 0,25 0,1 0,-26 0,25 0,1 0,-1 0,0 0,0 0,-24 0,24 0,-25 0,-24 0,-1 0,1 0,0 0,-26 0,1 0,-25-24</inkml:trace>
  <inkml:trace contextRef="#ctx0" brushRef="#br0" timeOffset="44008.51">28501 16222,'0'25,"0"0,24-25,1 0,0-25,-25 0,-25 25,0 0,1 0,24 25</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58763" units="1/cm"/>
        </inkml:channelProperties>
      </inkml:inkSource>
      <inkml:timestamp xml:id="ts0" timeString="2020-12-19T06:30:26.799"/>
    </inkml:context>
    <inkml:brush xml:id="br0">
      <inkml:brushProperty name="width" value="0.05292" units="cm"/>
      <inkml:brushProperty name="height" value="0.05292" units="cm"/>
      <inkml:brushProperty name="color" value="#FF0000"/>
    </inkml:brush>
  </inkml:definitions>
  <inkml:trace contextRef="#ctx0" brushRef="#br0">10567 8186,'25'0,"-1"0,1 0,0-25,0 25,0 0,-1-25,1 25,0 0,0 0,0 0,-1 0,1-25,25 25,-25 0,-1 0,1 0,0-25,0 25,0 0,-1 0,1 0,0 0</inkml:trace>
  <inkml:trace contextRef="#ctx0" brushRef="#br0" timeOffset="1096.83">14982 8111,'0'25,"25"-25,24 0,-24 0,0 0,0 0,24 0,-24 0,0 0,25 0,-26 0,1 0,25 0,-25 0,0 0,-1-25,1 25</inkml:trace>
  <inkml:trace contextRef="#ctx0" brushRef="#br0" timeOffset="1911.85">21952 6524,'0'24,"-25"1,25 0,-24 0,24 24,0-24,-25 25,25-1,-25 1,25 0,0-1,-25 1,25 0,0-1,0 1,0-1,-25 1,25 0,0-26,-24 26,24-25,0 0,-25-1,25 1,0 0,-25-25</inkml:trace>
  <inkml:trace contextRef="#ctx0" brushRef="#br0" timeOffset="2337.12">21878 6697,'0'-25,"0"1,25 24,-25-25,24 50,-24-1,25-24,-25 25,25 0,-25 0,25 0,0-1,-25 1,24 0,1 0,0-25,0 0,-25-25,25 25,-1-25,1 0,-25 1,25-1,-25 0,25 0,0 25,-25-25,0 1,24-1,-24 0,0 0,0 0,0 75,0-25,0 0,0-1,0 1,0 0,0 0,0 0,0-1,0 1,25 0,-25 0,0 0,0 0,25-1,-25 1,25-25,-25 25,25-25</inkml:trace>
  <inkml:trace contextRef="#ctx0" brushRef="#br0" timeOffset="2535.93">22597 6697,'-25'0,"25"-25,50 25,-25 0,-1 0,1 0,0 0,0 0,0-24,0 24,-1 0,1 0,0 0,0 0</inkml:trace>
  <inkml:trace contextRef="#ctx0" brushRef="#br0" timeOffset="2773.29">22796 6449,'-25'0,"0"0,25 25,0 0,0 0,0-1,0 1,0 0,0 0,0 0,0-1,0 1,0 0,0 0,0 0,0-1,0 1,0 0,0 0,0 0,0 0</inkml:trace>
  <inkml:trace contextRef="#ctx0" brushRef="#br0" timeOffset="2970.79">22622 7045,'0'0,"49"0,-24 0,0 0,0 0,0 0,0 0,-1-25,26 25,-25 0,0 0,-1 0,1 0</inkml:trace>
  <inkml:trace contextRef="#ctx0" brushRef="#br0" timeOffset="3310.08">23391 6424,'0'-24,"-25"24,25 24,-25 26,25-25,0 0,-25-1,25 1,0 0,0 0,0 0,0-1,0 1,0 0,-24 0,24 0,0-1,0 1,0 0,0 0,0 0,0 0</inkml:trace>
  <inkml:trace contextRef="#ctx0" brushRef="#br0" timeOffset="3995.42">23837 6548,'25'0,"-25"-24,25 24,0 0,-25-25,25 25,-25-25,24 25,-24-25,-24 25,-1 0,-25 0,25 0,0 25,1-25,-1 0,0 25,0 0,25-1,-25-24,25 25,-24 0,24 0,49 0,1-1,-25-24,-1 0,1 0,0 0,0 25,0-25,0 0,-25 25,0 0,-25 0,0-25,0 0,25 24,-25-24,0 0,1 0,24 25,-25-25,0 0,0 0,0 0,1 0,24-25</inkml:trace>
  <inkml:trace contextRef="#ctx0" brushRef="#br0" timeOffset="4231.8">24160 6548,'-25'0,"25"25,0 0,-25 0,25 0,0-1,0 1,0 0,0 0,0 0,0-1,0 1,0 0,-25 0</inkml:trace>
  <inkml:trace contextRef="#ctx0" brushRef="#br0" timeOffset="4520.61">24110 6598,'0'0,"25"-25,-25 0,25 1,0-1,-1 25,1 0,0 0,0 0,0 0,-1 0,1 25,0-25,-25 24,25-24,0 25,-1-25,-24 25,0 0,25 0,-25-1,0 1,0 0,0 0,-25 0,1-1,-1-24,0 25,0-25,0 0,1 0,-1 25,0-25,0 0,0 0,1 0,-1 0,0 0,0 0,0 0,25-25</inkml:trace>
  <inkml:trace contextRef="#ctx0" brushRef="#br0" timeOffset="4772.19">24929 6648,'-25'0,"0"0,75 0,-25 0,-1 0,1 0,0 0,0 0,24 0,-24 0,0 0,0 0,0 0,-1 0,1-25,0 25</inkml:trace>
  <inkml:trace contextRef="#ctx0" brushRef="#br0" timeOffset="5131.81">25251 6375,'-25'0,"25"25,25-1,25-24,-25 0,-25 25,24-25,1 25,0-25,0 0,0 25,-1-25,1 0,-25 25,25-25,0 0,0 24,-1-24,-24 25,25 0,-25 0,0 0,0-1,-25-24,25 25,-49-25,49 25,-25-25,0 25,0-25,1 25,-1-25,0 24,0-24,0 0,1 25,-1-25,0 0,0 25,0-25,1 0,-1 25,0-25</inkml:trace>
  <inkml:trace contextRef="#ctx0" brushRef="#br0" timeOffset="6905.14">26417 6375,'-25'0,"0"0,1 25,24-1,-25-24,25 25,0 0,-25 0,25 0,-25-1,25 26,0-25,0 0,0-1,0 1,0 0,0 0,0 0,0-1,25 1,0-25,-25 25,25-25,-1 0,1 0,0 0,0 0,0-25,-1 25,1 0,-25-25,25 1,-25-1,0 0,0 0,-25 0,0 25,25-24,-49 24,24 0,0 0,0 0,1 0,24 24,-25-24,0 25,25 0</inkml:trace>
  <inkml:trace contextRef="#ctx0" brushRef="#br0" timeOffset="7400.75">27037 6474,'25'0,"-25"-25,0 0,0 1,0-1,-25 0,0 0,-24 25,49-25,-25 25,0 0,0 0,0 0,1 25,-1-25,25 25,-25-25,0 50,0-50,1 24,24 1,-25 0,25 0,0 0,-25-25,25 24,0 1,50 0,-26 0,1-25,0 25,0-25,0 0,-1 24,1-24,0 0,0 25,0-25,-1 25,1-25,0 0,-25 25,0 0,-25-25,0 0,25 24,-24-24,-1 0,0 0,0 0,0 0,1 0,-1 0,0 0,25-24,-25 24,25-25,-25 25,25-25,0 0,0 0,25 25,-25-24,50 24,-50-25,25 25,-1-25,1 25,0-25,25 25,-26 0,1-25</inkml:trace>
  <inkml:trace contextRef="#ctx0" brushRef="#br0" timeOffset="7595.83">27558 6251,'25'0</inkml:trace>
  <inkml:trace contextRef="#ctx0" brushRef="#br0" timeOffset="7883.84">27930 6102,'-25'25,"25"0,-25-1,25 1,-24 25,24-25,0-1,-25 1,25 25,-25-25,25-1,-25 26,25-25,-25 0,25-1,0 1,-24 0,24 0,0 0,-25-1,25 1,0 0,-25 0,25 0</inkml:trace>
  <inkml:trace contextRef="#ctx0" brushRef="#br0" timeOffset="8040.76">28178 6772,'-25'0,"1"0</inkml:trace>
  <inkml:trace contextRef="#ctx0" brushRef="#br0" timeOffset="11951.62">21927 8260,'0'-25,"0"0,0 1,0-1,0 50,-24 24,24-24,0 0,-25 24,25 1,-25-25,25 24,-25 1,25 0,0-1,-25 1,25-25,0 24,-24-24,24 25,0-26,0 1,0 0,-25 0,25 0,0-1</inkml:trace>
  <inkml:trace contextRef="#ctx0" brushRef="#br0" timeOffset="12429.09">22002 8260,'0'-25,"0"0,0 1,0 48,0 26,-25-50,25 25,0 0,-25-1,25 1,0 0,0 0,0 24,0-24,0 0,0 0,25-25,-25 25,25-1,0-24,-1 25,1-25,0 0,0-49,0 49,-25-25,24 0,1 0,-25 0,25 1,-25-1,25 0,-25 0,0 0,0 1,25-1,-25 0,0 0,0 0,0 50,0 0,-25-25,25 25,0 0,0-1,-25 1,25 0,0 0,0 0,0-1,0 1,0 0,0 0,0 0,25-1,-25 1,25 0,-1-25,1 25</inkml:trace>
  <inkml:trace contextRef="#ctx0" brushRef="#br0" timeOffset="12679.82">22572 8384,'0'0,"-25"-25,1 25,48 0,-24-25,50 25,-25 0,0 0,-1 0,1-24,25 24,-25 0,0 0,-1 0,1 0,0 0,0 0,0 0,-1 0</inkml:trace>
  <inkml:trace contextRef="#ctx0" brushRef="#br0" timeOffset="12905.16">22845 8210,'0'-24,"-25"24,25 24,0 1,0 0,0 0,0 0,0-1,0 1,0 0,0 0,0 0,0-1,0 1,0 0,0 0,0 0,0-1,0 1</inkml:trace>
  <inkml:trace contextRef="#ctx0" brushRef="#br0" timeOffset="13080.1">22696 8706,'0'25,"25"-25,0 0,0 0,0 0,-1-25,1 25,0 0,0 0,0-24,-1 24,1 0</inkml:trace>
  <inkml:trace contextRef="#ctx0" brushRef="#br0" timeOffset="13595.39">23341 8260,'-25'0,"25"-25,0 0,0 1,0-1,25 25,-25-25,25 25,0-25,0 25,-1 0,1 0,0 0,-25 25,25-25,-25 25,25 0,-25-1,0 1,0 0,0 0,0 0,-25-1,-25 1,50 0,-25 0,1-25,24 25,-25-25,0 24,0 1,0-25,50 0,0 0,25 0,-26 0,1-25,0 25,0 0,0-24,-1 24,1 0,0 0,0 0,0-25</inkml:trace>
  <inkml:trace contextRef="#ctx0" brushRef="#br0" timeOffset="14107.84">24135 8086,'0'-24,"0"-1,0 0,0 0,-25 25,25-25,-25 25,1 0,-1 0,0 0,0 0,0 25,1 0,-1-25,25 25,-25-25,25 25,-25-1,25 1,0 0,0 0,25 0,0-25,0 24,-1-24,1 0,0 0,0 0,0 25,-1-25,1 0,0 25,-25 0,0 0,-25-25,0 24,1-24,-1 0,0 25,0-25,0 0,1 0,-1 0,0 0,0 0,0-25,25 1,25-1</inkml:trace>
  <inkml:trace contextRef="#ctx0" brushRef="#br0" timeOffset="14380.84">24606 8037,'0'-25,"-25"25,25 25,0 0,0-1,0 1,-24 0,24 0,0 0,0-1,0 1,0 0,-25 0,25 0,0-1,0 1,0 0</inkml:trace>
  <inkml:trace contextRef="#ctx0" brushRef="#br0" timeOffset="14704.1">24557 8086,'0'0,"0"-24,24 24,-24-25,25 25,-25-25,25 25,0-25,0 25,-1 0,1 0,0 0,0 0,0 0,-1 0,1 0,0 0,0 25,0 0,-25 0,0-1,0 1,0 0,0 0,-25 0,25-1,-25 1,0 0,0-25,1 25,-1-25,0 25,0-25,0 0,1 24,-1-24,0 0,25 25,-25-25,0 0,1 0,24 25</inkml:trace>
  <inkml:trace contextRef="#ctx0" brushRef="#br0" timeOffset="15447.76">25276 8136,'25'0,"0"0,-1 0,1 0,0 0,0 0,24 0,-24 0,25 0,-25 0,24 0,-24 0,0 0,0 0,-1 0,1 0,0 0,0 0</inkml:trace>
  <inkml:trace contextRef="#ctx0" brushRef="#br0" timeOffset="15803.97">25673 7937,'25'0,"-1"0,1 0,0 25,0-25,0 0,-1 0,-24 25,25-25,-25 25,25 0,0 0,-25-1,0 1,0 0,0 0,-25 0,25-1,-25 1,0 0,1 0,-1-25,0 0,0 25,0-25,1 0</inkml:trace>
  <inkml:trace contextRef="#ctx0" brushRef="#br0" timeOffset="16616.29">26591 7937,'0'0,"24"0,1 0,0 0,-25-24,25 24,0-25,-1 25,-24-25,0 0,0 0,0 1,-24 24,-1-25,0 25,0 0,0 0,1 0,-1 0,0 0,0 0,0 25,1-25,-1 24,0-24,0 25,0 0,25 0,-24 0,24-1,0 1,0 0,0 0,24-25,1 25,0-25,0 0,0 0,-1 0,1 0,0 0,0-25,0 0,-1 25,1-25,0 25,-25-25,25 25,0-24,-25-1,24 25,-24-25,25 25,-25 25,0 0,-49-1,49 26,0-25,0 0,-25 0,25 24,-25-24,25 0,0 24,0-24,-25 0,25 0,0 0,0-1,-25 1,25 0,0 0,-24 0</inkml:trace>
  <inkml:trace contextRef="#ctx0" brushRef="#br0" timeOffset="17069.28">27211 7913,'-25'0,"0"0,0 0,1 24,-1-24,0 0,25 25,0 0,-25 0,25 0,0 0,25-25,0 0,0 0,-1 0,1-25,0 25,0 0,0 0,-1 0,-24 25,25-25,-25 24,0 1,0 0,0 0,0 0,-25-25,25 24,-24-24,24 25,-25-25,25 25,-25-25,0 0,0 25,1-25,-1 0,0 0,25 25,-25-25,0 0,0 0,1 0,-1 0,0-25,25 0</inkml:trace>
  <inkml:trace contextRef="#ctx0" brushRef="#br0" timeOffset="17282.02">27211 7937,'0'0,"-25"0,50 0,24 0,-24 0,0 0,0 0,0 0,-1-24,1 24,0 0,0 0</inkml:trace>
  <inkml:trace contextRef="#ctx0" brushRef="#br0" timeOffset="17436.03">27657 7838,'-25'0</inkml:trace>
  <inkml:trace contextRef="#ctx0" brushRef="#br0" timeOffset="17696.47">28004 7714,'-24'0,"-1"0,25 25,-25-25,0 25,25 0,-25-25,25 24,-24 1,24 0,-25 25,0-26,25 1,-25 0,0 25,25-25,-24-1,24 26,-25-25,25 0,-25-1,25 1,0 0,0 0,-25 0,25-1,0 1,0 0</inkml:trace>
  <inkml:trace contextRef="#ctx0" brushRef="#br0" timeOffset="17852.23">28079 8310,'-25'0,"0"0,0 0,25-25</inkml:trace>
  <inkml:trace contextRef="#ctx0" brushRef="#br0" timeOffset="26113.07">21903 10021,'0'-25,"0"0,24 1,-24-1,0 0,0 0,0 0,-24 75,24-25,0 0,0 24,-25 1,25-25,-25 24,25 1,0 0,-25-1,25-24,-25 25,25-26,0 26,-24-25,24 0,0-1,0 1,0 0,0 0,0 0,24-50,-24 0,0 0,25 0</inkml:trace>
  <inkml:trace contextRef="#ctx0" brushRef="#br0" timeOffset="26520.76">22002 10021,'0'0,"0"-25,0 0,0 75,0-25,0 0,0 0,0-1,0 1,0 0,0 0,0 0,0-1,25 1,-25 0,24-25,1 25,0-25,0 0,0 0,-1 0,1-25,0 0,0 25,-25-25,25 1,-25-1,0 0,24 0,-24 0,0 1,0-26,0 25,0 0,0 0,0 1,0 48,0 1,-24 0,24 0,0 0,0 0,0-1,0 1,0 0,0 0,0 0,0-1,24 1,-24 0,0 0</inkml:trace>
  <inkml:trace contextRef="#ctx0" brushRef="#br0" timeOffset="26729.95">22547 10071,'-24'0,"-1"0,25-25,-25 25,75 0,-26 0,1 0,0 0,0 0,0-25,-1 25,1 0,0 0,0 0,0 0</inkml:trace>
  <inkml:trace contextRef="#ctx0" brushRef="#br0" timeOffset="26969.14">22671 9847,'-24'0,"-1"0,25 25,0 0,-25 0,25 0,0-1,0 1,0 0,0 25,0-25,0-1,0 1,0 25,0-25,0-1,25 1,-25 0,25 0,-25 0,24-25</inkml:trace>
  <inkml:trace contextRef="#ctx0" brushRef="#br0" timeOffset="27485.07">22994 9872,'0'0,"-25"-25,25 1,25-1,0 25,0 0,-1 0,1 0,0 0,-25 25,25-1,-25 1,0 0,0 0,0 0,-25-1,0 1,0 0,1-25,24 25,-25-25,50 0,-1 0,1 0,0 0,0 0,0 0,-1 0,1 25,0-25,-25 25,0-1,0 1,0 0,-25 0,0 0,-24-25,49 24,-25-24,0 0,0 0,1 25,-1-25,0 0,0 0,0 0,1 0,24-25,0 1,0-1</inkml:trace>
  <inkml:trace contextRef="#ctx0" brushRef="#br0" timeOffset="27904.07">23664 9773,'0'-25,"0"0,-25 1,0-1,0 25,0 0,1 0,-1 0,25 25,-25-25,25 24,-25 1,25 0,-25 0,25 0,0-1,0 1,0 0,0 0,25-25,-25 25,25-25,0 24,0-24,-1 0,1 0,-25 25,25-25,0 0,0 25,-25 0,0 0,0 0,-50-25,50 24,-25-24,0 0,1 0,-1 0,0 0,0 0,0 0,25-24</inkml:trace>
  <inkml:trace contextRef="#ctx0" brushRef="#br0" timeOffset="28128.89">24036 9748,'0'-25,"-25"25,25 25,0 25,-25-25,25-1,0 1,0 0,0 0,0 0,0-1,0 1,0 0,0 0,-25-25,25 25</inkml:trace>
  <inkml:trace contextRef="#ctx0" brushRef="#br0" timeOffset="28431.99">24011 9748,'0'-25,"25"1,0 24,-1 0,1-25,0 25,0 0,0 0,-25 25,24-25,1 24,0 1,0 0,0 0,-25 0,0-1,24 1,-24 0,0 0,0 0,-24-1,-26 1,50 0,-25-25,0 25,1-25,-1 25,0-25,0 0,0 25,1-25,-1 0,0 0,0 0,0 0,1 0</inkml:trace>
  <inkml:trace contextRef="#ctx0" brushRef="#br0" timeOffset="28673.22">24954 9847,'0'-24,"24"24,26 0,-25 0,0 0,-1 0,1-25,25 25,-25 0,24 0,-24 0,0 0,24 0,-24-25,0 25,0 0</inkml:trace>
  <inkml:trace contextRef="#ctx0" brushRef="#br0" timeOffset="29015.94">25400 9525,'0'0,"-25"0,0 0,1 0,48 0,26 25,-25-25,0 0,-1 0,1 0,0 25,0-25,0 0,-1 24,1-24,0 0,-25 25,25-25,0 0,-25 25,24-25,-24 25,0 0,0-1,0 1,-24 0,24 0,-25 0,0-25,0 24,0 1,1-25,-26 25,25 0,0-25,1 25,-1-1,-25-24,25 25,1-25,24 25,-25-25,0 25,25 0,-25-25</inkml:trace>
  <inkml:trace contextRef="#ctx0" brushRef="#br0" timeOffset="29629">25971 9674,'-25'25,"74"-25,1 0,-25-25,-25 0,25 0,-25 0,0 1,0-1,-50 25,50-25,-25 25,0 0,1 0,-1 0,0 0,25 25,-25-25,0 25,0-25,25 24,-24 1,24 0,-25 0,25 0,0-1,0 1,25 0,-1-25,26 0,-25 0,0 0,0-25,-1 0,1 25,0-24,0-1,0 0,-1 0,-24 0,0 75,0-25,0 0,0-1,0 1,0 0,-24 0,24 0,0-1,0 1,0 0,0 0,0 0,0-1,0 1,24-25</inkml:trace>
  <inkml:trace contextRef="#ctx0" brushRef="#br0" timeOffset="30116.9">26715 9500,'-50'0,"50"-25,-25 25,0 0,1 0,-1 0,0 0,0 0,0 25,1-25,-1 25,0-25,0 25,25 0,-25-1,25 1,-24 0,24 0,0 0,0-1,0 1,24-25,1 0,25 25,-25-25,-1 0,1 0,0-25,0 25,0-25,-1 25,-24-24,25 24,0-25,0 0,-25 0,25 25,-25-25,24 25,-24-24,25 24,-25-25,0 0,0 50,0 24,-25-49,25 25,0 0,0 0,0 0,0-1,-24 1,24 25,0-25,0-1,-25 1,25 0,0 0,0 0,0-1,0 1,0 0,0 0,0 0</inkml:trace>
  <inkml:trace contextRef="#ctx0" brushRef="#br0" timeOffset="30287.34">27161 9798,'-25'0</inkml:trace>
  <inkml:trace contextRef="#ctx0" brushRef="#br0" timeOffset="32441.38">27508 9475,'-24'0,"73"25,-24-25,0 0,0 0,-1 0,1 0,0 0,0 0,0 0,-1 0,1 0,0 0,0 0,-25-25,0 1,-25 24,25 24,-25-24,25 25,-25 0,25 0,-24 0,24-1,0 1,-25 0,25 0,0 0,0 24,0-24,-25 0,25 0,0-1,0 1,0 0,0 0,0 0,0-1,0 1</inkml:trace>
  <inkml:trace contextRef="#ctx0" brushRef="#br0" timeOffset="32665.1">27558 9847,'-25'0,"25"-24,50 24,-25-25,-1 25,1 0,0 0,0 0,0-25,-1 25,1 0</inkml:trace>
  <inkml:trace contextRef="#ctx0" brushRef="#br0" timeOffset="32872.01">28377 9426,'-25'0</inkml:trace>
  <inkml:trace contextRef="#ctx0" brushRef="#br0" timeOffset="33109.88">28798 9302,'-25'0,"1"0,24 25,-25-25,0 24,0 1,25 0,-25 0,1 24,-1-24,0 0,-25 25,26-26,-1 26,0-25,0 0,0 24,25-24,-24 0,-1 0,25-1,-25 1,25 0</inkml:trace>
  <inkml:trace contextRef="#ctx0" brushRef="#br0" timeOffset="33267.8">28674 9947,'-25'0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055AF3-7B2C-4E2E-8379-1B53079FF314}"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A80DB7-F327-478B-9EAB-AD9EA4ECFC2B}" type="slidenum">
              <a:rPr lang="en-US" smtClean="0"/>
              <a:t>‹#›</a:t>
            </a:fld>
            <a:endParaRPr lang="en-US"/>
          </a:p>
        </p:txBody>
      </p:sp>
    </p:spTree>
    <p:extLst>
      <p:ext uri="{BB962C8B-B14F-4D97-AF65-F5344CB8AC3E}">
        <p14:creationId xmlns:p14="http://schemas.microsoft.com/office/powerpoint/2010/main" val="4223113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381000" y="685800"/>
            <a:ext cx="6096000" cy="3429000"/>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6323" name="Rectangle 3"/>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Other relevant examples?</a:t>
            </a:r>
          </a:p>
        </p:txBody>
      </p:sp>
    </p:spTree>
    <p:extLst>
      <p:ext uri="{BB962C8B-B14F-4D97-AF65-F5344CB8AC3E}">
        <p14:creationId xmlns:p14="http://schemas.microsoft.com/office/powerpoint/2010/main" val="1875523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Image Placeholder 1"/>
          <p:cNvSpPr>
            <a:spLocks noGrp="1" noRot="1" noChangeAspect="1" noTextEdit="1"/>
          </p:cNvSpPr>
          <p:nvPr>
            <p:ph type="sldImg"/>
          </p:nvPr>
        </p:nvSpPr>
        <p:spPr>
          <a:ln/>
        </p:spPr>
      </p:sp>
      <p:sp>
        <p:nvSpPr>
          <p:cNvPr id="314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14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951" eaLnBrk="0" hangingPunct="0">
              <a:defRPr>
                <a:solidFill>
                  <a:schemeClr val="tx1"/>
                </a:solidFill>
                <a:latin typeface="Comic Sans MS" pitchFamily="66" charset="0"/>
                <a:ea typeface="Gungsuh" pitchFamily="18" charset="-127"/>
              </a:defRPr>
            </a:lvl1pPr>
            <a:lvl2pPr marL="742360" indent="-285523" defTabSz="927951" eaLnBrk="0" hangingPunct="0">
              <a:defRPr>
                <a:solidFill>
                  <a:schemeClr val="tx1"/>
                </a:solidFill>
                <a:latin typeface="Comic Sans MS" pitchFamily="66" charset="0"/>
                <a:ea typeface="Gungsuh" pitchFamily="18" charset="-127"/>
              </a:defRPr>
            </a:lvl2pPr>
            <a:lvl3pPr marL="1142093" indent="-228418" defTabSz="927951" eaLnBrk="0" hangingPunct="0">
              <a:defRPr>
                <a:solidFill>
                  <a:schemeClr val="tx1"/>
                </a:solidFill>
                <a:latin typeface="Comic Sans MS" pitchFamily="66" charset="0"/>
                <a:ea typeface="Gungsuh" pitchFamily="18" charset="-127"/>
              </a:defRPr>
            </a:lvl3pPr>
            <a:lvl4pPr marL="1598930" indent="-228418" defTabSz="927951" eaLnBrk="0" hangingPunct="0">
              <a:defRPr>
                <a:solidFill>
                  <a:schemeClr val="tx1"/>
                </a:solidFill>
                <a:latin typeface="Comic Sans MS" pitchFamily="66" charset="0"/>
                <a:ea typeface="Gungsuh" pitchFamily="18" charset="-127"/>
              </a:defRPr>
            </a:lvl4pPr>
            <a:lvl5pPr marL="2055767" indent="-228418" defTabSz="927951" eaLnBrk="0" hangingPunct="0">
              <a:defRPr>
                <a:solidFill>
                  <a:schemeClr val="tx1"/>
                </a:solidFill>
                <a:latin typeface="Comic Sans MS" pitchFamily="66" charset="0"/>
                <a:ea typeface="Gungsuh" pitchFamily="18" charset="-127"/>
              </a:defRPr>
            </a:lvl5pPr>
            <a:lvl6pPr marL="2512604" indent="-228418" defTabSz="927951" eaLnBrk="0" fontAlgn="base" hangingPunct="0">
              <a:spcBef>
                <a:spcPct val="0"/>
              </a:spcBef>
              <a:spcAft>
                <a:spcPct val="0"/>
              </a:spcAft>
              <a:defRPr>
                <a:solidFill>
                  <a:schemeClr val="tx1"/>
                </a:solidFill>
                <a:latin typeface="Comic Sans MS" pitchFamily="66" charset="0"/>
                <a:ea typeface="Gungsuh" pitchFamily="18" charset="-127"/>
              </a:defRPr>
            </a:lvl6pPr>
            <a:lvl7pPr marL="2969441" indent="-228418" defTabSz="927951" eaLnBrk="0" fontAlgn="base" hangingPunct="0">
              <a:spcBef>
                <a:spcPct val="0"/>
              </a:spcBef>
              <a:spcAft>
                <a:spcPct val="0"/>
              </a:spcAft>
              <a:defRPr>
                <a:solidFill>
                  <a:schemeClr val="tx1"/>
                </a:solidFill>
                <a:latin typeface="Comic Sans MS" pitchFamily="66" charset="0"/>
                <a:ea typeface="Gungsuh" pitchFamily="18" charset="-127"/>
              </a:defRPr>
            </a:lvl7pPr>
            <a:lvl8pPr marL="3426278" indent="-228418" defTabSz="927951" eaLnBrk="0" fontAlgn="base" hangingPunct="0">
              <a:spcBef>
                <a:spcPct val="0"/>
              </a:spcBef>
              <a:spcAft>
                <a:spcPct val="0"/>
              </a:spcAft>
              <a:defRPr>
                <a:solidFill>
                  <a:schemeClr val="tx1"/>
                </a:solidFill>
                <a:latin typeface="Comic Sans MS" pitchFamily="66" charset="0"/>
                <a:ea typeface="Gungsuh" pitchFamily="18" charset="-127"/>
              </a:defRPr>
            </a:lvl8pPr>
            <a:lvl9pPr marL="3883116" indent="-228418" defTabSz="927951" eaLnBrk="0" fontAlgn="base" hangingPunct="0">
              <a:spcBef>
                <a:spcPct val="0"/>
              </a:spcBef>
              <a:spcAft>
                <a:spcPct val="0"/>
              </a:spcAft>
              <a:defRPr>
                <a:solidFill>
                  <a:schemeClr val="tx1"/>
                </a:solidFill>
                <a:latin typeface="Comic Sans MS" pitchFamily="66" charset="0"/>
                <a:ea typeface="Gungsuh" pitchFamily="18" charset="-127"/>
              </a:defRPr>
            </a:lvl9pPr>
          </a:lstStyle>
          <a:p>
            <a:pPr eaLnBrk="1" hangingPunct="1"/>
            <a:fld id="{2FD1A233-44EE-4550-81B5-FED755F8550E}" type="slidenum">
              <a:rPr lang="en-US" altLang="en-US" smtClean="0">
                <a:latin typeface="Arial" pitchFamily="34" charset="0"/>
              </a:rPr>
              <a:pPr eaLnBrk="1" hangingPunct="1"/>
              <a:t>12</a:t>
            </a:fld>
            <a:endParaRPr lang="en-US" altLang="en-US">
              <a:latin typeface="Arial" pitchFamily="34" charset="0"/>
            </a:endParaRPr>
          </a:p>
        </p:txBody>
      </p:sp>
    </p:spTree>
    <p:extLst>
      <p:ext uri="{BB962C8B-B14F-4D97-AF65-F5344CB8AC3E}">
        <p14:creationId xmlns:p14="http://schemas.microsoft.com/office/powerpoint/2010/main" val="3630450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TextEdit="1"/>
          </p:cNvSpPr>
          <p:nvPr>
            <p:ph type="sldImg"/>
          </p:nvPr>
        </p:nvSpPr>
        <p:spPr>
          <a:ln/>
        </p:spPr>
      </p:sp>
      <p:sp>
        <p:nvSpPr>
          <p:cNvPr id="313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75871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7EB863-1316-4EBB-8A17-60A2A92C7C99}" type="slidenum">
              <a:rPr lang="en-US" altLang="en-US"/>
              <a:pPr eaLnBrk="1" hangingPunct="1"/>
              <a:t>20</a:t>
            </a:fld>
            <a:endParaRPr lang="en-US" altLang="en-U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5565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130C3E-BF5B-4071-BD19-5EC3C4F05AB0}" type="slidenum">
              <a:rPr lang="en-US" altLang="en-US"/>
              <a:pPr eaLnBrk="1" hangingPunct="1"/>
              <a:t>23</a:t>
            </a:fld>
            <a:endParaRPr lang="en-US" altLang="en-US"/>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64084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471474-EC88-4050-B27A-6237BA701A39}" type="slidenum">
              <a:rPr lang="en-US" altLang="en-US"/>
              <a:pPr eaLnBrk="1" hangingPunct="1"/>
              <a:t>24</a:t>
            </a:fld>
            <a:endParaRPr lang="en-US" alt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079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EAD281-6A22-4A1B-8C6D-838E1E41F5C8}" type="slidenum">
              <a:rPr lang="en-US" altLang="en-US"/>
              <a:pPr eaLnBrk="1" hangingPunct="1"/>
              <a:t>27</a:t>
            </a:fld>
            <a:endParaRPr lang="en-US" altLang="en-US"/>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184136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80DB7-F327-478B-9EAB-AD9EA4ECFC2B}" type="slidenum">
              <a:rPr lang="en-US" smtClean="0"/>
              <a:t>32</a:t>
            </a:fld>
            <a:endParaRPr lang="en-US"/>
          </a:p>
        </p:txBody>
      </p:sp>
    </p:spTree>
    <p:extLst>
      <p:ext uri="{BB962C8B-B14F-4D97-AF65-F5344CB8AC3E}">
        <p14:creationId xmlns:p14="http://schemas.microsoft.com/office/powerpoint/2010/main" val="2981604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4051128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750570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3300364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4125390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FD4D09-EF39-4833-A366-4EE7C9CE4C2D}"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227466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FD4D09-EF39-4833-A366-4EE7C9CE4C2D}"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289072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FD4D09-EF39-4833-A366-4EE7C9CE4C2D}"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2798996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2597506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263927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65738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A74179-C472-4F35-A2DB-C3814F574C8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23806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1790626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A74179-C472-4F35-A2DB-C3814F574C8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50235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FD4D09-EF39-4833-A366-4EE7C9CE4C2D}"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11996419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1558881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FD4D09-EF39-4833-A366-4EE7C9CE4C2D}"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A74179-C472-4F35-A2DB-C3814F574C88}" type="slidenum">
              <a:rPr lang="en-US" smtClean="0"/>
              <a:t>‹#›</a:t>
            </a:fld>
            <a:endParaRPr lang="en-US"/>
          </a:p>
        </p:txBody>
      </p:sp>
    </p:spTree>
    <p:extLst>
      <p:ext uri="{BB962C8B-B14F-4D97-AF65-F5344CB8AC3E}">
        <p14:creationId xmlns:p14="http://schemas.microsoft.com/office/powerpoint/2010/main" val="513969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1FD4D09-EF39-4833-A366-4EE7C9CE4C2D}" type="datetimeFigureOut">
              <a:rPr lang="en-US" smtClean="0"/>
              <a:t>8/17/2026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AA74179-C472-4F35-A2DB-C3814F574C88}" type="slidenum">
              <a:rPr lang="en-US" smtClean="0"/>
              <a:t>‹#›</a:t>
            </a:fld>
            <a:endParaRPr lang="en-US"/>
          </a:p>
        </p:txBody>
      </p:sp>
    </p:spTree>
    <p:extLst>
      <p:ext uri="{BB962C8B-B14F-4D97-AF65-F5344CB8AC3E}">
        <p14:creationId xmlns:p14="http://schemas.microsoft.com/office/powerpoint/2010/main" val="6363057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2.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wmf"/><Relationship Id="rId5" Type="http://schemas.openxmlformats.org/officeDocument/2006/relationships/oleObject" Target="../embeddings/oleObject1.bin"/><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7.xml"/><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2.wmf"/></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emf"/><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customXml" Target="../ink/ink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 Id="rId5" Type="http://schemas.openxmlformats.org/officeDocument/2006/relationships/image" Target="../media/image109.emf"/><Relationship Id="rId4" Type="http://schemas.openxmlformats.org/officeDocument/2006/relationships/customXml" Target="../ink/ink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6.xml"/><Relationship Id="rId5" Type="http://schemas.openxmlformats.org/officeDocument/2006/relationships/image" Target="../media/image110.emf"/></Relationships>
</file>

<file path=ppt/slides/_rels/slide59.xml.rels><?xml version="1.0" encoding="UTF-8" standalone="yes"?>
<Relationships xmlns="http://schemas.openxmlformats.org/package/2006/relationships"><Relationship Id="rId8" Type="http://schemas.openxmlformats.org/officeDocument/2006/relationships/image" Target="../media/image119.emf"/><Relationship Id="rId3" Type="http://schemas.openxmlformats.org/officeDocument/2006/relationships/image" Target="../media/image58.png"/><Relationship Id="rId7" Type="http://schemas.openxmlformats.org/officeDocument/2006/relationships/customXml" Target="../ink/ink4.xml"/><Relationship Id="rId2" Type="http://schemas.openxmlformats.org/officeDocument/2006/relationships/image" Target="../media/image57.png"/><Relationship Id="rId1" Type="http://schemas.openxmlformats.org/officeDocument/2006/relationships/slideLayout" Target="../slideLayouts/slideLayout6.xml"/><Relationship Id="rId6" Type="http://schemas.openxmlformats.org/officeDocument/2006/relationships/image" Target="../media/image61.emf"/><Relationship Id="rId5" Type="http://schemas.openxmlformats.org/officeDocument/2006/relationships/image" Target="../media/image60.emf"/><Relationship Id="rId10" Type="http://schemas.openxmlformats.org/officeDocument/2006/relationships/image" Target="../media/image117.emf"/><Relationship Id="rId4" Type="http://schemas.openxmlformats.org/officeDocument/2006/relationships/image" Target="../media/image59.emf"/><Relationship Id="rId9" Type="http://schemas.openxmlformats.org/officeDocument/2006/relationships/customXml" Target="../ink/ink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emf"/><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137.emf"/><Relationship Id="rId2" Type="http://schemas.openxmlformats.org/officeDocument/2006/relationships/image" Target="../media/image65.png"/><Relationship Id="rId1" Type="http://schemas.openxmlformats.org/officeDocument/2006/relationships/slideLayout" Target="../slideLayouts/slideLayout6.xml"/><Relationship Id="rId6" Type="http://schemas.openxmlformats.org/officeDocument/2006/relationships/customXml" Target="../ink/ink6.xml"/><Relationship Id="rId5" Type="http://schemas.openxmlformats.org/officeDocument/2006/relationships/image" Target="../media/image68.png"/><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hyperlink" Target="https://homepage.divms.uiowa.edu/~mbognar/applets/normal.html" TargetMode="Externa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96982" y="1939565"/>
            <a:ext cx="8915399" cy="2262781"/>
          </a:xfrm>
        </p:spPr>
        <p:txBody>
          <a:bodyPr>
            <a:normAutofit fontScale="90000"/>
          </a:bodyPr>
          <a:lstStyle/>
          <a:p>
            <a:r>
              <a:rPr lang="en-US" dirty="0">
                <a:latin typeface="AR ESSENCE" panose="02000000000000000000" pitchFamily="2" charset="0"/>
              </a:rPr>
              <a:t>RANDOM VARIABLES </a:t>
            </a:r>
            <a:br>
              <a:rPr lang="en-US" dirty="0">
                <a:latin typeface="AR ESSENCE" panose="02000000000000000000" pitchFamily="2" charset="0"/>
              </a:rPr>
            </a:br>
            <a:r>
              <a:rPr lang="en-US" dirty="0">
                <a:latin typeface="AR ESSENCE" panose="02000000000000000000" pitchFamily="2" charset="0"/>
              </a:rPr>
              <a:t>AND </a:t>
            </a:r>
            <a:br>
              <a:rPr lang="en-US" dirty="0">
                <a:latin typeface="AR ESSENCE" panose="02000000000000000000" pitchFamily="2" charset="0"/>
              </a:rPr>
            </a:br>
            <a:r>
              <a:rPr lang="en-US" dirty="0">
                <a:latin typeface="AR ESSENCE" panose="02000000000000000000" pitchFamily="2" charset="0"/>
              </a:rPr>
              <a:t>DISTRIBUTIONS</a:t>
            </a:r>
          </a:p>
        </p:txBody>
      </p:sp>
      <p:sp>
        <p:nvSpPr>
          <p:cNvPr id="3" name="Subtitle 2"/>
          <p:cNvSpPr>
            <a:spLocks noGrp="1"/>
          </p:cNvSpPr>
          <p:nvPr>
            <p:ph type="subTitle" idx="1"/>
          </p:nvPr>
        </p:nvSpPr>
        <p:spPr>
          <a:xfrm>
            <a:off x="2419531" y="4013808"/>
            <a:ext cx="8915399" cy="1126283"/>
          </a:xfrm>
        </p:spPr>
        <p:txBody>
          <a:bodyPr>
            <a:noAutofit/>
          </a:bodyPr>
          <a:lstStyle/>
          <a:p>
            <a:endParaRPr lang="en-US" sz="3200" b="1" dirty="0"/>
          </a:p>
          <a:p>
            <a:pPr algn="r"/>
            <a:r>
              <a:rPr lang="en-US" sz="3200" b="1" i="1" dirty="0"/>
              <a:t>Dr. Keerthy A S</a:t>
            </a:r>
          </a:p>
        </p:txBody>
      </p:sp>
    </p:spTree>
    <p:extLst>
      <p:ext uri="{BB962C8B-B14F-4D97-AF65-F5344CB8AC3E}">
        <p14:creationId xmlns:p14="http://schemas.microsoft.com/office/powerpoint/2010/main" val="2540888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 JULIAN" panose="02000000000000000000" pitchFamily="2" charset="0"/>
              </a:rPr>
              <a:t>Random Variables</a:t>
            </a:r>
          </a:p>
        </p:txBody>
      </p:sp>
      <p:sp>
        <p:nvSpPr>
          <p:cNvPr id="3" name="Content Placeholder 2"/>
          <p:cNvSpPr>
            <a:spLocks noGrp="1"/>
          </p:cNvSpPr>
          <p:nvPr>
            <p:ph idx="1"/>
          </p:nvPr>
        </p:nvSpPr>
        <p:spPr>
          <a:xfrm>
            <a:off x="2589212" y="1408176"/>
            <a:ext cx="8915400" cy="4503046"/>
          </a:xfrm>
        </p:spPr>
        <p:txBody>
          <a:bodyPr/>
          <a:lstStyle/>
          <a:p>
            <a:r>
              <a:rPr lang="en-US" dirty="0"/>
              <a:t> A random variable is a variable whose value is unknown or a function that assigns values to each of an experiment's outcomes.</a:t>
            </a:r>
          </a:p>
          <a:p>
            <a:pPr lvl="1"/>
            <a:r>
              <a:rPr lang="en-US" altLang="en-US" dirty="0">
                <a:ea typeface="Arial Unicode MS" panose="020B0604020202020204" pitchFamily="34" charset="-128"/>
                <a:cs typeface="Arial Unicode MS" panose="020B0604020202020204" pitchFamily="34" charset="-128"/>
              </a:rPr>
              <a:t>For example, if you roll a die, there are 6 possible outcomes</a:t>
            </a:r>
          </a:p>
          <a:p>
            <a:pPr lvl="1"/>
            <a:r>
              <a:rPr lang="en-US" dirty="0">
                <a:ea typeface="Arial Unicode MS" panose="020B0604020202020204" pitchFamily="34" charset="-128"/>
                <a:cs typeface="Arial Unicode MS" panose="020B0604020202020204" pitchFamily="34" charset="-128"/>
              </a:rPr>
              <a:t>S={1,2,3,4,5,6}</a:t>
            </a:r>
          </a:p>
          <a:p>
            <a:pPr lvl="1"/>
            <a:r>
              <a:rPr lang="en-US" dirty="0">
                <a:ea typeface="Arial Unicode MS" panose="020B0604020202020204" pitchFamily="34" charset="-128"/>
                <a:cs typeface="Arial Unicode MS" panose="020B0604020202020204" pitchFamily="34" charset="-128"/>
              </a:rPr>
              <a:t>X= Even number  -&gt; {2,4,6}</a:t>
            </a:r>
          </a:p>
          <a:p>
            <a:pPr lvl="1"/>
            <a:endParaRPr lang="en-US" dirty="0">
              <a:ea typeface="Arial Unicode MS" panose="020B0604020202020204" pitchFamily="34" charset="-128"/>
              <a:cs typeface="Arial Unicode MS" panose="020B0604020202020204" pitchFamily="34" charset="-128"/>
            </a:endParaRPr>
          </a:p>
          <a:p>
            <a:r>
              <a:rPr lang="en-US" altLang="en-US" dirty="0"/>
              <a:t>Example: Consider random experiment of tossing a coin twice. Sample space is:</a:t>
            </a:r>
          </a:p>
          <a:p>
            <a:pPr algn="ctr">
              <a:buFont typeface="Wingdings" pitchFamily="2" charset="2"/>
              <a:buNone/>
            </a:pPr>
            <a:r>
              <a:rPr lang="en-US" altLang="en-US" i="1" dirty="0">
                <a:latin typeface="Times New Roman" pitchFamily="18" charset="0"/>
                <a:cs typeface="Times New Roman" pitchFamily="18" charset="0"/>
                <a:sym typeface="Symbol" pitchFamily="18" charset="2"/>
              </a:rPr>
              <a:t>S ={(H,H), (H,T), (T,H), (T,T)}</a:t>
            </a:r>
          </a:p>
          <a:p>
            <a:pPr algn="just">
              <a:buFont typeface="Wingdings" pitchFamily="2" charset="2"/>
              <a:buNone/>
            </a:pPr>
            <a:r>
              <a:rPr lang="en-US" altLang="en-US" dirty="0">
                <a:sym typeface="Symbol" pitchFamily="18" charset="2"/>
              </a:rPr>
              <a:t>   Define random variable </a:t>
            </a:r>
            <a:r>
              <a:rPr lang="en-US" altLang="en-US" i="1" dirty="0">
                <a:latin typeface="Times New Roman" pitchFamily="18" charset="0"/>
                <a:cs typeface="Times New Roman" pitchFamily="18" charset="0"/>
                <a:sym typeface="Symbol" pitchFamily="18" charset="2"/>
              </a:rPr>
              <a:t>X</a:t>
            </a:r>
            <a:r>
              <a:rPr lang="en-US" altLang="en-US" dirty="0">
                <a:sym typeface="Symbol" pitchFamily="18" charset="2"/>
              </a:rPr>
              <a:t> as the number of heads in the experiment:</a:t>
            </a:r>
          </a:p>
          <a:p>
            <a:pPr algn="ctr">
              <a:buFontTx/>
              <a:buNone/>
            </a:pPr>
            <a:r>
              <a:rPr lang="en-US" altLang="en-US" i="1" dirty="0">
                <a:latin typeface="Times New Roman" pitchFamily="18" charset="0"/>
                <a:cs typeface="Times New Roman" pitchFamily="18" charset="0"/>
                <a:sym typeface="Symbol" pitchFamily="18" charset="2"/>
              </a:rPr>
              <a:t>X((T,T)) = 0,  X((H,T))=1, </a:t>
            </a:r>
          </a:p>
          <a:p>
            <a:pPr algn="ctr">
              <a:buFontTx/>
              <a:buNone/>
            </a:pPr>
            <a:r>
              <a:rPr lang="en-US" altLang="en-US" i="1" dirty="0">
                <a:latin typeface="Times New Roman" pitchFamily="18" charset="0"/>
                <a:cs typeface="Times New Roman" pitchFamily="18" charset="0"/>
                <a:sym typeface="Symbol" pitchFamily="18" charset="2"/>
              </a:rPr>
              <a:t>X((T,H)) = 1, X((H,H))=2</a:t>
            </a:r>
          </a:p>
          <a:p>
            <a:pPr marL="457200" lvl="1" indent="0">
              <a:buNone/>
            </a:pPr>
            <a:endParaRPr lang="en-US" dirty="0"/>
          </a:p>
        </p:txBody>
      </p:sp>
    </p:spTree>
    <p:extLst>
      <p:ext uri="{BB962C8B-B14F-4D97-AF65-F5344CB8AC3E}">
        <p14:creationId xmlns:p14="http://schemas.microsoft.com/office/powerpoint/2010/main" val="2943328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 JULIAN" panose="02000000000000000000" pitchFamily="2" charset="0"/>
              </a:rPr>
              <a:t>Probability distributions</a:t>
            </a:r>
            <a:endParaRPr lang="en-US" dirty="0">
              <a:latin typeface="AR JULIAN" panose="02000000000000000000" pitchFamily="2" charset="0"/>
            </a:endParaRPr>
          </a:p>
        </p:txBody>
      </p:sp>
      <p:sp>
        <p:nvSpPr>
          <p:cNvPr id="3" name="Content Placeholder 2"/>
          <p:cNvSpPr>
            <a:spLocks noGrp="1"/>
          </p:cNvSpPr>
          <p:nvPr>
            <p:ph idx="1"/>
          </p:nvPr>
        </p:nvSpPr>
        <p:spPr>
          <a:xfrm>
            <a:off x="2589212" y="1572768"/>
            <a:ext cx="8915400" cy="4338454"/>
          </a:xfrm>
        </p:spPr>
        <p:txBody>
          <a:bodyPr/>
          <a:lstStyle/>
          <a:p>
            <a:r>
              <a:rPr lang="en-US" altLang="en-US" dirty="0"/>
              <a:t>If we repeat an experiment many times, we can build up a distribution (table/formula)  of the values it can take.</a:t>
            </a:r>
          </a:p>
          <a:p>
            <a:r>
              <a:rPr lang="en-US" altLang="en-US" dirty="0"/>
              <a:t>Example : Tossing 3 coins together and noting down the number of heads that appear each time</a:t>
            </a:r>
          </a:p>
          <a:p>
            <a:endParaRPr lang="en-US" dirty="0"/>
          </a:p>
        </p:txBody>
      </p:sp>
    </p:spTree>
    <p:extLst>
      <p:ext uri="{BB962C8B-B14F-4D97-AF65-F5344CB8AC3E}">
        <p14:creationId xmlns:p14="http://schemas.microsoft.com/office/powerpoint/2010/main" val="386672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 JULIAN" panose="02000000000000000000" pitchFamily="2" charset="0"/>
              </a:rPr>
              <a:t>Types of Random Variables</a:t>
            </a:r>
          </a:p>
        </p:txBody>
      </p:sp>
      <p:sp>
        <p:nvSpPr>
          <p:cNvPr id="3" name="Content Placeholder 2"/>
          <p:cNvSpPr>
            <a:spLocks noGrp="1"/>
          </p:cNvSpPr>
          <p:nvPr>
            <p:ph idx="1"/>
          </p:nvPr>
        </p:nvSpPr>
        <p:spPr>
          <a:xfrm>
            <a:off x="1366118" y="1372385"/>
            <a:ext cx="10524616" cy="3777622"/>
          </a:xfrm>
        </p:spPr>
        <p:txBody>
          <a:bodyPr>
            <a:normAutofit/>
          </a:bodyPr>
          <a:lstStyle/>
          <a:p>
            <a:pPr>
              <a:lnSpc>
                <a:spcPct val="90000"/>
              </a:lnSpc>
            </a:pPr>
            <a:r>
              <a:rPr lang="en-US" altLang="en-US" sz="2100" b="1" dirty="0"/>
              <a:t>Discrete</a:t>
            </a:r>
            <a:r>
              <a:rPr lang="en-US" altLang="en-US" sz="2100" dirty="0"/>
              <a:t> random variables have a countable number of outcomes</a:t>
            </a:r>
          </a:p>
          <a:p>
            <a:pPr lvl="1">
              <a:lnSpc>
                <a:spcPct val="90000"/>
              </a:lnSpc>
            </a:pPr>
            <a:r>
              <a:rPr lang="en-US" altLang="en-US" sz="2100" u="sng" dirty="0"/>
              <a:t>Examples</a:t>
            </a:r>
            <a:r>
              <a:rPr lang="en-US" altLang="en-US" sz="2100" dirty="0"/>
              <a:t>: getting a H on tossing a coin, Winning a competitive exam</a:t>
            </a:r>
          </a:p>
          <a:p>
            <a:pPr>
              <a:lnSpc>
                <a:spcPct val="90000"/>
              </a:lnSpc>
            </a:pPr>
            <a:r>
              <a:rPr lang="en-US" altLang="en-US" sz="2100" b="1" dirty="0">
                <a:cs typeface="Times New Roman" panose="02020603050405020304" pitchFamily="18" charset="0"/>
              </a:rPr>
              <a:t>Continuous</a:t>
            </a:r>
            <a:r>
              <a:rPr lang="en-US" altLang="en-US" sz="2100" dirty="0">
                <a:cs typeface="Times New Roman" panose="02020603050405020304" pitchFamily="18" charset="0"/>
              </a:rPr>
              <a:t> random variables have an infinite continuum of possible values.</a:t>
            </a:r>
            <a:r>
              <a:rPr lang="en-US" altLang="en-US" sz="2100" b="1" dirty="0">
                <a:cs typeface="Times New Roman" panose="02020603050405020304" pitchFamily="18" charset="0"/>
              </a:rPr>
              <a:t> </a:t>
            </a:r>
          </a:p>
          <a:p>
            <a:pPr lvl="1">
              <a:lnSpc>
                <a:spcPct val="90000"/>
              </a:lnSpc>
            </a:pPr>
            <a:r>
              <a:rPr lang="en-US" altLang="en-US" sz="2100" u="sng" dirty="0">
                <a:ea typeface="Arial Unicode MS" panose="020B0604020202020204" pitchFamily="34" charset="-128"/>
                <a:cs typeface="Arial Unicode MS" panose="020B0604020202020204" pitchFamily="34" charset="-128"/>
              </a:rPr>
              <a:t>Examples:</a:t>
            </a:r>
            <a:r>
              <a:rPr lang="en-US" altLang="en-US" sz="2100" dirty="0">
                <a:ea typeface="Arial Unicode MS" panose="020B0604020202020204" pitchFamily="34" charset="-128"/>
                <a:cs typeface="Arial Unicode MS" panose="020B0604020202020204" pitchFamily="34" charset="-128"/>
              </a:rPr>
              <a:t> blood pressure, weight, the speed of a car, the real numbers from 1 to 6.  </a:t>
            </a:r>
          </a:p>
          <a:p>
            <a:pPr>
              <a:lnSpc>
                <a:spcPct val="90000"/>
              </a:lnSpc>
            </a:pPr>
            <a:r>
              <a:rPr lang="en-US" altLang="en-US" sz="2100" dirty="0">
                <a:ea typeface="Arial Unicode MS" panose="020B0604020202020204" pitchFamily="34" charset="-128"/>
                <a:cs typeface="Arial Unicode MS" panose="020B0604020202020204" pitchFamily="34" charset="-128"/>
              </a:rPr>
              <a:t>Example:  Write down the probability distribution for sum of numbers turned up when 2 dice are rolled together</a:t>
            </a:r>
          </a:p>
          <a:p>
            <a:endParaRPr lang="en-US" sz="2100" dirty="0"/>
          </a:p>
        </p:txBody>
      </p:sp>
    </p:spTree>
    <p:extLst>
      <p:ext uri="{BB962C8B-B14F-4D97-AF65-F5344CB8AC3E}">
        <p14:creationId xmlns:p14="http://schemas.microsoft.com/office/powerpoint/2010/main" val="195150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a:lstStyle/>
          <a:p>
            <a:r>
              <a:rPr lang="en-US" altLang="en-US" dirty="0">
                <a:latin typeface="AR JULIAN" panose="02000000000000000000" pitchFamily="2" charset="0"/>
              </a:rPr>
              <a:t>Discrete probability distributions</a:t>
            </a:r>
          </a:p>
        </p:txBody>
      </p:sp>
      <mc:AlternateContent xmlns:mc="http://schemas.openxmlformats.org/markup-compatibility/2006" xmlns:a14="http://schemas.microsoft.com/office/drawing/2010/main">
        <mc:Choice Requires="a14">
          <p:sp>
            <p:nvSpPr>
              <p:cNvPr id="20483" name="Rectangle 3"/>
              <p:cNvSpPr>
                <a:spLocks noGrp="1" noChangeArrowheads="1"/>
              </p:cNvSpPr>
              <p:nvPr>
                <p:ph idx="1"/>
              </p:nvPr>
            </p:nvSpPr>
            <p:spPr>
              <a:xfrm>
                <a:off x="1746504" y="1682496"/>
                <a:ext cx="9758108" cy="4228726"/>
              </a:xfrm>
              <a:noFill/>
              <a:ln/>
            </p:spPr>
            <p:txBody>
              <a:bodyPr>
                <a:normAutofit/>
              </a:bodyPr>
              <a:lstStyle/>
              <a:p>
                <a:pPr>
                  <a:lnSpc>
                    <a:spcPct val="90000"/>
                  </a:lnSpc>
                </a:pPr>
                <a:r>
                  <a:rPr lang="en-US" altLang="en-US" sz="2800" dirty="0"/>
                  <a:t>A discrete probability distribution associates a probability with each value of a discrete random variable.</a:t>
                </a:r>
              </a:p>
              <a:p>
                <a:pPr lvl="1">
                  <a:lnSpc>
                    <a:spcPct val="90000"/>
                  </a:lnSpc>
                </a:pPr>
                <a:r>
                  <a:rPr lang="en-US" altLang="en-US" sz="2400" dirty="0"/>
                  <a:t>Example: </a:t>
                </a:r>
              </a:p>
              <a:p>
                <a:pPr lvl="2">
                  <a:lnSpc>
                    <a:spcPct val="90000"/>
                  </a:lnSpc>
                </a:pPr>
                <a:r>
                  <a:rPr lang="en-US" altLang="en-US" sz="2200" dirty="0"/>
                  <a:t>Random variable has two values Rain/No Rain. </a:t>
                </a:r>
              </a:p>
              <a:p>
                <a:pPr lvl="2">
                  <a:lnSpc>
                    <a:spcPct val="90000"/>
                  </a:lnSpc>
                </a:pPr>
                <a:r>
                  <a:rPr lang="en-US" altLang="en-US" sz="2200" dirty="0"/>
                  <a:t>P(Rain) = 0.2, P(No Rain) = 0.8 gives a probability distribution.</a:t>
                </a:r>
              </a:p>
              <a:p>
                <a:r>
                  <a:rPr lang="en-US" altLang="zh-CN" sz="2100" dirty="0">
                    <a:solidFill>
                      <a:schemeClr val="tx1"/>
                    </a:solidFill>
                    <a:latin typeface="+mj-lt"/>
                    <a:ea typeface="Arial Unicode MS" pitchFamily="34" charset="-128"/>
                    <a:cs typeface="Times New Roman" pitchFamily="18" charset="0"/>
                  </a:rPr>
                  <a:t>Properties:</a:t>
                </a:r>
                <a:r>
                  <a:rPr lang="en-US" altLang="zh-CN" sz="2100" i="1" dirty="0">
                    <a:solidFill>
                      <a:schemeClr val="tx1"/>
                    </a:solidFill>
                    <a:latin typeface="+mj-lt"/>
                    <a:ea typeface="Arial Unicode MS" pitchFamily="34" charset="-128"/>
                    <a:cs typeface="Times New Roman" pitchFamily="18" charset="0"/>
                  </a:rPr>
                  <a:t> </a:t>
                </a:r>
              </a:p>
              <a:p>
                <a:pPr marL="457200" lvl="1" indent="0">
                  <a:buNone/>
                </a:pPr>
                <a14:m>
                  <m:oMathPara xmlns:m="http://schemas.openxmlformats.org/officeDocument/2006/math">
                    <m:oMathParaPr>
                      <m:jc m:val="centerGroup"/>
                    </m:oMathParaPr>
                    <m:oMath xmlns:m="http://schemas.openxmlformats.org/officeDocument/2006/math">
                      <m:r>
                        <a:rPr lang="en-US" altLang="zh-CN" sz="2100" i="1">
                          <a:latin typeface="Cambria Math"/>
                          <a:ea typeface="Arial Unicode MS" pitchFamily="34" charset="-128"/>
                          <a:cs typeface="Times New Roman" pitchFamily="18" charset="0"/>
                        </a:rPr>
                        <m:t>0≤</m:t>
                      </m:r>
                      <m:r>
                        <a:rPr lang="en-US" altLang="zh-CN" sz="2100" i="1">
                          <a:latin typeface="Cambria Math"/>
                          <a:ea typeface="Arial Unicode MS" pitchFamily="34" charset="-128"/>
                          <a:cs typeface="Times New Roman" pitchFamily="18" charset="0"/>
                        </a:rPr>
                        <m:t>𝑝</m:t>
                      </m:r>
                      <m:d>
                        <m:dPr>
                          <m:ctrlPr>
                            <a:rPr lang="en-US" altLang="zh-CN" sz="2100" i="1">
                              <a:latin typeface="Cambria Math" panose="02040503050406030204" pitchFamily="18" charset="0"/>
                              <a:ea typeface="Arial Unicode MS" pitchFamily="34" charset="-128"/>
                              <a:cs typeface="Times New Roman" pitchFamily="18" charset="0"/>
                            </a:rPr>
                          </m:ctrlPr>
                        </m:dPr>
                        <m:e>
                          <m:sSub>
                            <m:sSubPr>
                              <m:ctrlPr>
                                <a:rPr lang="en-US" altLang="zh-CN" sz="2100" i="1">
                                  <a:latin typeface="Cambria Math" panose="02040503050406030204" pitchFamily="18" charset="0"/>
                                  <a:ea typeface="Arial Unicode MS" pitchFamily="34" charset="-128"/>
                                  <a:cs typeface="Times New Roman" pitchFamily="18" charset="0"/>
                                </a:rPr>
                              </m:ctrlPr>
                            </m:sSubPr>
                            <m:e>
                              <m:r>
                                <a:rPr lang="en-US" altLang="zh-CN" sz="2100" i="1">
                                  <a:latin typeface="Cambria Math" panose="02040503050406030204" pitchFamily="18" charset="0"/>
                                  <a:ea typeface="Arial Unicode MS" pitchFamily="34" charset="-128"/>
                                  <a:cs typeface="Times New Roman" pitchFamily="18" charset="0"/>
                                </a:rPr>
                                <m:t>𝑥</m:t>
                              </m:r>
                            </m:e>
                            <m:sub>
                              <m:r>
                                <a:rPr lang="en-US" altLang="zh-CN" sz="2100" i="1">
                                  <a:latin typeface="Cambria Math"/>
                                  <a:ea typeface="Arial Unicode MS" pitchFamily="34" charset="-128"/>
                                  <a:cs typeface="Times New Roman" pitchFamily="18" charset="0"/>
                                </a:rPr>
                                <m:t>𝑖</m:t>
                              </m:r>
                            </m:sub>
                          </m:sSub>
                        </m:e>
                      </m:d>
                      <m:r>
                        <a:rPr lang="en-US" altLang="zh-CN" sz="2100" i="1">
                          <a:latin typeface="Cambria Math"/>
                          <a:ea typeface="Arial Unicode MS" pitchFamily="34" charset="-128"/>
                          <a:cs typeface="Times New Roman" pitchFamily="18" charset="0"/>
                        </a:rPr>
                        <m:t>≤1</m:t>
                      </m:r>
                    </m:oMath>
                  </m:oMathPara>
                </a14:m>
                <a:br>
                  <a:rPr lang="en-US" altLang="zh-CN" sz="2100" i="1" dirty="0">
                    <a:latin typeface="Cambria Math"/>
                    <a:ea typeface="Arial Unicode MS" pitchFamily="34" charset="-128"/>
                    <a:cs typeface="Times New Roman" pitchFamily="18" charset="0"/>
                  </a:rPr>
                </a:br>
                <a:endParaRPr lang="en-US" altLang="zh-CN" sz="2100" i="1" dirty="0">
                  <a:latin typeface="Cambria Math"/>
                  <a:ea typeface="Arial Unicode MS" pitchFamily="34" charset="-128"/>
                  <a:cs typeface="Times New Roman" pitchFamily="18" charset="0"/>
                </a:endParaRPr>
              </a:p>
              <a:p>
                <a:pPr marL="457200" lvl="1" indent="0">
                  <a:buNone/>
                </a:pPr>
                <a14:m>
                  <m:oMathPara xmlns:m="http://schemas.openxmlformats.org/officeDocument/2006/math">
                    <m:oMathParaPr>
                      <m:jc m:val="centerGroup"/>
                    </m:oMathParaPr>
                    <m:oMath xmlns:m="http://schemas.openxmlformats.org/officeDocument/2006/math">
                      <m:nary>
                        <m:naryPr>
                          <m:chr m:val="∑"/>
                          <m:supHide m:val="on"/>
                          <m:ctrlPr>
                            <a:rPr lang="en-US" altLang="zh-CN" sz="2100" i="1">
                              <a:latin typeface="Cambria Math" panose="02040503050406030204" pitchFamily="18" charset="0"/>
                              <a:ea typeface="Arial Unicode MS" pitchFamily="34" charset="-128"/>
                              <a:cs typeface="Times New Roman" pitchFamily="18" charset="0"/>
                            </a:rPr>
                          </m:ctrlPr>
                        </m:naryPr>
                        <m:sub>
                          <m:sSub>
                            <m:sSubPr>
                              <m:ctrlPr>
                                <a:rPr lang="en-US" altLang="zh-CN" sz="2100" i="1">
                                  <a:latin typeface="Cambria Math" panose="02040503050406030204" pitchFamily="18" charset="0"/>
                                  <a:ea typeface="Arial Unicode MS" pitchFamily="34" charset="-128"/>
                                  <a:cs typeface="Times New Roman" pitchFamily="18" charset="0"/>
                                </a:rPr>
                              </m:ctrlPr>
                            </m:sSubPr>
                            <m:e>
                              <m:r>
                                <a:rPr lang="en-US" altLang="zh-CN" sz="2100" i="1">
                                  <a:latin typeface="Cambria Math" panose="02040503050406030204" pitchFamily="18" charset="0"/>
                                  <a:ea typeface="Arial Unicode MS" pitchFamily="34" charset="-128"/>
                                  <a:cs typeface="Times New Roman" pitchFamily="18" charset="0"/>
                                </a:rPr>
                                <m:t>𝑥</m:t>
                              </m:r>
                            </m:e>
                            <m:sub>
                              <m:r>
                                <a:rPr lang="en-US" altLang="zh-CN" sz="2100" i="1">
                                  <a:latin typeface="Cambria Math"/>
                                  <a:ea typeface="Arial Unicode MS" pitchFamily="34" charset="-128"/>
                                  <a:cs typeface="Times New Roman" pitchFamily="18" charset="0"/>
                                </a:rPr>
                                <m:t>𝑖</m:t>
                              </m:r>
                            </m:sub>
                          </m:sSub>
                        </m:sub>
                        <m:sup/>
                        <m:e>
                          <m:r>
                            <a:rPr lang="en-US" altLang="zh-CN" sz="2100" i="1">
                              <a:latin typeface="Cambria Math"/>
                              <a:ea typeface="Arial Unicode MS" pitchFamily="34" charset="-128"/>
                              <a:cs typeface="Times New Roman" pitchFamily="18" charset="0"/>
                            </a:rPr>
                            <m:t>𝑝</m:t>
                          </m:r>
                          <m:r>
                            <a:rPr lang="en-US" altLang="zh-CN" sz="2100" i="1">
                              <a:latin typeface="Cambria Math"/>
                              <a:ea typeface="Arial Unicode MS" pitchFamily="34" charset="-128"/>
                              <a:cs typeface="Times New Roman" pitchFamily="18" charset="0"/>
                            </a:rPr>
                            <m:t>(</m:t>
                          </m:r>
                          <m:sSub>
                            <m:sSubPr>
                              <m:ctrlPr>
                                <a:rPr lang="en-US" altLang="zh-CN" sz="2100" i="1">
                                  <a:latin typeface="Cambria Math" panose="02040503050406030204" pitchFamily="18" charset="0"/>
                                  <a:ea typeface="Arial Unicode MS" pitchFamily="34" charset="-128"/>
                                  <a:cs typeface="Times New Roman" pitchFamily="18" charset="0"/>
                                </a:rPr>
                              </m:ctrlPr>
                            </m:sSubPr>
                            <m:e>
                              <m:r>
                                <a:rPr lang="en-US" altLang="zh-CN" sz="2100" i="1">
                                  <a:latin typeface="Cambria Math" panose="02040503050406030204" pitchFamily="18" charset="0"/>
                                  <a:ea typeface="Arial Unicode MS" pitchFamily="34" charset="-128"/>
                                  <a:cs typeface="Times New Roman" pitchFamily="18" charset="0"/>
                                </a:rPr>
                                <m:t>𝑥</m:t>
                              </m:r>
                            </m:e>
                            <m:sub>
                              <m:r>
                                <a:rPr lang="en-US" altLang="zh-CN" sz="2100" i="1">
                                  <a:latin typeface="Cambria Math"/>
                                  <a:ea typeface="Arial Unicode MS" pitchFamily="34" charset="-128"/>
                                  <a:cs typeface="Times New Roman" pitchFamily="18" charset="0"/>
                                </a:rPr>
                                <m:t>𝑖</m:t>
                              </m:r>
                            </m:sub>
                          </m:sSub>
                          <m:r>
                            <a:rPr lang="en-US" altLang="zh-CN" sz="2100" i="1">
                              <a:latin typeface="Cambria Math"/>
                              <a:ea typeface="Arial Unicode MS" pitchFamily="34" charset="-128"/>
                              <a:cs typeface="Times New Roman" pitchFamily="18" charset="0"/>
                            </a:rPr>
                            <m:t>)</m:t>
                          </m:r>
                        </m:e>
                      </m:nary>
                      <m:r>
                        <a:rPr lang="en-US" altLang="zh-CN" sz="2100" i="1">
                          <a:latin typeface="Cambria Math"/>
                          <a:ea typeface="Arial Unicode MS" pitchFamily="34" charset="-128"/>
                          <a:cs typeface="Times New Roman" pitchFamily="18" charset="0"/>
                        </a:rPr>
                        <m:t>=1</m:t>
                      </m:r>
                    </m:oMath>
                  </m:oMathPara>
                </a14:m>
                <a:endParaRPr lang="en-US" altLang="zh-CN" sz="2100" i="1" dirty="0">
                  <a:latin typeface="Times New Roman" pitchFamily="18" charset="0"/>
                  <a:ea typeface="Arial Unicode MS" pitchFamily="34" charset="-128"/>
                  <a:cs typeface="Times New Roman" pitchFamily="18" charset="0"/>
                </a:endParaRPr>
              </a:p>
              <a:p>
                <a:pPr marL="457200" lvl="1" indent="0">
                  <a:lnSpc>
                    <a:spcPct val="90000"/>
                  </a:lnSpc>
                  <a:buNone/>
                </a:pPr>
                <a:endParaRPr lang="en-US" altLang="en-US" sz="2400" dirty="0"/>
              </a:p>
            </p:txBody>
          </p:sp>
        </mc:Choice>
        <mc:Fallback xmlns="">
          <p:sp>
            <p:nvSpPr>
              <p:cNvPr id="20483" name="Rectangle 3"/>
              <p:cNvSpPr>
                <a:spLocks noGrp="1" noRot="1" noChangeAspect="1" noMove="1" noResize="1" noEditPoints="1" noAdjustHandles="1" noChangeArrowheads="1" noChangeShapeType="1" noTextEdit="1"/>
              </p:cNvSpPr>
              <p:nvPr>
                <p:ph type="body" idx="1"/>
              </p:nvPr>
            </p:nvSpPr>
            <p:spPr>
              <a:xfrm>
                <a:off x="1746504" y="1682496"/>
                <a:ext cx="9758108" cy="4228726"/>
              </a:xfrm>
              <a:blipFill>
                <a:blip r:embed="rId3"/>
                <a:stretch>
                  <a:fillRect l="-1188" t="-2450"/>
                </a:stretch>
              </a:blipFill>
              <a:ln/>
            </p:spPr>
            <p:txBody>
              <a:bodyPr/>
              <a:lstStyle/>
              <a:p>
                <a:r>
                  <a:rPr lang="en-IN">
                    <a:noFill/>
                  </a:rPr>
                  <a:t> </a:t>
                </a:r>
              </a:p>
            </p:txBody>
          </p:sp>
        </mc:Fallback>
      </mc:AlternateContent>
    </p:spTree>
    <p:extLst>
      <p:ext uri="{BB962C8B-B14F-4D97-AF65-F5344CB8AC3E}">
        <p14:creationId xmlns:p14="http://schemas.microsoft.com/office/powerpoint/2010/main" val="70851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 calcmode="lin" valueType="num">
                                      <p:cBhvr additive="base">
                                        <p:cTn id="27"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3"/>
          <p:cNvSpPr>
            <a:spLocks noChangeArrowheads="1"/>
          </p:cNvSpPr>
          <p:nvPr/>
        </p:nvSpPr>
        <p:spPr bwMode="auto">
          <a:xfrm>
            <a:off x="1893455" y="2699340"/>
            <a:ext cx="9144000" cy="306237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spAutoFit/>
          </a:bodyPr>
          <a:lstStyle/>
          <a:p>
            <a:pPr eaLnBrk="1" hangingPunct="1"/>
            <a:r>
              <a:rPr lang="en-US" altLang="en-US" sz="2800" dirty="0">
                <a:latin typeface="Times New Roman" panose="02020603050405020304" pitchFamily="18" charset="0"/>
                <a:ea typeface="Arial Unicode MS" panose="020B0604020202020204" pitchFamily="34" charset="-128"/>
                <a:cs typeface="Arial Unicode MS" panose="020B0604020202020204" pitchFamily="34" charset="-128"/>
              </a:rPr>
              <a:t>1. What’s the probability that you roll a 3 or less in a single dice?   </a:t>
            </a:r>
          </a:p>
          <a:p>
            <a:pPr eaLnBrk="1" hangingPunct="1"/>
            <a:endParaRPr lang="en-US" altLang="en-US" sz="2800" dirty="0">
              <a:latin typeface="Times New Roman" panose="02020603050405020304" pitchFamily="18" charset="0"/>
              <a:ea typeface="Arial Unicode MS" panose="020B0604020202020204" pitchFamily="34" charset="-128"/>
              <a:cs typeface="Arial Unicode MS" panose="020B0604020202020204" pitchFamily="34" charset="-128"/>
            </a:endParaRPr>
          </a:p>
          <a:p>
            <a:pPr eaLnBrk="1" hangingPunct="1"/>
            <a:endParaRPr lang="en-US" altLang="en-US" sz="2800" dirty="0">
              <a:latin typeface="Times New Roman" panose="02020603050405020304" pitchFamily="18" charset="0"/>
              <a:ea typeface="Arial Unicode MS" panose="020B0604020202020204" pitchFamily="34" charset="-128"/>
              <a:cs typeface="Arial Unicode MS" panose="020B0604020202020204" pitchFamily="34" charset="-128"/>
            </a:endParaRPr>
          </a:p>
          <a:p>
            <a:pPr eaLnBrk="1" hangingPunct="1"/>
            <a:endParaRPr lang="en-US" altLang="en-US" sz="2800" dirty="0">
              <a:latin typeface="Times New Roman" panose="02020603050405020304" pitchFamily="18" charset="0"/>
              <a:ea typeface="Arial Unicode MS" panose="020B0604020202020204" pitchFamily="34" charset="-128"/>
              <a:cs typeface="Arial Unicode MS" panose="020B0604020202020204" pitchFamily="34" charset="-128"/>
            </a:endParaRPr>
          </a:p>
          <a:p>
            <a:r>
              <a:rPr lang="en-US" altLang="en-US" sz="2800" dirty="0">
                <a:latin typeface="Times New Roman" panose="02020603050405020304" pitchFamily="18" charset="0"/>
                <a:cs typeface="Times New Roman" panose="02020603050405020304" pitchFamily="18" charset="0"/>
              </a:rPr>
              <a:t>2. What’s the probability that you roll a 5 or higher?  </a:t>
            </a:r>
          </a:p>
          <a:p>
            <a:endParaRPr lang="en-US" altLang="en-US" sz="2800" dirty="0">
              <a:latin typeface="Times New Roman" panose="02020603050405020304" pitchFamily="18" charset="0"/>
            </a:endParaRPr>
          </a:p>
        </p:txBody>
      </p:sp>
      <p:sp>
        <p:nvSpPr>
          <p:cNvPr id="2" name="Title 1"/>
          <p:cNvSpPr>
            <a:spLocks noGrp="1" noChangeArrowheads="1"/>
          </p:cNvSpPr>
          <p:nvPr>
            <p:ph type="title"/>
          </p:nvPr>
        </p:nvSpPr>
        <p:spPr bwMode="auto">
          <a:xfrm>
            <a:off x="1662545" y="452571"/>
            <a:ext cx="8839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cumulative distribution function </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(CDF) of random variable X is defined as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F(x)=P(</a:t>
            </a:r>
            <a:r>
              <a:rPr kumimoji="0" lang="en-US" altLang="en-US" sz="2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X≤x</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for all </a:t>
            </a:r>
            <a:r>
              <a:rPr kumimoji="0" lang="en-US" altLang="en-US" sz="2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x∈R</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15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 calcmode="lin" valueType="num">
                                      <p:cBhvr additive="base">
                                        <p:cTn id="7" dur="500" fill="hold"/>
                                        <p:tgtEl>
                                          <p:spTgt spid="161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1795">
                                            <p:txEl>
                                              <p:pRg st="4" end="4"/>
                                            </p:txEl>
                                          </p:spTgt>
                                        </p:tgtEl>
                                        <p:attrNameLst>
                                          <p:attrName>style.visibility</p:attrName>
                                        </p:attrNameLst>
                                      </p:cBhvr>
                                      <p:to>
                                        <p:strVal val="visible"/>
                                      </p:to>
                                    </p:set>
                                    <p:animEffect transition="in" filter="fade">
                                      <p:cBhvr>
                                        <p:cTn id="13" dur="1000"/>
                                        <p:tgtEl>
                                          <p:spTgt spid="161795">
                                            <p:txEl>
                                              <p:pRg st="4" end="4"/>
                                            </p:txEl>
                                          </p:spTgt>
                                        </p:tgtEl>
                                      </p:cBhvr>
                                    </p:animEffect>
                                    <p:anim calcmode="lin" valueType="num">
                                      <p:cBhvr>
                                        <p:cTn id="14" dur="1000" fill="hold"/>
                                        <p:tgtEl>
                                          <p:spTgt spid="161795">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16179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 JULIAN" panose="02000000000000000000" pitchFamily="2" charset="0"/>
              </a:rPr>
              <a:t>Probability Mass Function</a:t>
            </a:r>
          </a:p>
        </p:txBody>
      </p:sp>
      <p:sp>
        <p:nvSpPr>
          <p:cNvPr id="3" name="Content Placeholder 2"/>
          <p:cNvSpPr>
            <a:spLocks noGrp="1"/>
          </p:cNvSpPr>
          <p:nvPr>
            <p:ph idx="1"/>
          </p:nvPr>
        </p:nvSpPr>
        <p:spPr>
          <a:xfrm>
            <a:off x="687388" y="1505527"/>
            <a:ext cx="10595552" cy="3777622"/>
          </a:xfrm>
        </p:spPr>
        <p:txBody>
          <a:bodyPr/>
          <a:lstStyle/>
          <a:p>
            <a:r>
              <a:rPr lang="en-US" dirty="0"/>
              <a:t>Probability mass function (</a:t>
            </a:r>
            <a:r>
              <a:rPr lang="en-US" dirty="0" err="1"/>
              <a:t>pmf</a:t>
            </a:r>
            <a:r>
              <a:rPr lang="en-US" dirty="0"/>
              <a:t>) is a statistical expression that defines a probability distribution (the likelihood of an outcome) for a discrete random variable </a:t>
            </a:r>
          </a:p>
        </p:txBody>
      </p:sp>
      <p:sp>
        <p:nvSpPr>
          <p:cNvPr id="4" name="Rectangle 3"/>
          <p:cNvSpPr txBox="1">
            <a:spLocks noChangeArrowheads="1"/>
          </p:cNvSpPr>
          <p:nvPr/>
        </p:nvSpPr>
        <p:spPr>
          <a:xfrm>
            <a:off x="2128061" y="2055134"/>
            <a:ext cx="8458200" cy="4343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altLang="en-US" sz="2000" dirty="0">
                <a:ea typeface="Arial Unicode MS" panose="020B0604020202020204" pitchFamily="34" charset="-128"/>
                <a:cs typeface="Arial Unicode MS" panose="020B0604020202020204" pitchFamily="34" charset="-128"/>
              </a:rPr>
              <a:t>	</a:t>
            </a:r>
          </a:p>
          <a:p>
            <a:pPr>
              <a:buFont typeface="Wingdings" panose="05000000000000000000" pitchFamily="2" charset="2"/>
              <a:buNone/>
            </a:pPr>
            <a:r>
              <a:rPr lang="en-US" altLang="en-US" sz="2000" dirty="0">
                <a:ea typeface="Arial Unicode MS" panose="020B0604020202020204" pitchFamily="34" charset="-128"/>
                <a:cs typeface="Arial Unicode MS" panose="020B0604020202020204" pitchFamily="34" charset="-128"/>
              </a:rPr>
              <a:t>a.</a:t>
            </a:r>
            <a:r>
              <a:rPr lang="en-US" altLang="en-US" sz="2000" dirty="0">
                <a:cs typeface="Times New Roman" panose="02020603050405020304" pitchFamily="18" charset="0"/>
              </a:rPr>
              <a:t>      </a:t>
            </a:r>
            <a:r>
              <a:rPr lang="en-US" altLang="en-US" sz="2000" i="1" dirty="0">
                <a:ea typeface="Arial Unicode MS" panose="020B0604020202020204" pitchFamily="34" charset="-128"/>
                <a:cs typeface="Arial Unicode MS" panose="020B0604020202020204" pitchFamily="34" charset="-128"/>
              </a:rPr>
              <a:t>f(x)=.25</a:t>
            </a:r>
            <a:r>
              <a:rPr lang="en-US" altLang="en-US" sz="2000" dirty="0">
                <a:ea typeface="Arial Unicode MS" panose="020B0604020202020204" pitchFamily="34" charset="-128"/>
                <a:cs typeface="Arial Unicode MS" panose="020B0604020202020204" pitchFamily="34" charset="-128"/>
              </a:rPr>
              <a:t> for x=9,10,11,12</a:t>
            </a:r>
          </a:p>
          <a:p>
            <a:pPr>
              <a:buFont typeface="Wingdings" panose="05000000000000000000" pitchFamily="2" charset="2"/>
              <a:buNone/>
            </a:pPr>
            <a:endParaRPr lang="en-US" altLang="en-US" sz="2000" dirty="0">
              <a:ea typeface="Arial Unicode MS" panose="020B0604020202020204" pitchFamily="34" charset="-128"/>
              <a:cs typeface="Arial Unicode MS" panose="020B0604020202020204" pitchFamily="34" charset="-128"/>
            </a:endParaRPr>
          </a:p>
          <a:p>
            <a:pPr>
              <a:buFont typeface="Wingdings" panose="05000000000000000000" pitchFamily="2" charset="2"/>
              <a:buNone/>
            </a:pPr>
            <a:endParaRPr lang="en-US" altLang="en-US" sz="2000" dirty="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581187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Times New Roman" panose="02020603050405020304" pitchFamily="18" charset="0"/>
              </a:rPr>
              <a:t> b.    </a:t>
            </a:r>
            <a:r>
              <a:rPr lang="en-US" altLang="en-US" i="1" dirty="0">
                <a:ea typeface="Arial Unicode MS" panose="020B0604020202020204" pitchFamily="34" charset="-128"/>
                <a:cs typeface="Arial Unicode MS" panose="020B0604020202020204" pitchFamily="34" charset="-128"/>
              </a:rPr>
              <a:t>f(x)= (3-x)/2</a:t>
            </a:r>
            <a:r>
              <a:rPr lang="en-US" altLang="en-US" dirty="0">
                <a:ea typeface="Arial Unicode MS" panose="020B0604020202020204" pitchFamily="34" charset="-128"/>
                <a:cs typeface="Arial Unicode MS" panose="020B0604020202020204" pitchFamily="34" charset="-128"/>
              </a:rPr>
              <a:t> for x=1,2,3,4</a:t>
            </a:r>
            <a:br>
              <a:rPr lang="en-US" altLang="en-US" dirty="0">
                <a:ea typeface="Arial Unicode MS" panose="020B0604020202020204" pitchFamily="34" charset="-128"/>
                <a:cs typeface="Arial Unicode MS" panose="020B0604020202020204" pitchFamily="34" charset="-128"/>
              </a:rPr>
            </a:br>
            <a:br>
              <a:rPr lang="en-US" altLang="en-US" dirty="0">
                <a:ea typeface="Arial Unicode MS" panose="020B0604020202020204" pitchFamily="34" charset="-128"/>
                <a:cs typeface="Arial Unicode MS" panose="020B0604020202020204" pitchFamily="34" charset="-128"/>
              </a:rPr>
            </a:br>
            <a:r>
              <a:rPr lang="en-US" altLang="en-US" dirty="0">
                <a:ea typeface="Arial Unicode MS" panose="020B0604020202020204" pitchFamily="34" charset="-128"/>
                <a:cs typeface="Arial Unicode MS" panose="020B0604020202020204" pitchFamily="34" charset="-128"/>
              </a:rPr>
              <a:t>c.      </a:t>
            </a:r>
            <a:r>
              <a:rPr lang="en-US" altLang="en-US" i="1" dirty="0">
                <a:ea typeface="Arial Unicode MS" panose="020B0604020202020204" pitchFamily="34" charset="-128"/>
                <a:cs typeface="Arial Unicode MS" panose="020B0604020202020204" pitchFamily="34" charset="-128"/>
              </a:rPr>
              <a:t>f(x)= (x</a:t>
            </a:r>
            <a:r>
              <a:rPr lang="en-US" altLang="en-US" i="1" baseline="30000" dirty="0">
                <a:ea typeface="Arial Unicode MS" panose="020B0604020202020204" pitchFamily="34" charset="-128"/>
                <a:cs typeface="Arial Unicode MS" panose="020B0604020202020204" pitchFamily="34" charset="-128"/>
              </a:rPr>
              <a:t>2</a:t>
            </a:r>
            <a:r>
              <a:rPr lang="en-US" altLang="en-US" i="1" dirty="0">
                <a:ea typeface="Arial Unicode MS" panose="020B0604020202020204" pitchFamily="34" charset="-128"/>
                <a:cs typeface="Arial Unicode MS" panose="020B0604020202020204" pitchFamily="34" charset="-128"/>
              </a:rPr>
              <a:t>+x+1)/25</a:t>
            </a:r>
            <a:r>
              <a:rPr lang="en-US" altLang="en-US" dirty="0">
                <a:ea typeface="Arial Unicode MS" panose="020B0604020202020204" pitchFamily="34" charset="-128"/>
                <a:cs typeface="Arial Unicode MS" panose="020B0604020202020204" pitchFamily="34" charset="-128"/>
              </a:rPr>
              <a:t> for x=0,1,2,3</a:t>
            </a:r>
            <a:br>
              <a:rPr lang="en-US" altLang="en-US" dirty="0"/>
            </a:br>
            <a:endParaRPr lang="en-US" dirty="0"/>
          </a:p>
        </p:txBody>
      </p:sp>
    </p:spTree>
    <p:extLst>
      <p:ext uri="{BB962C8B-B14F-4D97-AF65-F5344CB8AC3E}">
        <p14:creationId xmlns:p14="http://schemas.microsoft.com/office/powerpoint/2010/main" val="1244414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546" y="236182"/>
            <a:ext cx="10659485" cy="1280890"/>
          </a:xfrm>
        </p:spPr>
        <p:txBody>
          <a:bodyPr>
            <a:normAutofit fontScale="90000"/>
          </a:bodyPr>
          <a:lstStyle/>
          <a:p>
            <a:r>
              <a:rPr lang="en-US" dirty="0"/>
              <a:t>An urn contains 6 red and 4 white balls. Three balls are drawn at random. Obtain the  probability distribution of the number of white balls drawn. </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682682985"/>
              </p:ext>
            </p:extLst>
          </p:nvPr>
        </p:nvGraphicFramePr>
        <p:xfrm>
          <a:off x="3666837" y="2021993"/>
          <a:ext cx="5805715" cy="741680"/>
        </p:xfrm>
        <a:graphic>
          <a:graphicData uri="http://schemas.openxmlformats.org/drawingml/2006/table">
            <a:tbl>
              <a:tblPr firstRow="1" bandRow="1">
                <a:tableStyleId>{21E4AEA4-8DFA-4A89-87EB-49C32662AFE0}</a:tableStyleId>
              </a:tblPr>
              <a:tblGrid>
                <a:gridCol w="1161143">
                  <a:extLst>
                    <a:ext uri="{9D8B030D-6E8A-4147-A177-3AD203B41FA5}">
                      <a16:colId xmlns:a16="http://schemas.microsoft.com/office/drawing/2014/main" val="124783421"/>
                    </a:ext>
                  </a:extLst>
                </a:gridCol>
                <a:gridCol w="1161143">
                  <a:extLst>
                    <a:ext uri="{9D8B030D-6E8A-4147-A177-3AD203B41FA5}">
                      <a16:colId xmlns:a16="http://schemas.microsoft.com/office/drawing/2014/main" val="3337853820"/>
                    </a:ext>
                  </a:extLst>
                </a:gridCol>
                <a:gridCol w="1161143">
                  <a:extLst>
                    <a:ext uri="{9D8B030D-6E8A-4147-A177-3AD203B41FA5}">
                      <a16:colId xmlns:a16="http://schemas.microsoft.com/office/drawing/2014/main" val="1314751100"/>
                    </a:ext>
                  </a:extLst>
                </a:gridCol>
                <a:gridCol w="1161143">
                  <a:extLst>
                    <a:ext uri="{9D8B030D-6E8A-4147-A177-3AD203B41FA5}">
                      <a16:colId xmlns:a16="http://schemas.microsoft.com/office/drawing/2014/main" val="4163085312"/>
                    </a:ext>
                  </a:extLst>
                </a:gridCol>
                <a:gridCol w="1161143">
                  <a:extLst>
                    <a:ext uri="{9D8B030D-6E8A-4147-A177-3AD203B41FA5}">
                      <a16:colId xmlns:a16="http://schemas.microsoft.com/office/drawing/2014/main" val="1504626987"/>
                    </a:ext>
                  </a:extLst>
                </a:gridCol>
              </a:tblGrid>
              <a:tr h="37084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830037386"/>
                  </a:ext>
                </a:extLst>
              </a:tr>
              <a:tr h="370840">
                <a:tc>
                  <a:txBody>
                    <a:bodyPr/>
                    <a:lstStyle/>
                    <a:p>
                      <a:r>
                        <a:rPr lang="en-US" dirty="0"/>
                        <a:t>P(x)</a:t>
                      </a:r>
                    </a:p>
                  </a:txBody>
                  <a:tcPr/>
                </a:tc>
                <a:tc>
                  <a:txBody>
                    <a:bodyPr/>
                    <a:lstStyle/>
                    <a:p>
                      <a:r>
                        <a:rPr lang="en-US" dirty="0"/>
                        <a:t>1/6</a:t>
                      </a:r>
                    </a:p>
                  </a:txBody>
                  <a:tcPr/>
                </a:tc>
                <a:tc>
                  <a:txBody>
                    <a:bodyPr/>
                    <a:lstStyle/>
                    <a:p>
                      <a:r>
                        <a:rPr lang="en-US" dirty="0"/>
                        <a:t>½</a:t>
                      </a:r>
                    </a:p>
                  </a:txBody>
                  <a:tcPr/>
                </a:tc>
                <a:tc>
                  <a:txBody>
                    <a:bodyPr/>
                    <a:lstStyle/>
                    <a:p>
                      <a:r>
                        <a:rPr lang="en-US" dirty="0"/>
                        <a:t>3/10</a:t>
                      </a:r>
                    </a:p>
                  </a:txBody>
                  <a:tcPr/>
                </a:tc>
                <a:tc>
                  <a:txBody>
                    <a:bodyPr/>
                    <a:lstStyle/>
                    <a:p>
                      <a:r>
                        <a:rPr lang="en-US" dirty="0"/>
                        <a:t>1/30</a:t>
                      </a:r>
                    </a:p>
                  </a:txBody>
                  <a:tcPr/>
                </a:tc>
                <a:extLst>
                  <a:ext uri="{0D108BD9-81ED-4DB2-BD59-A6C34878D82A}">
                    <a16:rowId xmlns:a16="http://schemas.microsoft.com/office/drawing/2014/main" val="1343223797"/>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3969327" y="3078297"/>
                <a:ext cx="2909899" cy="9451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d>
                            <m:dPr>
                              <m:ctrlPr>
                                <a:rPr lang="pt-BR" sz="2400" i="1" smtClean="0">
                                  <a:latin typeface="Cambria Math" panose="02040503050406030204" pitchFamily="18" charset="0"/>
                                </a:rPr>
                              </m:ctrlPr>
                            </m:dPr>
                            <m:e>
                              <m:f>
                                <m:fPr>
                                  <m:type m:val="noBar"/>
                                  <m:ctrlPr>
                                    <a:rPr lang="pt-BR" sz="2400" i="1">
                                      <a:latin typeface="Cambria Math" panose="02040503050406030204" pitchFamily="18" charset="0"/>
                                    </a:rPr>
                                  </m:ctrlPr>
                                </m:fPr>
                                <m:num>
                                  <m:r>
                                    <a:rPr lang="en-US" sz="2400" b="0" i="1" smtClean="0">
                                      <a:latin typeface="Cambria Math" panose="02040503050406030204" pitchFamily="18" charset="0"/>
                                    </a:rPr>
                                    <m:t>4</m:t>
                                  </m:r>
                                </m:num>
                                <m:den>
                                  <m:r>
                                    <a:rPr lang="en-US" sz="2400" b="0" i="1" smtClean="0">
                                      <a:latin typeface="Cambria Math" panose="02040503050406030204" pitchFamily="18" charset="0"/>
                                    </a:rPr>
                                    <m:t>𝑥</m:t>
                                  </m:r>
                                </m:den>
                              </m:f>
                            </m:e>
                          </m:d>
                          <m:d>
                            <m:dPr>
                              <m:ctrlPr>
                                <a:rPr lang="pt-BR" sz="2400" i="1">
                                  <a:latin typeface="Cambria Math" panose="02040503050406030204" pitchFamily="18" charset="0"/>
                                </a:rPr>
                              </m:ctrlPr>
                            </m:dPr>
                            <m:e>
                              <m:f>
                                <m:fPr>
                                  <m:type m:val="noBar"/>
                                  <m:ctrlPr>
                                    <a:rPr lang="pt-BR" sz="2400" i="1">
                                      <a:latin typeface="Cambria Math" panose="02040503050406030204" pitchFamily="18" charset="0"/>
                                    </a:rPr>
                                  </m:ctrlPr>
                                </m:fPr>
                                <m:num>
                                  <m:r>
                                    <a:rPr lang="en-US" sz="2400" b="0" i="1" smtClean="0">
                                      <a:latin typeface="Cambria Math" panose="02040503050406030204" pitchFamily="18" charset="0"/>
                                    </a:rPr>
                                    <m:t>6</m:t>
                                  </m:r>
                                </m:num>
                                <m:den>
                                  <m:r>
                                    <a:rPr lang="en-US" sz="2400" b="0" i="1" smtClean="0">
                                      <a:latin typeface="Cambria Math" panose="02040503050406030204" pitchFamily="18" charset="0"/>
                                    </a:rPr>
                                    <m:t>3−</m:t>
                                  </m:r>
                                  <m:r>
                                    <a:rPr lang="en-US" sz="2400" i="1">
                                      <a:latin typeface="Cambria Math" panose="02040503050406030204" pitchFamily="18" charset="0"/>
                                    </a:rPr>
                                    <m:t>𝑥</m:t>
                                  </m:r>
                                </m:den>
                              </m:f>
                            </m:e>
                          </m:d>
                        </m:num>
                        <m:den>
                          <m:d>
                            <m:dPr>
                              <m:ctrlPr>
                                <a:rPr lang="pt-BR" sz="2400" i="1">
                                  <a:latin typeface="Cambria Math" panose="02040503050406030204" pitchFamily="18" charset="0"/>
                                </a:rPr>
                              </m:ctrlPr>
                            </m:dPr>
                            <m:e>
                              <m:f>
                                <m:fPr>
                                  <m:type m:val="noBar"/>
                                  <m:ctrlPr>
                                    <a:rPr lang="pt-BR" sz="2400" i="1">
                                      <a:latin typeface="Cambria Math" panose="02040503050406030204" pitchFamily="18" charset="0"/>
                                    </a:rPr>
                                  </m:ctrlPr>
                                </m:fPr>
                                <m:num>
                                  <m:r>
                                    <a:rPr lang="en-US" sz="2400" b="0" i="1" smtClean="0">
                                      <a:latin typeface="Cambria Math" panose="02040503050406030204" pitchFamily="18" charset="0"/>
                                    </a:rPr>
                                    <m:t>10</m:t>
                                  </m:r>
                                </m:num>
                                <m:den>
                                  <m:r>
                                    <a:rPr lang="en-US" sz="2400" b="0" i="1" smtClean="0">
                                      <a:latin typeface="Cambria Math" panose="02040503050406030204" pitchFamily="18" charset="0"/>
                                    </a:rPr>
                                    <m:t>3</m:t>
                                  </m:r>
                                </m:den>
                              </m:f>
                            </m:e>
                          </m:d>
                        </m:den>
                      </m:f>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969327" y="3078297"/>
                <a:ext cx="2909899" cy="94519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5024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145" y="139201"/>
            <a:ext cx="9994467" cy="1280890"/>
          </a:xfrm>
        </p:spPr>
        <p:txBody>
          <a:bodyPr>
            <a:normAutofit/>
          </a:bodyPr>
          <a:lstStyle/>
          <a:p>
            <a:r>
              <a:rPr lang="en-US" sz="2800" dirty="0"/>
              <a:t>A random variable X has the following probability function: </a:t>
            </a: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51384952"/>
              </p:ext>
            </p:extLst>
          </p:nvPr>
        </p:nvGraphicFramePr>
        <p:xfrm>
          <a:off x="1660958" y="1163780"/>
          <a:ext cx="9644355" cy="1149928"/>
        </p:xfrm>
        <a:graphic>
          <a:graphicData uri="http://schemas.openxmlformats.org/drawingml/2006/table">
            <a:tbl>
              <a:tblPr firstRow="1" bandRow="1">
                <a:tableStyleId>{5940675A-B579-460E-94D1-54222C63F5DA}</a:tableStyleId>
              </a:tblPr>
              <a:tblGrid>
                <a:gridCol w="1071595">
                  <a:extLst>
                    <a:ext uri="{9D8B030D-6E8A-4147-A177-3AD203B41FA5}">
                      <a16:colId xmlns:a16="http://schemas.microsoft.com/office/drawing/2014/main" val="3768408969"/>
                    </a:ext>
                  </a:extLst>
                </a:gridCol>
                <a:gridCol w="1071595">
                  <a:extLst>
                    <a:ext uri="{9D8B030D-6E8A-4147-A177-3AD203B41FA5}">
                      <a16:colId xmlns:a16="http://schemas.microsoft.com/office/drawing/2014/main" val="1106274080"/>
                    </a:ext>
                  </a:extLst>
                </a:gridCol>
                <a:gridCol w="1071595">
                  <a:extLst>
                    <a:ext uri="{9D8B030D-6E8A-4147-A177-3AD203B41FA5}">
                      <a16:colId xmlns:a16="http://schemas.microsoft.com/office/drawing/2014/main" val="2099739683"/>
                    </a:ext>
                  </a:extLst>
                </a:gridCol>
                <a:gridCol w="1071595">
                  <a:extLst>
                    <a:ext uri="{9D8B030D-6E8A-4147-A177-3AD203B41FA5}">
                      <a16:colId xmlns:a16="http://schemas.microsoft.com/office/drawing/2014/main" val="3364187596"/>
                    </a:ext>
                  </a:extLst>
                </a:gridCol>
                <a:gridCol w="1071595">
                  <a:extLst>
                    <a:ext uri="{9D8B030D-6E8A-4147-A177-3AD203B41FA5}">
                      <a16:colId xmlns:a16="http://schemas.microsoft.com/office/drawing/2014/main" val="2813677205"/>
                    </a:ext>
                  </a:extLst>
                </a:gridCol>
                <a:gridCol w="1071595">
                  <a:extLst>
                    <a:ext uri="{9D8B030D-6E8A-4147-A177-3AD203B41FA5}">
                      <a16:colId xmlns:a16="http://schemas.microsoft.com/office/drawing/2014/main" val="2907257567"/>
                    </a:ext>
                  </a:extLst>
                </a:gridCol>
                <a:gridCol w="1071595">
                  <a:extLst>
                    <a:ext uri="{9D8B030D-6E8A-4147-A177-3AD203B41FA5}">
                      <a16:colId xmlns:a16="http://schemas.microsoft.com/office/drawing/2014/main" val="4258771747"/>
                    </a:ext>
                  </a:extLst>
                </a:gridCol>
                <a:gridCol w="1071595">
                  <a:extLst>
                    <a:ext uri="{9D8B030D-6E8A-4147-A177-3AD203B41FA5}">
                      <a16:colId xmlns:a16="http://schemas.microsoft.com/office/drawing/2014/main" val="4238164539"/>
                    </a:ext>
                  </a:extLst>
                </a:gridCol>
                <a:gridCol w="1071595">
                  <a:extLst>
                    <a:ext uri="{9D8B030D-6E8A-4147-A177-3AD203B41FA5}">
                      <a16:colId xmlns:a16="http://schemas.microsoft.com/office/drawing/2014/main" val="1520956181"/>
                    </a:ext>
                  </a:extLst>
                </a:gridCol>
              </a:tblGrid>
              <a:tr h="574964">
                <a:tc>
                  <a:txBody>
                    <a:bodyPr/>
                    <a:lstStyle/>
                    <a:p>
                      <a:r>
                        <a:rPr lang="en-US" dirty="0"/>
                        <a:t>x</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extLst>
                  <a:ext uri="{0D108BD9-81ED-4DB2-BD59-A6C34878D82A}">
                    <a16:rowId xmlns:a16="http://schemas.microsoft.com/office/drawing/2014/main" val="3670336503"/>
                  </a:ext>
                </a:extLst>
              </a:tr>
              <a:tr h="574964">
                <a:tc>
                  <a:txBody>
                    <a:bodyPr/>
                    <a:lstStyle/>
                    <a:p>
                      <a:r>
                        <a:rPr lang="en-US" dirty="0"/>
                        <a:t>P(x)</a:t>
                      </a:r>
                      <a:endParaRPr lang="en-IN" dirty="0"/>
                    </a:p>
                  </a:txBody>
                  <a:tcPr/>
                </a:tc>
                <a:tc>
                  <a:txBody>
                    <a:bodyPr/>
                    <a:lstStyle/>
                    <a:p>
                      <a:r>
                        <a:rPr lang="en-US" dirty="0"/>
                        <a:t>0</a:t>
                      </a:r>
                      <a:endParaRPr lang="en-IN" dirty="0"/>
                    </a:p>
                  </a:txBody>
                  <a:tcPr/>
                </a:tc>
                <a:tc>
                  <a:txBody>
                    <a:bodyPr/>
                    <a:lstStyle/>
                    <a:p>
                      <a:r>
                        <a:rPr lang="en-US" dirty="0"/>
                        <a:t>k</a:t>
                      </a:r>
                      <a:endParaRPr lang="en-IN" dirty="0"/>
                    </a:p>
                  </a:txBody>
                  <a:tcPr/>
                </a:tc>
                <a:tc>
                  <a:txBody>
                    <a:bodyPr/>
                    <a:lstStyle/>
                    <a:p>
                      <a:r>
                        <a:rPr lang="en-US" dirty="0"/>
                        <a:t>2k</a:t>
                      </a:r>
                      <a:endParaRPr lang="en-IN" dirty="0"/>
                    </a:p>
                  </a:txBody>
                  <a:tcPr/>
                </a:tc>
                <a:tc>
                  <a:txBody>
                    <a:bodyPr/>
                    <a:lstStyle/>
                    <a:p>
                      <a:r>
                        <a:rPr lang="en-US" dirty="0"/>
                        <a:t>2k</a:t>
                      </a:r>
                      <a:endParaRPr lang="en-IN" dirty="0"/>
                    </a:p>
                  </a:txBody>
                  <a:tcPr/>
                </a:tc>
                <a:tc>
                  <a:txBody>
                    <a:bodyPr/>
                    <a:lstStyle/>
                    <a:p>
                      <a:r>
                        <a:rPr lang="en-US" dirty="0"/>
                        <a:t>3k</a:t>
                      </a:r>
                      <a:endParaRPr lang="en-IN" dirty="0"/>
                    </a:p>
                  </a:txBody>
                  <a:tcPr/>
                </a:tc>
                <a:tc>
                  <a:txBody>
                    <a:bodyPr/>
                    <a:lstStyle/>
                    <a:p>
                      <a:r>
                        <a:rPr lang="en-US" dirty="0"/>
                        <a:t>k</a:t>
                      </a:r>
                      <a:r>
                        <a:rPr lang="en-US" baseline="30000" dirty="0"/>
                        <a:t>2</a:t>
                      </a:r>
                      <a:endParaRPr lang="en-IN" baseline="30000" dirty="0"/>
                    </a:p>
                  </a:txBody>
                  <a:tcPr/>
                </a:tc>
                <a:tc>
                  <a:txBody>
                    <a:bodyPr/>
                    <a:lstStyle/>
                    <a:p>
                      <a:r>
                        <a:rPr lang="en-US" dirty="0"/>
                        <a:t>2k</a:t>
                      </a:r>
                      <a:r>
                        <a:rPr lang="en-US" baseline="30000" dirty="0"/>
                        <a:t>2</a:t>
                      </a:r>
                      <a:endParaRPr lang="en-IN" baseline="30000" dirty="0"/>
                    </a:p>
                  </a:txBody>
                  <a:tcPr/>
                </a:tc>
                <a:tc>
                  <a:txBody>
                    <a:bodyPr/>
                    <a:lstStyle/>
                    <a:p>
                      <a:r>
                        <a:rPr lang="en-US" dirty="0"/>
                        <a:t>7k</a:t>
                      </a:r>
                      <a:r>
                        <a:rPr lang="en-US" baseline="30000" dirty="0"/>
                        <a:t>2</a:t>
                      </a:r>
                      <a:r>
                        <a:rPr lang="en-US" dirty="0"/>
                        <a:t> + k</a:t>
                      </a:r>
                      <a:endParaRPr lang="en-IN" dirty="0"/>
                    </a:p>
                  </a:txBody>
                  <a:tcPr/>
                </a:tc>
                <a:extLst>
                  <a:ext uri="{0D108BD9-81ED-4DB2-BD59-A6C34878D82A}">
                    <a16:rowId xmlns:a16="http://schemas.microsoft.com/office/drawing/2014/main" val="1472604683"/>
                  </a:ext>
                </a:extLst>
              </a:tr>
            </a:tbl>
          </a:graphicData>
        </a:graphic>
      </p:graphicFrame>
      <p:sp>
        <p:nvSpPr>
          <p:cNvPr id="5" name="TextBox 4"/>
          <p:cNvSpPr txBox="1"/>
          <p:nvPr/>
        </p:nvSpPr>
        <p:spPr>
          <a:xfrm>
            <a:off x="1660958" y="2660073"/>
            <a:ext cx="9464242" cy="1200329"/>
          </a:xfrm>
          <a:prstGeom prst="rect">
            <a:avLst/>
          </a:prstGeom>
          <a:noFill/>
        </p:spPr>
        <p:txBody>
          <a:bodyPr wrap="square" rtlCol="0">
            <a:spAutoFit/>
          </a:bodyPr>
          <a:lstStyle/>
          <a:p>
            <a:pPr marL="400050" indent="-400050">
              <a:buAutoNum type="romanLcParenBoth"/>
            </a:pPr>
            <a:r>
              <a:rPr lang="en-US" dirty="0"/>
              <a:t>Find k</a:t>
            </a:r>
          </a:p>
          <a:p>
            <a:pPr marL="400050" indent="-400050">
              <a:buAutoNum type="romanLcParenBoth"/>
            </a:pPr>
            <a:r>
              <a:rPr lang="en-US" dirty="0"/>
              <a:t>Evaluate p(x</a:t>
            </a:r>
            <a:r>
              <a:rPr lang="en-US" u="sng" dirty="0"/>
              <a:t>&gt;</a:t>
            </a:r>
            <a:r>
              <a:rPr lang="en-US" dirty="0"/>
              <a:t>6)</a:t>
            </a:r>
          </a:p>
          <a:p>
            <a:pPr marL="400050" indent="-400050">
              <a:buAutoNum type="romanLcParenBoth"/>
            </a:pPr>
            <a:r>
              <a:rPr lang="en-US" dirty="0"/>
              <a:t>Evaluate P(x</a:t>
            </a:r>
            <a:r>
              <a:rPr lang="en-US" u="sng" dirty="0"/>
              <a:t>&lt;</a:t>
            </a:r>
            <a:r>
              <a:rPr lang="en-US" dirty="0"/>
              <a:t> 6) </a:t>
            </a:r>
          </a:p>
          <a:p>
            <a:pPr marL="400050" indent="-400050">
              <a:buAutoNum type="romanLcParenBoth"/>
            </a:pPr>
            <a:r>
              <a:rPr lang="en-US" dirty="0"/>
              <a:t>Evaluate P(0&lt;x&lt;5)</a:t>
            </a:r>
            <a:endParaRPr lang="en-IN" dirty="0"/>
          </a:p>
        </p:txBody>
      </p:sp>
    </p:spTree>
    <p:extLst>
      <p:ext uri="{BB962C8B-B14F-4D97-AF65-F5344CB8AC3E}">
        <p14:creationId xmlns:p14="http://schemas.microsoft.com/office/powerpoint/2010/main" val="3068347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 JULIAN" panose="02000000000000000000" pitchFamily="2" charset="0"/>
              </a:rPr>
              <a:t>Continuous Random Variable</a:t>
            </a:r>
            <a:endParaRPr lang="en-US" dirty="0">
              <a:latin typeface="AR JULIAN" panose="02000000000000000000" pitchFamily="2" charset="0"/>
            </a:endParaRPr>
          </a:p>
        </p:txBody>
      </p:sp>
      <p:sp>
        <p:nvSpPr>
          <p:cNvPr id="3" name="Content Placeholder 2"/>
          <p:cNvSpPr>
            <a:spLocks noGrp="1"/>
          </p:cNvSpPr>
          <p:nvPr>
            <p:ph idx="1"/>
          </p:nvPr>
        </p:nvSpPr>
        <p:spPr>
          <a:xfrm>
            <a:off x="1429001" y="1370505"/>
            <a:ext cx="10004570" cy="4733636"/>
          </a:xfrm>
        </p:spPr>
        <p:txBody>
          <a:bodyPr>
            <a:normAutofit/>
          </a:bodyPr>
          <a:lstStyle/>
          <a:p>
            <a:pPr algn="just"/>
            <a:r>
              <a:rPr lang="en-US" altLang="en-US" sz="2100" dirty="0">
                <a:latin typeface="Century Gothic (Body)"/>
              </a:rPr>
              <a:t>A </a:t>
            </a:r>
            <a:r>
              <a:rPr lang="en-US" altLang="en-US" sz="2100" i="1" dirty="0">
                <a:latin typeface="Century Gothic (Body)"/>
              </a:rPr>
              <a:t>continuous</a:t>
            </a:r>
            <a:r>
              <a:rPr lang="en-US" altLang="en-US" sz="2100" dirty="0">
                <a:latin typeface="Century Gothic (Body)"/>
              </a:rPr>
              <a:t> random variable is one which can take </a:t>
            </a:r>
            <a:r>
              <a:rPr lang="en-US" altLang="en-US" sz="2100" i="1" dirty="0">
                <a:latin typeface="Century Gothic (Body)"/>
              </a:rPr>
              <a:t>any </a:t>
            </a:r>
            <a:r>
              <a:rPr lang="en-US" altLang="en-US" sz="2100" dirty="0">
                <a:latin typeface="Century Gothic (Body)"/>
              </a:rPr>
              <a:t>value in some range.</a:t>
            </a:r>
          </a:p>
          <a:p>
            <a:pPr lvl="1" algn="just"/>
            <a:r>
              <a:rPr lang="en-US" altLang="en-US" sz="2100" dirty="0">
                <a:latin typeface="Century Gothic (Body)"/>
              </a:rPr>
              <a:t>Example : crop yield, maximum temperature</a:t>
            </a:r>
          </a:p>
          <a:p>
            <a:pPr algn="just">
              <a:lnSpc>
                <a:spcPct val="90000"/>
              </a:lnSpc>
            </a:pPr>
            <a:r>
              <a:rPr lang="en-US" altLang="en-US" sz="2100" dirty="0">
                <a:latin typeface="Century Gothic (Body)"/>
              </a:rPr>
              <a:t>Since continuous random variables can take all values in a range, it is not possible to assign probabilities to individual values. </a:t>
            </a:r>
          </a:p>
          <a:p>
            <a:pPr algn="just">
              <a:lnSpc>
                <a:spcPct val="90000"/>
              </a:lnSpc>
            </a:pPr>
            <a:r>
              <a:rPr lang="en-US" altLang="en-US" sz="2100" dirty="0">
                <a:latin typeface="Century Gothic (Body)"/>
              </a:rPr>
              <a:t>We have a continuous curve, called a probability density function, which allows us to calculate the probability as a value within any interval. </a:t>
            </a:r>
          </a:p>
          <a:p>
            <a:pPr algn="just">
              <a:lnSpc>
                <a:spcPct val="90000"/>
              </a:lnSpc>
            </a:pPr>
            <a:r>
              <a:rPr lang="en-US" altLang="en-US" sz="2100" dirty="0">
                <a:latin typeface="Century Gothic (Body)"/>
              </a:rPr>
              <a:t>This probability is calculated as the area under the curve between the values of interest. </a:t>
            </a:r>
          </a:p>
          <a:p>
            <a:pPr algn="just">
              <a:lnSpc>
                <a:spcPct val="90000"/>
              </a:lnSpc>
            </a:pPr>
            <a:r>
              <a:rPr lang="en-US" altLang="en-US" sz="2100" dirty="0">
                <a:latin typeface="Century Gothic (Body)"/>
              </a:rPr>
              <a:t>The total area under the curve must equal 1.</a:t>
            </a:r>
          </a:p>
          <a:p>
            <a:pPr marL="0" indent="0" algn="just">
              <a:buNone/>
            </a:pPr>
            <a:endParaRPr lang="en-US" sz="2100" dirty="0">
              <a:latin typeface="Century Gothic (Body)"/>
            </a:endParaRPr>
          </a:p>
        </p:txBody>
      </p:sp>
    </p:spTree>
    <p:extLst>
      <p:ext uri="{BB962C8B-B14F-4D97-AF65-F5344CB8AC3E}">
        <p14:creationId xmlns:p14="http://schemas.microsoft.com/office/powerpoint/2010/main" val="3436567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altLang="zh-CN" dirty="0">
                <a:ea typeface="Arial Unicode MS" pitchFamily="34" charset="-128"/>
                <a:cs typeface="Arial Unicode MS" pitchFamily="34" charset="-128"/>
              </a:rPr>
              <a:t>Probability Density Function (PDF)</a:t>
            </a:r>
            <a:endParaRPr lang="en-US" dirty="0"/>
          </a:p>
        </p:txBody>
      </p:sp>
      <mc:AlternateContent xmlns:mc="http://schemas.openxmlformats.org/markup-compatibility/2006" xmlns:a14="http://schemas.microsoft.com/office/drawing/2010/main">
        <mc:Choice Requires="a14">
          <p:sp>
            <p:nvSpPr>
              <p:cNvPr id="12291" name="Content Placeholder 1"/>
              <p:cNvSpPr>
                <a:spLocks noGrp="1"/>
              </p:cNvSpPr>
              <p:nvPr>
                <p:ph idx="1"/>
              </p:nvPr>
            </p:nvSpPr>
            <p:spPr>
              <a:xfrm>
                <a:off x="2342324" y="1722752"/>
                <a:ext cx="8915400" cy="3777622"/>
              </a:xfrm>
            </p:spPr>
            <p:txBody>
              <a:bodyPr>
                <a:noAutofit/>
              </a:bodyPr>
              <a:lstStyle/>
              <a:p>
                <a:r>
                  <a:rPr lang="en-US" altLang="zh-CN" sz="2000" i="1" dirty="0">
                    <a:latin typeface="Times New Roman" pitchFamily="18" charset="0"/>
                    <a:ea typeface="Arial Unicode MS" pitchFamily="34" charset="-128"/>
                    <a:cs typeface="Times New Roman" pitchFamily="18" charset="0"/>
                  </a:rPr>
                  <a:t>X</a:t>
                </a:r>
                <a:r>
                  <a:rPr lang="en-US" altLang="zh-CN" sz="2000" dirty="0">
                    <a:ea typeface="Arial Unicode MS" pitchFamily="34" charset="-128"/>
                    <a:cs typeface="Times New Roman" pitchFamily="18" charset="0"/>
                  </a:rPr>
                  <a:t>: </a:t>
                </a:r>
                <a:r>
                  <a:rPr lang="en-US" altLang="zh-CN" sz="2000" dirty="0">
                    <a:solidFill>
                      <a:srgbClr val="FF0000"/>
                    </a:solidFill>
                    <a:ea typeface="Arial Unicode MS" pitchFamily="34" charset="-128"/>
                    <a:cs typeface="Times New Roman" pitchFamily="18" charset="0"/>
                  </a:rPr>
                  <a:t>continuous</a:t>
                </a:r>
                <a:r>
                  <a:rPr lang="en-US" altLang="zh-CN" sz="2000" dirty="0">
                    <a:ea typeface="Arial Unicode MS" pitchFamily="34" charset="-128"/>
                    <a:cs typeface="Times New Roman" pitchFamily="18" charset="0"/>
                  </a:rPr>
                  <a:t> random variable</a:t>
                </a:r>
              </a:p>
              <a:p>
                <a:r>
                  <a:rPr lang="en-US" altLang="zh-CN" sz="2000" i="1" dirty="0">
                    <a:latin typeface="Times New Roman" pitchFamily="18" charset="0"/>
                    <a:ea typeface="Arial Unicode MS" pitchFamily="34" charset="-128"/>
                    <a:cs typeface="Times New Roman" pitchFamily="18" charset="0"/>
                  </a:rPr>
                  <a:t>f(x)</a:t>
                </a:r>
                <a:r>
                  <a:rPr lang="en-US" altLang="zh-CN" sz="2000" dirty="0">
                    <a:ea typeface="Arial Unicode MS" pitchFamily="34" charset="-128"/>
                    <a:cs typeface="Times New Roman" pitchFamily="18" charset="0"/>
                  </a:rPr>
                  <a:t>: probability density function of </a:t>
                </a:r>
                <a:r>
                  <a:rPr lang="en-US" altLang="zh-CN" sz="2000" i="1" dirty="0">
                    <a:latin typeface="Times New Roman" pitchFamily="18" charset="0"/>
                    <a:ea typeface="Arial Unicode MS" pitchFamily="34" charset="-128"/>
                    <a:cs typeface="Times New Roman" pitchFamily="18" charset="0"/>
                  </a:rPr>
                  <a:t>X</a:t>
                </a:r>
              </a:p>
              <a:p>
                <a:endParaRPr lang="en-US" altLang="zh-CN" sz="2000" i="1" dirty="0">
                  <a:latin typeface="Times New Roman" pitchFamily="18" charset="0"/>
                  <a:ea typeface="Arial Unicode MS" pitchFamily="34" charset="-128"/>
                  <a:cs typeface="Times New Roman" pitchFamily="18" charset="0"/>
                </a:endParaRPr>
              </a:p>
              <a:p>
                <a:endParaRPr lang="en-US" altLang="zh-CN" sz="2000" i="1" dirty="0">
                  <a:latin typeface="Times New Roman" pitchFamily="18" charset="0"/>
                  <a:ea typeface="Arial Unicode MS" pitchFamily="34" charset="-128"/>
                  <a:cs typeface="Times New Roman" pitchFamily="18" charset="0"/>
                </a:endParaRPr>
              </a:p>
              <a:p>
                <a:r>
                  <a:rPr lang="en-US" altLang="zh-CN" sz="2000" dirty="0">
                    <a:solidFill>
                      <a:srgbClr val="FF0000"/>
                    </a:solidFill>
                    <a:ea typeface="Arial Unicode MS" pitchFamily="34" charset="-128"/>
                    <a:cs typeface="Times New Roman" pitchFamily="18" charset="0"/>
                  </a:rPr>
                  <a:t>Note:</a:t>
                </a:r>
                <a:r>
                  <a:rPr lang="en-US" altLang="zh-CN" sz="2000" dirty="0">
                    <a:ea typeface="Arial Unicode MS" pitchFamily="34" charset="-128"/>
                    <a:cs typeface="Times New Roman" pitchFamily="18" charset="0"/>
                  </a:rPr>
                  <a:t> </a:t>
                </a:r>
              </a:p>
              <a:p>
                <a:pPr lvl="1"/>
                <a14:m>
                  <m:oMath xmlns:m="http://schemas.openxmlformats.org/officeDocument/2006/math">
                    <m:r>
                      <a:rPr lang="en-US" altLang="zh-CN" sz="2000" b="0" i="1" smtClean="0">
                        <a:latin typeface="Cambria Math"/>
                        <a:ea typeface="Arial Unicode MS" pitchFamily="34" charset="-128"/>
                        <a:cs typeface="Times New Roman" pitchFamily="18" charset="0"/>
                      </a:rPr>
                      <m:t>ℙ</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𝑋</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𝑥</m:t>
                        </m:r>
                      </m:e>
                    </m:d>
                    <m:r>
                      <a:rPr lang="en-US" altLang="zh-CN" sz="2000" b="0" i="1" smtClean="0">
                        <a:latin typeface="Cambria Math"/>
                        <a:ea typeface="Arial Unicode MS" pitchFamily="34" charset="-128"/>
                        <a:cs typeface="Times New Roman" pitchFamily="18" charset="0"/>
                      </a:rPr>
                      <m:t>=0</m:t>
                    </m:r>
                  </m:oMath>
                </a14:m>
                <a:r>
                  <a:rPr lang="en-US" altLang="zh-CN" sz="2000" i="1" dirty="0">
                    <a:latin typeface="Times New Roman" pitchFamily="18" charset="0"/>
                    <a:ea typeface="Arial Unicode MS" pitchFamily="34" charset="-128"/>
                    <a:cs typeface="Times New Roman" pitchFamily="18" charset="0"/>
                  </a:rPr>
                  <a:t> </a:t>
                </a:r>
                <a:r>
                  <a:rPr lang="en-US" altLang="zh-CN" sz="2000" dirty="0">
                    <a:ea typeface="Arial Unicode MS" pitchFamily="34" charset="-128"/>
                    <a:cs typeface="Times New Roman" pitchFamily="18" charset="0"/>
                  </a:rPr>
                  <a:t>!!</a:t>
                </a:r>
              </a:p>
              <a:p>
                <a:pPr lvl="1"/>
                <a14:m>
                  <m:oMath xmlns:m="http://schemas.openxmlformats.org/officeDocument/2006/math">
                    <m:r>
                      <a:rPr lang="en-US" altLang="zh-CN" sz="2000" b="0" i="1" smtClean="0">
                        <a:latin typeface="Cambria Math"/>
                        <a:ea typeface="Arial Unicode MS" pitchFamily="34" charset="-128"/>
                        <a:cs typeface="Times New Roman" pitchFamily="18" charset="0"/>
                      </a:rPr>
                      <m:t>𝑓</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𝑥</m:t>
                        </m:r>
                      </m:e>
                    </m:d>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ℙ</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𝑋</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𝑥</m:t>
                        </m:r>
                      </m:e>
                    </m:d>
                  </m:oMath>
                </a14:m>
                <a:endParaRPr lang="en-US" altLang="zh-CN" sz="2000" b="0" i="1" dirty="0">
                  <a:latin typeface="Times New Roman" pitchFamily="18" charset="0"/>
                  <a:ea typeface="Arial Unicode MS" pitchFamily="34" charset="-128"/>
                  <a:cs typeface="Times New Roman" pitchFamily="18" charset="0"/>
                </a:endParaRPr>
              </a:p>
              <a:p>
                <a:pPr lvl="1"/>
                <a14:m>
                  <m:oMath xmlns:m="http://schemas.openxmlformats.org/officeDocument/2006/math">
                    <m:r>
                      <a:rPr lang="en-US" altLang="zh-CN" sz="2000" b="0" i="1" smtClean="0">
                        <a:latin typeface="Cambria Math"/>
                        <a:ea typeface="Arial Unicode MS" pitchFamily="34" charset="-128"/>
                        <a:cs typeface="Times New Roman" pitchFamily="18" charset="0"/>
                      </a:rPr>
                      <m:t>ℙ</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𝑥</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𝑋</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𝑥</m:t>
                        </m:r>
                        <m:r>
                          <a:rPr lang="en-US" altLang="zh-CN" sz="2000" b="0" i="1" smtClean="0">
                            <a:latin typeface="Cambria Math"/>
                            <a:ea typeface="Arial Unicode MS" pitchFamily="34" charset="-128"/>
                            <a:cs typeface="Times New Roman" pitchFamily="18" charset="0"/>
                          </a:rPr>
                          <m:t>+</m:t>
                        </m:r>
                        <m:r>
                          <m:rPr>
                            <m:sty m:val="p"/>
                          </m:rPr>
                          <a:rPr lang="en-US" altLang="zh-CN" sz="2000" b="0" i="0" smtClean="0">
                            <a:latin typeface="Cambria Math"/>
                            <a:ea typeface="Arial Unicode MS" pitchFamily="34" charset="-128"/>
                            <a:cs typeface="Times New Roman" pitchFamily="18" charset="0"/>
                          </a:rPr>
                          <m:t>Δ</m:t>
                        </m:r>
                        <m:r>
                          <a:rPr lang="en-US" altLang="zh-CN" sz="2000" b="0" i="1" smtClean="0">
                            <a:latin typeface="Cambria Math"/>
                            <a:ea typeface="Arial Unicode MS" pitchFamily="34" charset="-128"/>
                            <a:cs typeface="Times New Roman" pitchFamily="18" charset="0"/>
                          </a:rPr>
                          <m:t>𝑥</m:t>
                        </m:r>
                      </m:e>
                    </m:d>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𝑓</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𝑥</m:t>
                        </m:r>
                      </m:e>
                    </m:d>
                    <m:r>
                      <m:rPr>
                        <m:sty m:val="p"/>
                      </m:rPr>
                      <a:rPr lang="en-US" altLang="zh-CN" sz="2000" b="0" i="0" smtClean="0">
                        <a:latin typeface="Cambria Math"/>
                        <a:ea typeface="Arial Unicode MS" pitchFamily="34" charset="-128"/>
                        <a:cs typeface="Times New Roman" pitchFamily="18" charset="0"/>
                      </a:rPr>
                      <m:t>Δx</m:t>
                    </m:r>
                  </m:oMath>
                </a14:m>
                <a:endParaRPr lang="en-US" altLang="zh-CN" sz="2000" i="1" dirty="0">
                  <a:latin typeface="Times New Roman" pitchFamily="18" charset="0"/>
                  <a:ea typeface="Arial Unicode MS" pitchFamily="34" charset="-128"/>
                  <a:cs typeface="Times New Roman" pitchFamily="18" charset="0"/>
                </a:endParaRPr>
              </a:p>
              <a:p>
                <a:r>
                  <a:rPr lang="en-US" altLang="zh-CN" sz="2000" dirty="0">
                    <a:ea typeface="Arial Unicode MS" pitchFamily="34" charset="-128"/>
                    <a:cs typeface="Times New Roman" pitchFamily="18" charset="0"/>
                  </a:rPr>
                  <a:t>Properties:</a:t>
                </a:r>
              </a:p>
              <a:p>
                <a:pPr lvl="1"/>
                <a14:m>
                  <m:oMath xmlns:m="http://schemas.openxmlformats.org/officeDocument/2006/math">
                    <m:r>
                      <a:rPr lang="en-US" altLang="zh-CN" sz="2000" b="0" i="1" smtClean="0">
                        <a:latin typeface="Cambria Math"/>
                        <a:ea typeface="Arial Unicode MS" pitchFamily="34" charset="-128"/>
                        <a:cs typeface="Times New Roman" pitchFamily="18" charset="0"/>
                      </a:rPr>
                      <m:t>ℙ</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𝑎</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𝑋</m:t>
                        </m:r>
                        <m: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𝑏</m:t>
                        </m:r>
                      </m:e>
                    </m:d>
                    <m:r>
                      <a:rPr lang="en-US" altLang="zh-CN" sz="2000" b="0" i="1" smtClean="0">
                        <a:latin typeface="Cambria Math"/>
                        <a:ea typeface="Arial Unicode MS" pitchFamily="34" charset="-128"/>
                        <a:cs typeface="Times New Roman" pitchFamily="18" charset="0"/>
                      </a:rPr>
                      <m:t>=</m:t>
                    </m:r>
                    <m:nary>
                      <m:naryPr>
                        <m:ctrlPr>
                          <a:rPr lang="en-US" altLang="zh-CN" sz="2000" i="1">
                            <a:latin typeface="Cambria Math" panose="02040503050406030204" pitchFamily="18" charset="0"/>
                            <a:ea typeface="Arial Unicode MS" pitchFamily="34" charset="-128"/>
                            <a:cs typeface="Times New Roman" pitchFamily="18" charset="0"/>
                          </a:rPr>
                        </m:ctrlPr>
                      </m:naryPr>
                      <m:sub>
                        <m:r>
                          <a:rPr lang="en-US" altLang="zh-CN" sz="2000" b="0" i="1" smtClean="0">
                            <a:latin typeface="Cambria Math"/>
                            <a:ea typeface="Arial Unicode MS" pitchFamily="34" charset="-128"/>
                            <a:cs typeface="Times New Roman" pitchFamily="18" charset="0"/>
                          </a:rPr>
                          <m:t>𝑎</m:t>
                        </m:r>
                      </m:sub>
                      <m:sup>
                        <m:r>
                          <a:rPr lang="en-US" altLang="zh-CN" sz="2000" b="0" i="1" smtClean="0">
                            <a:latin typeface="Cambria Math"/>
                            <a:ea typeface="Arial Unicode MS" pitchFamily="34" charset="-128"/>
                            <a:cs typeface="Times New Roman" pitchFamily="18" charset="0"/>
                          </a:rPr>
                          <m:t>𝑏</m:t>
                        </m:r>
                      </m:sup>
                      <m:e>
                        <m:r>
                          <a:rPr lang="en-US" altLang="zh-CN" sz="2000" i="1">
                            <a:latin typeface="Cambria Math"/>
                            <a:ea typeface="Arial Unicode MS" pitchFamily="34" charset="-128"/>
                            <a:cs typeface="Times New Roman" pitchFamily="18" charset="0"/>
                          </a:rPr>
                          <m:t>𝑓</m:t>
                        </m:r>
                        <m:d>
                          <m:dPr>
                            <m:ctrlPr>
                              <a:rPr lang="en-US" altLang="zh-CN" sz="2000" i="1">
                                <a:latin typeface="Cambria Math" panose="02040503050406030204" pitchFamily="18" charset="0"/>
                                <a:ea typeface="Arial Unicode MS" pitchFamily="34" charset="-128"/>
                                <a:cs typeface="Times New Roman" pitchFamily="18" charset="0"/>
                              </a:rPr>
                            </m:ctrlPr>
                          </m:dPr>
                          <m:e>
                            <m:r>
                              <a:rPr lang="en-US" altLang="zh-CN" sz="2000" i="1">
                                <a:latin typeface="Cambria Math"/>
                                <a:ea typeface="Arial Unicode MS" pitchFamily="34" charset="-128"/>
                                <a:cs typeface="Times New Roman" pitchFamily="18" charset="0"/>
                              </a:rPr>
                              <m:t>𝑥</m:t>
                            </m:r>
                          </m:e>
                        </m:d>
                        <m:r>
                          <a:rPr lang="en-US" altLang="zh-CN" sz="2000" i="1">
                            <a:latin typeface="Cambria Math"/>
                            <a:ea typeface="Arial Unicode MS" pitchFamily="34" charset="-128"/>
                            <a:cs typeface="Times New Roman" pitchFamily="18" charset="0"/>
                          </a:rPr>
                          <m:t>𝑑𝑥</m:t>
                        </m:r>
                      </m:e>
                    </m:nary>
                  </m:oMath>
                </a14:m>
                <a:endParaRPr lang="en-US" altLang="zh-CN" sz="2000" i="1" dirty="0">
                  <a:latin typeface="Cambria Math"/>
                  <a:ea typeface="Arial Unicode MS" pitchFamily="34" charset="-128"/>
                  <a:cs typeface="Times New Roman" pitchFamily="18" charset="0"/>
                </a:endParaRPr>
              </a:p>
              <a:p>
                <a:pPr lvl="1"/>
                <a14:m>
                  <m:oMath xmlns:m="http://schemas.openxmlformats.org/officeDocument/2006/math">
                    <m:nary>
                      <m:naryPr>
                        <m:ctrlPr>
                          <a:rPr lang="en-US" altLang="zh-CN" sz="2000" b="0" i="1" smtClean="0">
                            <a:latin typeface="Cambria Math" panose="02040503050406030204" pitchFamily="18" charset="0"/>
                            <a:ea typeface="Arial Unicode MS" pitchFamily="34" charset="-128"/>
                            <a:cs typeface="Times New Roman" pitchFamily="18" charset="0"/>
                          </a:rPr>
                        </m:ctrlPr>
                      </m:naryPr>
                      <m:sub>
                        <m:r>
                          <m:rPr>
                            <m:brk m:alnAt="23"/>
                          </m:rPr>
                          <a:rPr lang="en-US" altLang="zh-CN" sz="2000" b="0" i="1" smtClean="0">
                            <a:latin typeface="Cambria Math"/>
                            <a:ea typeface="Arial Unicode MS" pitchFamily="34" charset="-128"/>
                            <a:cs typeface="Times New Roman" pitchFamily="18" charset="0"/>
                          </a:rPr>
                          <m:t>−</m:t>
                        </m:r>
                        <m:r>
                          <a:rPr lang="en-US" altLang="zh-CN" sz="2000" b="0" i="1" smtClean="0">
                            <a:latin typeface="Cambria Math"/>
                            <a:ea typeface="Arial Unicode MS" pitchFamily="34" charset="-128"/>
                            <a:cs typeface="Times New Roman" pitchFamily="18" charset="0"/>
                          </a:rPr>
                          <m:t>∞</m:t>
                        </m:r>
                      </m:sub>
                      <m:sup>
                        <m:r>
                          <a:rPr lang="en-US" altLang="zh-CN" sz="2000" b="0" i="1" smtClean="0">
                            <a:latin typeface="Cambria Math"/>
                            <a:ea typeface="Arial Unicode MS" pitchFamily="34" charset="-128"/>
                            <a:cs typeface="Times New Roman" pitchFamily="18" charset="0"/>
                          </a:rPr>
                          <m:t>+∞</m:t>
                        </m:r>
                      </m:sup>
                      <m:e>
                        <m:r>
                          <a:rPr lang="en-US" altLang="zh-CN" sz="2000" b="0" i="1" smtClean="0">
                            <a:latin typeface="Cambria Math"/>
                            <a:ea typeface="Arial Unicode MS" pitchFamily="34" charset="-128"/>
                            <a:cs typeface="Times New Roman" pitchFamily="18" charset="0"/>
                          </a:rPr>
                          <m:t>𝑓</m:t>
                        </m:r>
                        <m:d>
                          <m:dPr>
                            <m:ctrlPr>
                              <a:rPr lang="en-US" altLang="zh-CN" sz="2000" b="0" i="1" smtClean="0">
                                <a:latin typeface="Cambria Math" panose="02040503050406030204" pitchFamily="18" charset="0"/>
                                <a:ea typeface="Arial Unicode MS" pitchFamily="34" charset="-128"/>
                                <a:cs typeface="Times New Roman" pitchFamily="18" charset="0"/>
                              </a:rPr>
                            </m:ctrlPr>
                          </m:dPr>
                          <m:e>
                            <m:r>
                              <a:rPr lang="en-US" altLang="zh-CN" sz="2000" b="0" i="1" smtClean="0">
                                <a:latin typeface="Cambria Math"/>
                                <a:ea typeface="Arial Unicode MS" pitchFamily="34" charset="-128"/>
                                <a:cs typeface="Times New Roman" pitchFamily="18" charset="0"/>
                              </a:rPr>
                              <m:t>𝑥</m:t>
                            </m:r>
                          </m:e>
                        </m:d>
                        <m:r>
                          <a:rPr lang="en-US" altLang="zh-CN" sz="2000" b="0" i="1" smtClean="0">
                            <a:latin typeface="Cambria Math"/>
                            <a:ea typeface="Arial Unicode MS" pitchFamily="34" charset="-128"/>
                            <a:cs typeface="Times New Roman" pitchFamily="18" charset="0"/>
                          </a:rPr>
                          <m:t>𝑑𝑥</m:t>
                        </m:r>
                      </m:e>
                    </m:nary>
                    <m:r>
                      <a:rPr lang="en-US" altLang="zh-CN" sz="2000" b="0" i="1" smtClean="0">
                        <a:latin typeface="Cambria Math"/>
                        <a:ea typeface="Arial Unicode MS" pitchFamily="34" charset="-128"/>
                        <a:cs typeface="Times New Roman" pitchFamily="18" charset="0"/>
                      </a:rPr>
                      <m:t>=1</m:t>
                    </m:r>
                  </m:oMath>
                </a14:m>
                <a:r>
                  <a:rPr lang="en-US" altLang="zh-CN" sz="2000" i="1" dirty="0">
                    <a:latin typeface="Times New Roman" pitchFamily="18" charset="0"/>
                    <a:ea typeface="Arial Unicode MS" pitchFamily="34" charset="-128"/>
                    <a:cs typeface="Times New Roman" pitchFamily="18" charset="0"/>
                  </a:rPr>
                  <a:t>  </a:t>
                </a:r>
              </a:p>
              <a:p>
                <a:endParaRPr lang="en-US" altLang="en-US" sz="2000" dirty="0">
                  <a:ea typeface="Arial Unicode MS" pitchFamily="34" charset="-128"/>
                  <a:cs typeface="Times New Roman" pitchFamily="18" charset="0"/>
                </a:endParaRPr>
              </a:p>
            </p:txBody>
          </p:sp>
        </mc:Choice>
        <mc:Fallback xmlns="">
          <p:sp>
            <p:nvSpPr>
              <p:cNvPr id="12291" name="Content Placeholder 1"/>
              <p:cNvSpPr>
                <a:spLocks noGrp="1" noRot="1" noChangeAspect="1" noMove="1" noResize="1" noEditPoints="1" noAdjustHandles="1" noChangeArrowheads="1" noChangeShapeType="1" noTextEdit="1"/>
              </p:cNvSpPr>
              <p:nvPr>
                <p:ph idx="1"/>
              </p:nvPr>
            </p:nvSpPr>
            <p:spPr>
              <a:xfrm>
                <a:off x="2342324" y="1722752"/>
                <a:ext cx="8915400" cy="3777622"/>
              </a:xfrm>
              <a:blipFill rotWithShape="0">
                <a:blip r:embed="rId4"/>
                <a:stretch>
                  <a:fillRect l="-615" t="-1131" b="-5428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79CC957-087B-4076-85DA-E72FEB4C83EC}"/>
              </a:ext>
            </a:extLst>
          </p:cNvPr>
          <p:cNvSpPr>
            <a:spLocks noGrp="1"/>
          </p:cNvSpPr>
          <p:nvPr>
            <p:ph type="sldNum" sz="quarter" idx="12"/>
          </p:nvPr>
        </p:nvSpPr>
        <p:spPr/>
        <p:txBody>
          <a:bodyPr/>
          <a:lstStyle/>
          <a:p>
            <a:fld id="{BA691707-747E-C946-9ECD-54E2551B1C59}" type="slidenum">
              <a:rPr lang="en-US" smtClean="0"/>
              <a:pPr/>
              <a:t>12</a:t>
            </a:fld>
            <a:endParaRPr lang="en-US"/>
          </a:p>
        </p:txBody>
      </p:sp>
      <p:graphicFrame>
        <p:nvGraphicFramePr>
          <p:cNvPr id="12290" name="Object 2"/>
          <p:cNvGraphicFramePr>
            <a:graphicFrameLocks noChangeAspect="1"/>
          </p:cNvGraphicFramePr>
          <p:nvPr>
            <p:extLst>
              <p:ext uri="{D42A27DB-BD31-4B8C-83A1-F6EECF244321}">
                <p14:modId xmlns:p14="http://schemas.microsoft.com/office/powerpoint/2010/main" val="3512849440"/>
              </p:ext>
            </p:extLst>
          </p:nvPr>
        </p:nvGraphicFramePr>
        <p:xfrm>
          <a:off x="4096327" y="2652713"/>
          <a:ext cx="2413000" cy="958850"/>
        </p:xfrm>
        <a:graphic>
          <a:graphicData uri="http://schemas.openxmlformats.org/presentationml/2006/ole">
            <mc:AlternateContent xmlns:mc="http://schemas.openxmlformats.org/markup-compatibility/2006">
              <mc:Choice xmlns:v="urn:schemas-microsoft-com:vml" Requires="v">
                <p:oleObj spid="_x0000_s1054" name="Equation" r:id="rId5" imgW="990360" imgH="393480" progId="Equation.3">
                  <p:embed/>
                </p:oleObj>
              </mc:Choice>
              <mc:Fallback>
                <p:oleObj name="Equation" r:id="rId5" imgW="99036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6327" y="2652713"/>
                        <a:ext cx="2413000"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 name="Picture 10" descr="05-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00800" y="4130676"/>
            <a:ext cx="3652838" cy="16605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Rounded Rectangular Callout 6"/>
              <p:cNvSpPr/>
              <p:nvPr/>
            </p:nvSpPr>
            <p:spPr bwMode="auto">
              <a:xfrm>
                <a:off x="6931819" y="3423980"/>
                <a:ext cx="1295400" cy="375166"/>
              </a:xfrm>
              <a:prstGeom prst="wedgeRoundRectCallout">
                <a:avLst>
                  <a:gd name="adj1" fmla="val -136249"/>
                  <a:gd name="adj2" fmla="val -76775"/>
                  <a:gd name="adj3" fmla="val 1666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r>
                  <a:rPr lang="en-US" dirty="0">
                    <a:solidFill>
                      <a:srgbClr val="FF0000"/>
                    </a:solidFill>
                  </a:rPr>
                  <a:t>CDF of </a:t>
                </a:r>
                <a14:m>
                  <m:oMath xmlns:m="http://schemas.openxmlformats.org/officeDocument/2006/math">
                    <m:r>
                      <a:rPr lang="en-US" i="1">
                        <a:solidFill>
                          <a:srgbClr val="FF0000"/>
                        </a:solidFill>
                        <a:latin typeface="Cambria Math"/>
                      </a:rPr>
                      <m:t>𝑋</m:t>
                    </m:r>
                  </m:oMath>
                </a14:m>
                <a:endParaRPr lang="en-US" dirty="0">
                  <a:solidFill>
                    <a:srgbClr val="FF0000"/>
                  </a:solidFill>
                </a:endParaRPr>
              </a:p>
            </p:txBody>
          </p:sp>
        </mc:Choice>
        <mc:Fallback xmlns="">
          <p:sp>
            <p:nvSpPr>
              <p:cNvPr id="7" name="Rounded Rectangular Callout 6"/>
              <p:cNvSpPr>
                <a:spLocks noRot="1" noChangeAspect="1" noMove="1" noResize="1" noEditPoints="1" noAdjustHandles="1" noChangeArrowheads="1" noChangeShapeType="1" noTextEdit="1"/>
              </p:cNvSpPr>
              <p:nvPr/>
            </p:nvSpPr>
            <p:spPr bwMode="auto">
              <a:xfrm>
                <a:off x="6931819" y="3423980"/>
                <a:ext cx="1295400" cy="375166"/>
              </a:xfrm>
              <a:prstGeom prst="wedgeRoundRectCallout">
                <a:avLst>
                  <a:gd name="adj1" fmla="val -136249"/>
                  <a:gd name="adj2" fmla="val -76775"/>
                  <a:gd name="adj3" fmla="val 16667"/>
                </a:avLst>
              </a:prstGeom>
              <a:blipFill rotWithShape="0">
                <a:blip r:embed="rId8"/>
                <a:stretch>
                  <a:fillRect b="-19753"/>
                </a:stretch>
              </a:blipFill>
              <a:ln>
                <a:headEnd type="none" w="med" len="med"/>
                <a:tailEnd type="none" w="med" len="med"/>
              </a:ln>
            </p:spPr>
            <p:txBody>
              <a:bodyPr/>
              <a:lstStyle/>
              <a:p>
                <a:r>
                  <a:rPr lang="en-US">
                    <a:noFill/>
                  </a:rPr>
                  <a:t> </a:t>
                </a:r>
              </a:p>
            </p:txBody>
          </p:sp>
        </mc:Fallback>
      </mc:AlternateContent>
    </p:spTree>
    <p:extLst>
      <p:ext uri="{BB962C8B-B14F-4D97-AF65-F5344CB8AC3E}">
        <p14:creationId xmlns:p14="http://schemas.microsoft.com/office/powerpoint/2010/main" val="3098398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Probability Density Function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2589212" y="1283855"/>
                <a:ext cx="8915400" cy="5726545"/>
              </a:xfrm>
            </p:spPr>
            <p:txBody>
              <a:bodyPr>
                <a:normAutofit/>
              </a:bodyPr>
              <a:lstStyle/>
              <a:p>
                <a:pPr marL="0" indent="0">
                  <a:buNone/>
                </a:pPr>
                <a:r>
                  <a:rPr lang="en-US" altLang="en-US" dirty="0"/>
                  <a:t>Example: Life of an inspection device is given by </a:t>
                </a:r>
                <a14:m>
                  <m:oMath xmlns:m="http://schemas.openxmlformats.org/officeDocument/2006/math">
                    <m:r>
                      <a:rPr lang="en-US" altLang="en-US" b="0" i="1" smtClean="0">
                        <a:latin typeface="Cambria Math"/>
                      </a:rPr>
                      <m:t>𝑋</m:t>
                    </m:r>
                  </m:oMath>
                </a14:m>
                <a:r>
                  <a:rPr lang="en-US" altLang="en-US" dirty="0"/>
                  <a:t>, a continuous random variable with PDF:</a:t>
                </a:r>
              </a:p>
              <a:p>
                <a:pPr marL="0" indent="0">
                  <a:buNone/>
                </a:pPr>
                <a:endParaRPr lang="en-US" altLang="en-US" dirty="0"/>
              </a:p>
              <a:p>
                <a:pPr marL="0" indent="0">
                  <a:buNone/>
                </a:pPr>
                <a:endParaRPr lang="en-US" altLang="en-US" dirty="0"/>
              </a:p>
              <a:p>
                <a:pPr marL="0" indent="0">
                  <a:buNone/>
                </a:pPr>
                <a:endParaRPr lang="en-US" altLang="en-US" dirty="0"/>
              </a:p>
              <a:p>
                <a:pPr marL="0" indent="0" algn="ctr">
                  <a:buNone/>
                </a:pPr>
                <a14:m>
                  <m:oMath xmlns:m="http://schemas.openxmlformats.org/officeDocument/2006/math">
                    <m:r>
                      <a:rPr lang="en-US" altLang="en-US" b="0" i="1" smtClean="0">
                        <a:latin typeface="Cambria Math" panose="02040503050406030204" pitchFamily="18" charset="0"/>
                      </a:rPr>
                      <m:t>          </m:t>
                    </m:r>
                    <m:r>
                      <a:rPr lang="en-US" altLang="en-US" b="0" i="1" smtClean="0">
                        <a:latin typeface="Cambria Math"/>
                      </a:rPr>
                      <m:t>𝑓</m:t>
                    </m:r>
                    <m:d>
                      <m:dPr>
                        <m:ctrlPr>
                          <a:rPr lang="en-US" altLang="en-US" b="0" i="1" smtClean="0">
                            <a:latin typeface="Cambria Math" panose="02040503050406030204" pitchFamily="18" charset="0"/>
                          </a:rPr>
                        </m:ctrlPr>
                      </m:dPr>
                      <m:e>
                        <m:r>
                          <a:rPr lang="en-US" altLang="en-US" b="0" i="1" smtClean="0">
                            <a:latin typeface="Cambria Math"/>
                          </a:rPr>
                          <m:t>𝑥</m:t>
                        </m:r>
                      </m:e>
                    </m:d>
                    <m:r>
                      <a:rPr lang="en-US" altLang="en-US" b="0" i="1" smtClean="0">
                        <a:latin typeface="Cambria Math"/>
                      </a:rPr>
                      <m:t>=</m:t>
                    </m:r>
                    <m:f>
                      <m:fPr>
                        <m:ctrlPr>
                          <a:rPr lang="en-US" altLang="en-US" b="0" i="1" smtClean="0">
                            <a:latin typeface="Cambria Math" panose="02040503050406030204" pitchFamily="18" charset="0"/>
                          </a:rPr>
                        </m:ctrlPr>
                      </m:fPr>
                      <m:num>
                        <m:r>
                          <a:rPr lang="en-US" altLang="en-US" b="0" i="1" smtClean="0">
                            <a:latin typeface="Cambria Math"/>
                          </a:rPr>
                          <m:t>1</m:t>
                        </m:r>
                      </m:num>
                      <m:den>
                        <m:r>
                          <a:rPr lang="en-US" altLang="en-US" b="0" i="1" smtClean="0">
                            <a:latin typeface="Cambria Math"/>
                          </a:rPr>
                          <m:t>2</m:t>
                        </m:r>
                      </m:den>
                    </m:f>
                    <m:sSup>
                      <m:sSupPr>
                        <m:ctrlPr>
                          <a:rPr lang="en-US" altLang="en-US" i="1">
                            <a:latin typeface="Cambria Math" panose="02040503050406030204" pitchFamily="18" charset="0"/>
                          </a:rPr>
                        </m:ctrlPr>
                      </m:sSupPr>
                      <m:e>
                        <m:r>
                          <a:rPr lang="en-US" altLang="en-US" i="1">
                            <a:latin typeface="Cambria Math"/>
                          </a:rPr>
                          <m:t>𝑒</m:t>
                        </m:r>
                      </m:e>
                      <m:sup>
                        <m:r>
                          <a:rPr lang="en-US" altLang="en-US" i="1">
                            <a:latin typeface="Cambria Math"/>
                          </a:rPr>
                          <m:t>−</m:t>
                        </m:r>
                        <m:f>
                          <m:fPr>
                            <m:ctrlPr>
                              <a:rPr lang="en-US" altLang="en-US" i="1">
                                <a:latin typeface="Cambria Math" panose="02040503050406030204" pitchFamily="18" charset="0"/>
                              </a:rPr>
                            </m:ctrlPr>
                          </m:fPr>
                          <m:num>
                            <m:r>
                              <a:rPr lang="en-US" altLang="en-US" i="1">
                                <a:latin typeface="Cambria Math"/>
                              </a:rPr>
                              <m:t>𝑥</m:t>
                            </m:r>
                          </m:num>
                          <m:den>
                            <m:r>
                              <a:rPr lang="en-US" altLang="en-US" i="1">
                                <a:latin typeface="Cambria Math"/>
                              </a:rPr>
                              <m:t>2</m:t>
                            </m:r>
                          </m:den>
                        </m:f>
                      </m:sup>
                    </m:sSup>
                  </m:oMath>
                </a14:m>
                <a:r>
                  <a:rPr lang="en-US" altLang="en-US" dirty="0"/>
                  <a:t>,   for </a:t>
                </a:r>
                <a14:m>
                  <m:oMath xmlns:m="http://schemas.openxmlformats.org/officeDocument/2006/math">
                    <m:r>
                      <a:rPr lang="en-US" altLang="en-US" b="0" i="1" smtClean="0">
                        <a:latin typeface="Cambria Math"/>
                      </a:rPr>
                      <m:t>𝑥</m:t>
                    </m:r>
                    <m:r>
                      <a:rPr lang="en-US" altLang="en-US" b="0" i="1" smtClean="0">
                        <a:latin typeface="Cambria Math"/>
                      </a:rPr>
                      <m:t>≥0</m:t>
                    </m:r>
                  </m:oMath>
                </a14:m>
                <a:r>
                  <a:rPr lang="en-US" altLang="en-US" dirty="0"/>
                  <a:t>  </a:t>
                </a:r>
              </a:p>
              <a:p>
                <a:endParaRPr lang="en-US" altLang="en-US" dirty="0"/>
              </a:p>
              <a:p>
                <a:endParaRPr lang="en-US" altLang="en-US" dirty="0"/>
              </a:p>
              <a:p>
                <a:endParaRPr lang="en-US" altLang="en-US" dirty="0"/>
              </a:p>
              <a:p>
                <a:pPr lvl="1"/>
                <a:r>
                  <a:rPr lang="en-US" altLang="en-US" dirty="0"/>
                  <a:t>Probability that the device’s life is between 2 and 3 years:</a:t>
                </a:r>
              </a:p>
              <a:p>
                <a:pPr marL="457200" lvl="1" indent="0">
                  <a:buNone/>
                </a:pPr>
                <a14:m>
                  <m:oMathPara xmlns:m="http://schemas.openxmlformats.org/officeDocument/2006/math">
                    <m:oMathParaPr>
                      <m:jc m:val="centerGroup"/>
                    </m:oMathParaPr>
                    <m:oMath xmlns:m="http://schemas.openxmlformats.org/officeDocument/2006/math">
                      <m:r>
                        <a:rPr lang="en-US" altLang="en-US" b="0" i="1" smtClean="0">
                          <a:latin typeface="Cambria Math"/>
                        </a:rPr>
                        <m:t>ℙ</m:t>
                      </m:r>
                      <m:d>
                        <m:dPr>
                          <m:ctrlPr>
                            <a:rPr lang="en-US" altLang="en-US" b="0" i="1" smtClean="0">
                              <a:latin typeface="Cambria Math" panose="02040503050406030204" pitchFamily="18" charset="0"/>
                            </a:rPr>
                          </m:ctrlPr>
                        </m:dPr>
                        <m:e>
                          <m:r>
                            <a:rPr lang="en-US" altLang="en-US" b="0" i="1" smtClean="0">
                              <a:latin typeface="Cambria Math"/>
                            </a:rPr>
                            <m:t>2≤</m:t>
                          </m:r>
                          <m:r>
                            <a:rPr lang="en-US" altLang="en-US" b="0" i="1" smtClean="0">
                              <a:latin typeface="Cambria Math"/>
                            </a:rPr>
                            <m:t>𝑋</m:t>
                          </m:r>
                          <m:r>
                            <a:rPr lang="en-US" altLang="en-US" b="0" i="1" smtClean="0">
                              <a:latin typeface="Cambria Math"/>
                            </a:rPr>
                            <m:t>≤3</m:t>
                          </m:r>
                        </m:e>
                      </m:d>
                      <m:r>
                        <a:rPr lang="en-US" altLang="en-US" b="0" i="1" smtClean="0">
                          <a:latin typeface="Cambria Math"/>
                        </a:rPr>
                        <m:t>=</m:t>
                      </m:r>
                      <m:f>
                        <m:fPr>
                          <m:ctrlPr>
                            <a:rPr lang="en-US" altLang="en-US" b="0" i="1" smtClean="0">
                              <a:latin typeface="Cambria Math" panose="02040503050406030204" pitchFamily="18" charset="0"/>
                            </a:rPr>
                          </m:ctrlPr>
                        </m:fPr>
                        <m:num>
                          <m:r>
                            <a:rPr lang="en-US" altLang="en-US" b="0" i="1" smtClean="0">
                              <a:latin typeface="Cambria Math"/>
                            </a:rPr>
                            <m:t>1</m:t>
                          </m:r>
                        </m:num>
                        <m:den>
                          <m:r>
                            <a:rPr lang="en-US" altLang="en-US" b="0" i="1" smtClean="0">
                              <a:latin typeface="Cambria Math"/>
                            </a:rPr>
                            <m:t>2</m:t>
                          </m:r>
                        </m:den>
                      </m:f>
                      <m:nary>
                        <m:naryPr>
                          <m:ctrlPr>
                            <a:rPr lang="en-US" altLang="en-US" b="0" i="1" smtClean="0">
                              <a:latin typeface="Cambria Math" panose="02040503050406030204" pitchFamily="18" charset="0"/>
                            </a:rPr>
                          </m:ctrlPr>
                        </m:naryPr>
                        <m:sub>
                          <m:r>
                            <a:rPr lang="en-US" altLang="en-US" b="0" i="1" smtClean="0">
                              <a:latin typeface="Cambria Math"/>
                            </a:rPr>
                            <m:t>2</m:t>
                          </m:r>
                        </m:sub>
                        <m:sup>
                          <m:r>
                            <a:rPr lang="en-US" altLang="en-US" b="0" i="1" smtClean="0">
                              <a:latin typeface="Cambria Math"/>
                            </a:rPr>
                            <m:t>3</m:t>
                          </m:r>
                        </m:sup>
                        <m:e>
                          <m:sSup>
                            <m:sSupPr>
                              <m:ctrlPr>
                                <a:rPr lang="en-US" altLang="en-US" b="0" i="1" smtClean="0">
                                  <a:latin typeface="Cambria Math" panose="02040503050406030204" pitchFamily="18" charset="0"/>
                                </a:rPr>
                              </m:ctrlPr>
                            </m:sSupPr>
                            <m:e>
                              <m:r>
                                <a:rPr lang="en-US" altLang="en-US" b="0" i="1" smtClean="0">
                                  <a:latin typeface="Cambria Math"/>
                                </a:rPr>
                                <m:t>𝑒</m:t>
                              </m:r>
                            </m:e>
                            <m:sup>
                              <m:r>
                                <a:rPr lang="en-US" altLang="en-US" b="0" i="1" smtClean="0">
                                  <a:latin typeface="Cambria Math"/>
                                </a:rPr>
                                <m:t>−</m:t>
                              </m:r>
                              <m:f>
                                <m:fPr>
                                  <m:ctrlPr>
                                    <a:rPr lang="en-US" altLang="en-US" b="0" i="1" smtClean="0">
                                      <a:latin typeface="Cambria Math" panose="02040503050406030204" pitchFamily="18" charset="0"/>
                                    </a:rPr>
                                  </m:ctrlPr>
                                </m:fPr>
                                <m:num>
                                  <m:r>
                                    <a:rPr lang="en-US" altLang="en-US" b="0" i="1" smtClean="0">
                                      <a:latin typeface="Cambria Math"/>
                                    </a:rPr>
                                    <m:t>𝑥</m:t>
                                  </m:r>
                                </m:num>
                                <m:den>
                                  <m:r>
                                    <a:rPr lang="en-US" altLang="en-US" b="0" i="1" smtClean="0">
                                      <a:latin typeface="Cambria Math"/>
                                    </a:rPr>
                                    <m:t>2</m:t>
                                  </m:r>
                                </m:den>
                              </m:f>
                            </m:sup>
                          </m:sSup>
                          <m:r>
                            <a:rPr lang="en-US" altLang="en-US" b="0" i="1" smtClean="0">
                              <a:latin typeface="Cambria Math"/>
                            </a:rPr>
                            <m:t>𝑑𝑥</m:t>
                          </m:r>
                          <m:r>
                            <a:rPr lang="en-US" altLang="en-US" b="0" i="1" smtClean="0">
                              <a:latin typeface="Cambria Math"/>
                            </a:rPr>
                            <m:t>=0.14</m:t>
                          </m:r>
                        </m:e>
                      </m:nary>
                    </m:oMath>
                  </m:oMathPara>
                </a14:m>
                <a:endParaRPr lang="en-US" altLang="en-US" dirty="0"/>
              </a:p>
              <a:p>
                <a:endParaRPr lang="en-US" alt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2589212" y="1283855"/>
                <a:ext cx="8915400" cy="5726545"/>
              </a:xfrm>
              <a:blipFill rotWithShape="0">
                <a:blip r:embed="rId2"/>
                <a:stretch>
                  <a:fillRect l="-616" t="-63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1F58AB9-81F7-4E8F-8C80-8AABC2F9F868}"/>
              </a:ext>
            </a:extLst>
          </p:cNvPr>
          <p:cNvSpPr>
            <a:spLocks noGrp="1"/>
          </p:cNvSpPr>
          <p:nvPr>
            <p:ph type="sldNum" sz="quarter" idx="12"/>
          </p:nvPr>
        </p:nvSpPr>
        <p:spPr/>
        <p:txBody>
          <a:bodyPr/>
          <a:lstStyle/>
          <a:p>
            <a:fld id="{BA691707-747E-C946-9ECD-54E2551B1C59}" type="slidenum">
              <a:rPr lang="en-US" smtClean="0"/>
              <a:pPr/>
              <a:t>13</a:t>
            </a:fld>
            <a:endParaRPr lang="en-US"/>
          </a:p>
        </p:txBody>
      </p:sp>
      <p:pic>
        <p:nvPicPr>
          <p:cNvPr id="7" name="Picture 12" descr="05-3"/>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71801" y="1981200"/>
            <a:ext cx="4123649"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930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854016" y="420910"/>
            <a:ext cx="8911687" cy="1280890"/>
          </a:xfrm>
        </p:spPr>
        <p:txBody>
          <a:bodyPr/>
          <a:lstStyle/>
          <a:p>
            <a:pPr>
              <a:defRPr/>
            </a:pPr>
            <a:r>
              <a:rPr lang="en-US" altLang="zh-CN" dirty="0">
                <a:ea typeface="Arial Unicode MS" pitchFamily="34" charset="-128"/>
                <a:cs typeface="Arial Unicode MS" pitchFamily="34" charset="-128"/>
              </a:rPr>
              <a:t>Cumulative Distribution Function (CDF)</a:t>
            </a:r>
          </a:p>
        </p:txBody>
      </p:sp>
      <mc:AlternateContent xmlns:mc="http://schemas.openxmlformats.org/markup-compatibility/2006" xmlns:a14="http://schemas.microsoft.com/office/drawing/2010/main">
        <mc:Choice Requires="a14">
          <p:sp>
            <p:nvSpPr>
              <p:cNvPr id="151554" name="Rectangle 3"/>
              <p:cNvSpPr>
                <a:spLocks noGrp="1" noChangeArrowheads="1"/>
              </p:cNvSpPr>
              <p:nvPr>
                <p:ph idx="1"/>
              </p:nvPr>
            </p:nvSpPr>
            <p:spPr>
              <a:xfrm>
                <a:off x="2589212" y="1431637"/>
                <a:ext cx="8915400" cy="4331804"/>
              </a:xfrm>
            </p:spPr>
            <p:txBody>
              <a:bodyPr>
                <a:noAutofit/>
              </a:bodyPr>
              <a:lstStyle/>
              <a:p>
                <a:r>
                  <a:rPr lang="en-US" altLang="zh-CN" sz="2100" i="1" dirty="0">
                    <a:latin typeface="+mj-lt"/>
                    <a:ea typeface="Arial Unicode MS" pitchFamily="34" charset="-128"/>
                    <a:cs typeface="Times New Roman" pitchFamily="18" charset="0"/>
                  </a:rPr>
                  <a:t>X</a:t>
                </a:r>
                <a:r>
                  <a:rPr lang="en-US" altLang="zh-CN" sz="2100" dirty="0">
                    <a:latin typeface="+mj-lt"/>
                    <a:ea typeface="Arial Unicode MS" pitchFamily="34" charset="-128"/>
                    <a:cs typeface="Times New Roman" pitchFamily="18" charset="0"/>
                  </a:rPr>
                  <a:t>: </a:t>
                </a:r>
                <a:r>
                  <a:rPr lang="en-US" altLang="zh-CN" sz="2100" dirty="0">
                    <a:solidFill>
                      <a:srgbClr val="FF0000"/>
                    </a:solidFill>
                    <a:latin typeface="+mj-lt"/>
                    <a:ea typeface="Arial Unicode MS" pitchFamily="34" charset="-128"/>
                    <a:cs typeface="Times New Roman" pitchFamily="18" charset="0"/>
                  </a:rPr>
                  <a:t>continuous</a:t>
                </a:r>
                <a:r>
                  <a:rPr lang="en-US" altLang="zh-CN" sz="2100" dirty="0">
                    <a:latin typeface="+mj-lt"/>
                    <a:ea typeface="Arial Unicode MS" pitchFamily="34" charset="-128"/>
                    <a:cs typeface="Times New Roman" pitchFamily="18" charset="0"/>
                  </a:rPr>
                  <a:t> random variable</a:t>
                </a:r>
              </a:p>
              <a:p>
                <a14:m>
                  <m:oMath xmlns:m="http://schemas.openxmlformats.org/officeDocument/2006/math">
                    <m:r>
                      <a:rPr lang="en-US" altLang="zh-CN" sz="2100" i="1">
                        <a:latin typeface="Cambria Math" panose="02040503050406030204" pitchFamily="18" charset="0"/>
                        <a:ea typeface="Arial Unicode MS" pitchFamily="34" charset="-128"/>
                        <a:cs typeface="Times New Roman" pitchFamily="18" charset="0"/>
                      </a:rPr>
                      <m:t>𝐹</m:t>
                    </m:r>
                    <m:r>
                      <a:rPr lang="en-US" altLang="zh-CN" sz="2100" i="1">
                        <a:latin typeface="Cambria Math" panose="02040503050406030204" pitchFamily="18" charset="0"/>
                        <a:ea typeface="Arial Unicode MS" pitchFamily="34" charset="-128"/>
                        <a:cs typeface="Times New Roman" pitchFamily="18" charset="0"/>
                      </a:rPr>
                      <m:t>(</m:t>
                    </m:r>
                    <m:r>
                      <a:rPr lang="en-US" altLang="zh-CN" sz="2100" i="1">
                        <a:latin typeface="Cambria Math" panose="02040503050406030204" pitchFamily="18" charset="0"/>
                        <a:ea typeface="Arial Unicode MS" pitchFamily="34" charset="-128"/>
                        <a:cs typeface="Times New Roman" pitchFamily="18" charset="0"/>
                      </a:rPr>
                      <m:t>𝑥</m:t>
                    </m:r>
                    <m:r>
                      <a:rPr lang="en-US" altLang="zh-CN" sz="2100" i="1">
                        <a:latin typeface="Cambria Math" panose="02040503050406030204" pitchFamily="18" charset="0"/>
                        <a:ea typeface="Arial Unicode MS" pitchFamily="34" charset="-128"/>
                        <a:cs typeface="Times New Roman" pitchFamily="18" charset="0"/>
                      </a:rPr>
                      <m:t>)</m:t>
                    </m:r>
                  </m:oMath>
                </a14:m>
                <a:r>
                  <a:rPr lang="en-US" altLang="zh-CN" sz="2100" dirty="0">
                    <a:latin typeface="+mj-lt"/>
                    <a:ea typeface="Arial Unicode MS" pitchFamily="34" charset="-128"/>
                    <a:cs typeface="Times New Roman" pitchFamily="18" charset="0"/>
                  </a:rPr>
                  <a:t>: cumulative probability distribution function of </a:t>
                </a:r>
                <a:r>
                  <a:rPr lang="en-US" altLang="zh-CN" sz="2100" i="1" dirty="0">
                    <a:latin typeface="+mj-lt"/>
                    <a:ea typeface="Arial Unicode MS" pitchFamily="34" charset="-128"/>
                    <a:cs typeface="Times New Roman" pitchFamily="18" charset="0"/>
                  </a:rPr>
                  <a:t>X, </a:t>
                </a:r>
                <a:r>
                  <a:rPr lang="en-US" altLang="zh-CN" sz="2100" dirty="0">
                    <a:latin typeface="+mj-lt"/>
                    <a:ea typeface="Arial Unicode MS" pitchFamily="34" charset="-128"/>
                    <a:cs typeface="Times New Roman" pitchFamily="18" charset="0"/>
                  </a:rPr>
                  <a:t>or simply, probability distribution function of </a:t>
                </a:r>
                <a:r>
                  <a:rPr lang="en-US" altLang="zh-CN" sz="2100" i="1" dirty="0">
                    <a:latin typeface="+mj-lt"/>
                    <a:ea typeface="Arial Unicode MS" pitchFamily="34" charset="-128"/>
                    <a:cs typeface="Times New Roman" pitchFamily="18" charset="0"/>
                  </a:rPr>
                  <a:t>X</a:t>
                </a:r>
              </a:p>
              <a:p>
                <a:pPr>
                  <a:buFont typeface="Wingdings" pitchFamily="2" charset="2"/>
                  <a:buNone/>
                </a:pPr>
                <a:r>
                  <a:rPr lang="en-US" altLang="zh-CN" sz="2100" i="1" dirty="0">
                    <a:latin typeface="+mj-lt"/>
                    <a:ea typeface="Arial Unicode MS" pitchFamily="34" charset="-128"/>
                    <a:cs typeface="Times New Roman" pitchFamily="18" charset="0"/>
                  </a:rPr>
                  <a:t>                       </a:t>
                </a:r>
                <a14:m>
                  <m:oMath xmlns:m="http://schemas.openxmlformats.org/officeDocument/2006/math">
                    <m:r>
                      <a:rPr lang="en-US" altLang="zh-CN" sz="2100" i="1">
                        <a:latin typeface="Cambria Math" panose="02040503050406030204" pitchFamily="18" charset="0"/>
                        <a:ea typeface="Arial Unicode MS" pitchFamily="34" charset="-128"/>
                        <a:cs typeface="Times New Roman" pitchFamily="18" charset="0"/>
                      </a:rPr>
                      <m:t>𝐹</m:t>
                    </m:r>
                    <m:d>
                      <m:dPr>
                        <m:ctrlPr>
                          <a:rPr lang="en-US" altLang="zh-CN" sz="2100" i="1">
                            <a:latin typeface="Cambria Math" panose="02040503050406030204" pitchFamily="18" charset="0"/>
                            <a:ea typeface="Arial Unicode MS" pitchFamily="34" charset="-128"/>
                            <a:cs typeface="Times New Roman" pitchFamily="18" charset="0"/>
                          </a:rPr>
                        </m:ctrlPr>
                      </m:dPr>
                      <m:e>
                        <m:r>
                          <a:rPr lang="en-US" altLang="zh-CN" sz="2100" i="1">
                            <a:latin typeface="Cambria Math" panose="02040503050406030204" pitchFamily="18" charset="0"/>
                            <a:ea typeface="Arial Unicode MS" pitchFamily="34" charset="-128"/>
                            <a:cs typeface="Times New Roman" pitchFamily="18" charset="0"/>
                          </a:rPr>
                          <m:t>𝑥</m:t>
                        </m:r>
                      </m:e>
                    </m:d>
                    <m:r>
                      <a:rPr lang="en-US" altLang="zh-CN" sz="2100" i="1">
                        <a:latin typeface="Cambria Math" panose="02040503050406030204" pitchFamily="18" charset="0"/>
                        <a:ea typeface="Arial Unicode MS" pitchFamily="34" charset="-128"/>
                        <a:cs typeface="Times New Roman" pitchFamily="18" charset="0"/>
                      </a:rPr>
                      <m:t>=</m:t>
                    </m:r>
                    <m:func>
                      <m:funcPr>
                        <m:ctrlPr>
                          <a:rPr lang="en-US" altLang="zh-CN" sz="2100" i="1">
                            <a:latin typeface="Cambria Math" panose="02040503050406030204" pitchFamily="18" charset="0"/>
                            <a:ea typeface="Arial Unicode MS" pitchFamily="34" charset="-128"/>
                            <a:cs typeface="Times New Roman" pitchFamily="18" charset="0"/>
                          </a:rPr>
                        </m:ctrlPr>
                      </m:funcPr>
                      <m:fName>
                        <m:r>
                          <a:rPr lang="en-US" altLang="zh-CN" sz="2100" i="1">
                            <a:latin typeface="Cambria Math" panose="02040503050406030204" pitchFamily="18" charset="0"/>
                            <a:ea typeface="Arial Unicode MS" pitchFamily="34" charset="-128"/>
                            <a:cs typeface="Times New Roman" pitchFamily="18" charset="0"/>
                          </a:rPr>
                          <m:t>ℙ</m:t>
                        </m:r>
                      </m:fName>
                      <m:e>
                        <m:d>
                          <m:dPr>
                            <m:ctrlPr>
                              <a:rPr lang="en-US" altLang="zh-CN" sz="2100" i="1">
                                <a:latin typeface="Cambria Math" panose="02040503050406030204" pitchFamily="18" charset="0"/>
                                <a:ea typeface="Arial Unicode MS" pitchFamily="34" charset="-128"/>
                                <a:cs typeface="Times New Roman" pitchFamily="18" charset="0"/>
                              </a:rPr>
                            </m:ctrlPr>
                          </m:dPr>
                          <m:e>
                            <m:r>
                              <a:rPr lang="en-US" altLang="zh-CN" sz="2100" i="1">
                                <a:latin typeface="Cambria Math" panose="02040503050406030204" pitchFamily="18" charset="0"/>
                                <a:ea typeface="Arial Unicode MS" pitchFamily="34" charset="-128"/>
                                <a:cs typeface="Times New Roman" pitchFamily="18" charset="0"/>
                              </a:rPr>
                              <m:t>𝑋</m:t>
                            </m:r>
                            <m:r>
                              <a:rPr lang="en-US" altLang="zh-CN" sz="2100" i="1">
                                <a:latin typeface="Cambria Math" panose="02040503050406030204" pitchFamily="18" charset="0"/>
                                <a:ea typeface="Arial Unicode MS" pitchFamily="34" charset="-128"/>
                                <a:cs typeface="Times New Roman" pitchFamily="18" charset="0"/>
                              </a:rPr>
                              <m:t>≤</m:t>
                            </m:r>
                            <m:r>
                              <a:rPr lang="en-US" altLang="zh-CN" sz="2100" i="1">
                                <a:latin typeface="Cambria Math" panose="02040503050406030204" pitchFamily="18" charset="0"/>
                                <a:ea typeface="Arial Unicode MS" pitchFamily="34" charset="-128"/>
                                <a:cs typeface="Times New Roman" pitchFamily="18" charset="0"/>
                              </a:rPr>
                              <m:t>𝑥</m:t>
                            </m:r>
                          </m:e>
                        </m:d>
                      </m:e>
                    </m:func>
                  </m:oMath>
                </a14:m>
                <a:br>
                  <a:rPr lang="en-US" altLang="zh-CN" sz="2100" i="1" dirty="0">
                    <a:latin typeface="+mj-lt"/>
                    <a:ea typeface="Arial Unicode MS" pitchFamily="34" charset="-128"/>
                    <a:cs typeface="Times New Roman" pitchFamily="18" charset="0"/>
                  </a:rPr>
                </a:br>
                <a:endParaRPr lang="en-US" altLang="zh-CN" sz="2100" i="1" dirty="0">
                  <a:latin typeface="+mj-lt"/>
                  <a:ea typeface="Arial Unicode MS" pitchFamily="34" charset="-128"/>
                  <a:cs typeface="Times New Roman" pitchFamily="18" charset="0"/>
                </a:endParaRPr>
              </a:p>
              <a:p>
                <a:pPr lvl="1">
                  <a:lnSpc>
                    <a:spcPct val="90000"/>
                  </a:lnSpc>
                </a:pPr>
                <a:r>
                  <a:rPr lang="en-US" altLang="en-US" sz="2100" dirty="0">
                    <a:latin typeface="+mj-lt"/>
                  </a:rPr>
                  <a:t>f </a:t>
                </a:r>
                <a14:m>
                  <m:oMath xmlns:m="http://schemas.openxmlformats.org/officeDocument/2006/math">
                    <m:r>
                      <a:rPr lang="en-US" altLang="en-US" sz="2100" i="1">
                        <a:latin typeface="Cambria Math" panose="02040503050406030204" pitchFamily="18" charset="0"/>
                      </a:rPr>
                      <m:t>𝑋</m:t>
                    </m:r>
                  </m:oMath>
                </a14:m>
                <a:r>
                  <a:rPr lang="en-US" altLang="en-US" sz="2100" dirty="0">
                    <a:latin typeface="+mj-lt"/>
                  </a:rPr>
                  <a:t> is continuous, then </a:t>
                </a:r>
                <a14:m>
                  <m:oMath xmlns:m="http://schemas.openxmlformats.org/officeDocument/2006/math">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𝑥</m:t>
                        </m:r>
                      </m:e>
                    </m:d>
                    <m:r>
                      <a:rPr lang="en-US" altLang="en-US" sz="2100" i="1">
                        <a:latin typeface="Cambria Math" panose="02040503050406030204" pitchFamily="18" charset="0"/>
                      </a:rPr>
                      <m:t>=</m:t>
                    </m:r>
                    <m:nary>
                      <m:naryPr>
                        <m:ctrlPr>
                          <a:rPr lang="en-US" altLang="en-US" sz="2100" i="1">
                            <a:latin typeface="Cambria Math" panose="02040503050406030204" pitchFamily="18" charset="0"/>
                          </a:rPr>
                        </m:ctrlPr>
                      </m:naryPr>
                      <m:sub>
                        <m:r>
                          <a:rPr lang="en-US" altLang="en-US" sz="2100" i="1">
                            <a:latin typeface="Cambria Math" panose="02040503050406030204" pitchFamily="18" charset="0"/>
                          </a:rPr>
                          <m:t>−∞</m:t>
                        </m:r>
                      </m:sub>
                      <m:sup>
                        <m:r>
                          <a:rPr lang="en-US" altLang="en-US" sz="2100" i="1">
                            <a:latin typeface="Cambria Math" panose="02040503050406030204" pitchFamily="18" charset="0"/>
                          </a:rPr>
                          <m:t>𝑥</m:t>
                        </m:r>
                      </m:sup>
                      <m:e>
                        <m:r>
                          <a:rPr lang="en-US" altLang="en-US" sz="2100" i="1">
                            <a:latin typeface="Cambria Math" panose="02040503050406030204" pitchFamily="18" charset="0"/>
                          </a:rPr>
                          <m:t>𝑓</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𝑡</m:t>
                            </m:r>
                          </m:e>
                        </m:d>
                        <m:r>
                          <a:rPr lang="en-US" altLang="en-US" sz="2100" i="1">
                            <a:latin typeface="Cambria Math" panose="02040503050406030204" pitchFamily="18" charset="0"/>
                          </a:rPr>
                          <m:t>𝑑𝑡</m:t>
                        </m:r>
                        <m:r>
                          <a:rPr lang="en-US" altLang="en-US" sz="2100" i="1">
                            <a:latin typeface="Cambria Math" panose="02040503050406030204" pitchFamily="18" charset="0"/>
                          </a:rPr>
                          <m:t> </m:t>
                        </m:r>
                      </m:e>
                    </m:nary>
                  </m:oMath>
                </a14:m>
                <a:r>
                  <a:rPr lang="en-US" altLang="en-US" sz="2100" dirty="0">
                    <a:latin typeface="+mj-lt"/>
                  </a:rPr>
                  <a:t>	</a:t>
                </a:r>
              </a:p>
              <a:p>
                <a:pPr>
                  <a:lnSpc>
                    <a:spcPct val="90000"/>
                  </a:lnSpc>
                </a:pPr>
                <a:r>
                  <a:rPr lang="en-US" altLang="en-US" sz="2100" dirty="0">
                    <a:latin typeface="+mj-lt"/>
                  </a:rPr>
                  <a:t>Properties</a:t>
                </a:r>
              </a:p>
              <a:p>
                <a:pPr lvl="1">
                  <a:lnSpc>
                    <a:spcPct val="90000"/>
                  </a:lnSpc>
                </a:pPr>
                <a14:m>
                  <m:oMath xmlns:m="http://schemas.openxmlformats.org/officeDocument/2006/math">
                    <m:r>
                      <a:rPr lang="en-US" altLang="en-US" sz="2100" i="1">
                        <a:latin typeface="Cambria Math" panose="02040503050406030204" pitchFamily="18" charset="0"/>
                      </a:rPr>
                      <m:t>𝐹</m:t>
                    </m:r>
                    <m:r>
                      <a:rPr lang="en-US" altLang="en-US" sz="2100" i="1">
                        <a:latin typeface="Cambria Math" panose="02040503050406030204" pitchFamily="18" charset="0"/>
                      </a:rPr>
                      <m:t>(</m:t>
                    </m:r>
                    <m:r>
                      <a:rPr lang="en-US" altLang="en-US" sz="2100" i="1">
                        <a:latin typeface="Cambria Math" panose="02040503050406030204" pitchFamily="18" charset="0"/>
                      </a:rPr>
                      <m:t>𝑥</m:t>
                    </m:r>
                    <m:r>
                      <a:rPr lang="en-US" altLang="en-US" sz="2100" i="1">
                        <a:latin typeface="Cambria Math" panose="02040503050406030204" pitchFamily="18" charset="0"/>
                      </a:rPr>
                      <m:t>)</m:t>
                    </m:r>
                  </m:oMath>
                </a14:m>
                <a:r>
                  <a:rPr lang="en-US" altLang="en-US" sz="2100" dirty="0">
                    <a:latin typeface="+mj-lt"/>
                  </a:rPr>
                  <a:t> is a non-decreasing function, i.e., if </a:t>
                </a:r>
                <a14:m>
                  <m:oMath xmlns:m="http://schemas.openxmlformats.org/officeDocument/2006/math">
                    <m:r>
                      <a:rPr lang="en-US" altLang="en-US" sz="2100" i="1">
                        <a:latin typeface="Cambria Math" panose="02040503050406030204" pitchFamily="18" charset="0"/>
                      </a:rPr>
                      <m:t>𝑎</m:t>
                    </m:r>
                    <m:r>
                      <a:rPr lang="en-US" altLang="en-US" sz="2100" i="1">
                        <a:latin typeface="Cambria Math" panose="02040503050406030204" pitchFamily="18" charset="0"/>
                      </a:rPr>
                      <m:t>&lt;</m:t>
                    </m:r>
                    <m:r>
                      <a:rPr lang="en-US" altLang="en-US" sz="2100" i="1">
                        <a:latin typeface="Cambria Math" panose="02040503050406030204" pitchFamily="18" charset="0"/>
                      </a:rPr>
                      <m:t>𝑏</m:t>
                    </m:r>
                  </m:oMath>
                </a14:m>
                <a:r>
                  <a:rPr lang="en-US" altLang="en-US" sz="2100" dirty="0">
                    <a:latin typeface="+mj-lt"/>
                  </a:rPr>
                  <a:t>, then </a:t>
                </a:r>
                <a14:m>
                  <m:oMath xmlns:m="http://schemas.openxmlformats.org/officeDocument/2006/math">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𝑎</m:t>
                        </m:r>
                      </m:e>
                    </m:d>
                    <m:r>
                      <a:rPr lang="en-US" altLang="en-US" sz="2100" i="1">
                        <a:latin typeface="Cambria Math" panose="02040503050406030204" pitchFamily="18" charset="0"/>
                      </a:rPr>
                      <m:t>≤</m:t>
                    </m:r>
                    <m:r>
                      <a:rPr lang="en-US" altLang="en-US" sz="2100" i="1">
                        <a:latin typeface="Cambria Math" panose="02040503050406030204" pitchFamily="18" charset="0"/>
                      </a:rPr>
                      <m:t>𝐹</m:t>
                    </m:r>
                    <m:r>
                      <a:rPr lang="en-US" altLang="en-US" sz="2100" i="1">
                        <a:latin typeface="Cambria Math" panose="02040503050406030204" pitchFamily="18" charset="0"/>
                      </a:rPr>
                      <m:t>(</m:t>
                    </m:r>
                    <m:r>
                      <a:rPr lang="en-US" altLang="en-US" sz="2100" i="1">
                        <a:latin typeface="Cambria Math" panose="02040503050406030204" pitchFamily="18" charset="0"/>
                      </a:rPr>
                      <m:t>𝑏</m:t>
                    </m:r>
                    <m:r>
                      <a:rPr lang="en-US" altLang="en-US" sz="2100" i="1">
                        <a:latin typeface="Cambria Math" panose="02040503050406030204" pitchFamily="18" charset="0"/>
                      </a:rPr>
                      <m:t>)</m:t>
                    </m:r>
                  </m:oMath>
                </a14:m>
                <a:endParaRPr lang="en-US" altLang="en-US" sz="2100" dirty="0">
                  <a:latin typeface="+mj-lt"/>
                </a:endParaRPr>
              </a:p>
              <a:p>
                <a:pPr lvl="1">
                  <a:lnSpc>
                    <a:spcPct val="90000"/>
                  </a:lnSpc>
                </a:pPr>
                <a14:m>
                  <m:oMath xmlns:m="http://schemas.openxmlformats.org/officeDocument/2006/math">
                    <m:limLow>
                      <m:limLowPr>
                        <m:ctrlPr>
                          <a:rPr lang="en-US" altLang="en-US" sz="2100" i="1">
                            <a:latin typeface="Cambria Math" panose="02040503050406030204" pitchFamily="18" charset="0"/>
                          </a:rPr>
                        </m:ctrlPr>
                      </m:limLowPr>
                      <m:e>
                        <m:r>
                          <m:rPr>
                            <m:sty m:val="p"/>
                          </m:rPr>
                          <a:rPr lang="en-US" altLang="en-US" sz="2100">
                            <a:latin typeface="Cambria Math" panose="02040503050406030204" pitchFamily="18" charset="0"/>
                          </a:rPr>
                          <m:t>lim</m:t>
                        </m:r>
                      </m:e>
                      <m:lim>
                        <m:r>
                          <a:rPr lang="en-US" altLang="en-US" sz="2100" i="1">
                            <a:latin typeface="Cambria Math" panose="02040503050406030204" pitchFamily="18" charset="0"/>
                          </a:rPr>
                          <m:t>𝑥</m:t>
                        </m:r>
                        <m:r>
                          <a:rPr lang="en-US" altLang="en-US" sz="2100" i="1">
                            <a:latin typeface="Cambria Math" panose="02040503050406030204" pitchFamily="18" charset="0"/>
                          </a:rPr>
                          <m:t>→+∞</m:t>
                        </m:r>
                      </m:lim>
                    </m:limLow>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𝑥</m:t>
                        </m:r>
                      </m:e>
                    </m:d>
                    <m:r>
                      <a:rPr lang="en-US" altLang="en-US" sz="2100" i="1">
                        <a:latin typeface="Cambria Math" panose="02040503050406030204" pitchFamily="18" charset="0"/>
                      </a:rPr>
                      <m:t>=1</m:t>
                    </m:r>
                  </m:oMath>
                </a14:m>
                <a:r>
                  <a:rPr lang="en-US" altLang="en-US" sz="2100" dirty="0">
                    <a:latin typeface="+mj-lt"/>
                  </a:rPr>
                  <a:t>, and</a:t>
                </a:r>
                <a14:m>
                  <m:oMath xmlns:m="http://schemas.openxmlformats.org/officeDocument/2006/math">
                    <m:r>
                      <a:rPr lang="en-US" altLang="en-US" sz="2100">
                        <a:latin typeface="Cambria Math" panose="02040503050406030204" pitchFamily="18" charset="0"/>
                      </a:rPr>
                      <m:t> </m:t>
                    </m:r>
                    <m:limLow>
                      <m:limLowPr>
                        <m:ctrlPr>
                          <a:rPr lang="en-US" altLang="en-US" sz="2100" i="1">
                            <a:latin typeface="Cambria Math" panose="02040503050406030204" pitchFamily="18" charset="0"/>
                          </a:rPr>
                        </m:ctrlPr>
                      </m:limLowPr>
                      <m:e>
                        <m:r>
                          <m:rPr>
                            <m:sty m:val="p"/>
                          </m:rPr>
                          <a:rPr lang="en-US" altLang="en-US" sz="2100">
                            <a:latin typeface="Cambria Math" panose="02040503050406030204" pitchFamily="18" charset="0"/>
                          </a:rPr>
                          <m:t>lim</m:t>
                        </m:r>
                      </m:e>
                      <m:lim>
                        <m:r>
                          <a:rPr lang="en-US" altLang="en-US" sz="2100" i="1">
                            <a:latin typeface="Cambria Math" panose="02040503050406030204" pitchFamily="18" charset="0"/>
                          </a:rPr>
                          <m:t>𝑥</m:t>
                        </m:r>
                        <m:r>
                          <a:rPr lang="en-US" altLang="en-US" sz="2100" i="1">
                            <a:latin typeface="Cambria Math" panose="02040503050406030204" pitchFamily="18" charset="0"/>
                          </a:rPr>
                          <m:t>→−∞</m:t>
                        </m:r>
                      </m:lim>
                    </m:limLow>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𝑥</m:t>
                        </m:r>
                      </m:e>
                    </m:d>
                    <m:r>
                      <a:rPr lang="en-US" altLang="en-US" sz="2100" i="1">
                        <a:latin typeface="Cambria Math" panose="02040503050406030204" pitchFamily="18" charset="0"/>
                      </a:rPr>
                      <m:t>=0</m:t>
                    </m:r>
                  </m:oMath>
                </a14:m>
                <a:endParaRPr lang="en-US" altLang="en-US" sz="2100" dirty="0">
                  <a:latin typeface="+mj-lt"/>
                </a:endParaRPr>
              </a:p>
              <a:p>
                <a:pPr>
                  <a:lnSpc>
                    <a:spcPct val="90000"/>
                  </a:lnSpc>
                </a:pPr>
                <a:r>
                  <a:rPr lang="en-US" altLang="en-US" sz="2100" dirty="0">
                    <a:latin typeface="+mj-lt"/>
                  </a:rPr>
                  <a:t>All probability questions about </a:t>
                </a:r>
                <a14:m>
                  <m:oMath xmlns:m="http://schemas.openxmlformats.org/officeDocument/2006/math">
                    <m:r>
                      <a:rPr lang="en-US" altLang="en-US" sz="2100" i="1">
                        <a:latin typeface="Cambria Math" panose="02040503050406030204" pitchFamily="18" charset="0"/>
                      </a:rPr>
                      <m:t>𝑋</m:t>
                    </m:r>
                  </m:oMath>
                </a14:m>
                <a:r>
                  <a:rPr lang="en-US" altLang="en-US" sz="2100" dirty="0">
                    <a:latin typeface="+mj-lt"/>
                  </a:rPr>
                  <a:t> can be answered in terms of the CDF, e.g.:</a:t>
                </a:r>
              </a:p>
              <a:p>
                <a:pPr marL="0" indent="0" algn="ctr">
                  <a:lnSpc>
                    <a:spcPct val="90000"/>
                  </a:lnSpc>
                  <a:buNone/>
                </a:pPr>
                <a14:m>
                  <m:oMath xmlns:m="http://schemas.openxmlformats.org/officeDocument/2006/math">
                    <m:r>
                      <a:rPr lang="en-US" altLang="en-US" sz="2100" i="1">
                        <a:latin typeface="Cambria Math" panose="02040503050406030204" pitchFamily="18" charset="0"/>
                      </a:rPr>
                      <m:t>ℙ</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𝑎</m:t>
                        </m:r>
                        <m:r>
                          <a:rPr lang="en-US" altLang="en-US" sz="2100" i="1">
                            <a:latin typeface="Cambria Math" panose="02040503050406030204" pitchFamily="18" charset="0"/>
                          </a:rPr>
                          <m:t>&lt;</m:t>
                        </m:r>
                        <m:r>
                          <a:rPr lang="en-US" altLang="en-US" sz="2100" i="1">
                            <a:latin typeface="Cambria Math" panose="02040503050406030204" pitchFamily="18" charset="0"/>
                          </a:rPr>
                          <m:t>𝑋</m:t>
                        </m:r>
                        <m:r>
                          <a:rPr lang="en-US" altLang="en-US" sz="2100" i="1">
                            <a:latin typeface="Cambria Math" panose="02040503050406030204" pitchFamily="18" charset="0"/>
                          </a:rPr>
                          <m:t>≤</m:t>
                        </m:r>
                        <m:r>
                          <a:rPr lang="en-US" altLang="en-US" sz="2100" i="1">
                            <a:latin typeface="Cambria Math" panose="02040503050406030204" pitchFamily="18" charset="0"/>
                          </a:rPr>
                          <m:t>𝑏</m:t>
                        </m:r>
                      </m:e>
                    </m:d>
                    <m:r>
                      <a:rPr lang="en-US" altLang="en-US" sz="2100" i="1">
                        <a:latin typeface="Cambria Math" panose="02040503050406030204" pitchFamily="18" charset="0"/>
                      </a:rPr>
                      <m:t>=</m:t>
                    </m:r>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𝑏</m:t>
                        </m:r>
                      </m:e>
                    </m:d>
                    <m:r>
                      <a:rPr lang="en-US" altLang="en-US" sz="2100" i="1">
                        <a:latin typeface="Cambria Math" panose="02040503050406030204" pitchFamily="18" charset="0"/>
                      </a:rPr>
                      <m:t>−</m:t>
                    </m:r>
                    <m:r>
                      <a:rPr lang="en-US" altLang="en-US" sz="2100" i="1">
                        <a:latin typeface="Cambria Math" panose="02040503050406030204" pitchFamily="18" charset="0"/>
                      </a:rPr>
                      <m:t>𝐹</m:t>
                    </m:r>
                    <m:d>
                      <m:dPr>
                        <m:ctrlPr>
                          <a:rPr lang="en-US" altLang="en-US" sz="2100" i="1">
                            <a:latin typeface="Cambria Math" panose="02040503050406030204" pitchFamily="18" charset="0"/>
                          </a:rPr>
                        </m:ctrlPr>
                      </m:dPr>
                      <m:e>
                        <m:r>
                          <a:rPr lang="en-US" altLang="en-US" sz="2100" i="1">
                            <a:latin typeface="Cambria Math" panose="02040503050406030204" pitchFamily="18" charset="0"/>
                          </a:rPr>
                          <m:t>𝑎</m:t>
                        </m:r>
                      </m:e>
                    </m:d>
                    <m:r>
                      <a:rPr lang="en-US" altLang="en-US" sz="2100" i="1">
                        <a:latin typeface="Cambria Math" panose="02040503050406030204" pitchFamily="18" charset="0"/>
                      </a:rPr>
                      <m:t>,</m:t>
                    </m:r>
                  </m:oMath>
                </a14:m>
                <a:r>
                  <a:rPr lang="en-US" altLang="en-US" sz="2100" dirty="0">
                    <a:latin typeface="+mj-lt"/>
                  </a:rPr>
                  <a:t> for all </a:t>
                </a:r>
                <a14:m>
                  <m:oMath xmlns:m="http://schemas.openxmlformats.org/officeDocument/2006/math">
                    <m:r>
                      <a:rPr lang="en-US" altLang="en-US" sz="2100" i="1">
                        <a:latin typeface="Cambria Math" panose="02040503050406030204" pitchFamily="18" charset="0"/>
                      </a:rPr>
                      <m:t>𝑎</m:t>
                    </m:r>
                    <m:r>
                      <a:rPr lang="en-US" altLang="en-US" sz="2100" i="1">
                        <a:latin typeface="Cambria Math" panose="02040503050406030204" pitchFamily="18" charset="0"/>
                      </a:rPr>
                      <m:t>≤</m:t>
                    </m:r>
                    <m:r>
                      <a:rPr lang="en-US" altLang="en-US" sz="2100" i="1">
                        <a:latin typeface="Cambria Math" panose="02040503050406030204" pitchFamily="18" charset="0"/>
                      </a:rPr>
                      <m:t>𝑏</m:t>
                    </m:r>
                  </m:oMath>
                </a14:m>
                <a:endParaRPr lang="en-US" altLang="en-US" sz="2100" dirty="0">
                  <a:latin typeface="+mj-lt"/>
                </a:endParaRPr>
              </a:p>
              <a:p>
                <a:pPr>
                  <a:buFont typeface="Wingdings" pitchFamily="2" charset="2"/>
                  <a:buNone/>
                </a:pPr>
                <a:endParaRPr lang="en-US" altLang="zh-CN" sz="2100" i="1" dirty="0">
                  <a:latin typeface="+mj-lt"/>
                  <a:ea typeface="Arial Unicode MS" pitchFamily="34" charset="-128"/>
                  <a:cs typeface="Times New Roman" pitchFamily="18" charset="0"/>
                </a:endParaRPr>
              </a:p>
              <a:p>
                <a:pPr marL="0" indent="0">
                  <a:buNone/>
                </a:pPr>
                <a:endParaRPr lang="en-US" altLang="zh-CN" sz="2100" b="1" dirty="0">
                  <a:solidFill>
                    <a:schemeClr val="accent2"/>
                  </a:solidFill>
                  <a:latin typeface="+mj-lt"/>
                  <a:ea typeface="Arial Unicode MS" pitchFamily="34" charset="-128"/>
                  <a:cs typeface="Times New Roman" pitchFamily="18" charset="0"/>
                </a:endParaRPr>
              </a:p>
            </p:txBody>
          </p:sp>
        </mc:Choice>
        <mc:Fallback xmlns="">
          <p:sp>
            <p:nvSpPr>
              <p:cNvPr id="151554" name="Rectangle 3"/>
              <p:cNvSpPr>
                <a:spLocks noGrp="1" noRot="1" noChangeAspect="1" noMove="1" noResize="1" noEditPoints="1" noAdjustHandles="1" noChangeArrowheads="1" noChangeShapeType="1" noTextEdit="1"/>
              </p:cNvSpPr>
              <p:nvPr>
                <p:ph idx="1"/>
              </p:nvPr>
            </p:nvSpPr>
            <p:spPr>
              <a:xfrm>
                <a:off x="2589212" y="1431637"/>
                <a:ext cx="8915400" cy="4331804"/>
              </a:xfrm>
              <a:blipFill rotWithShape="0">
                <a:blip r:embed="rId3"/>
                <a:stretch>
                  <a:fillRect l="-752" t="-845" b="-2225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8F3A459-8D4B-42E7-9656-CA7B72C28D28}"/>
              </a:ext>
            </a:extLst>
          </p:cNvPr>
          <p:cNvSpPr>
            <a:spLocks noGrp="1"/>
          </p:cNvSpPr>
          <p:nvPr>
            <p:ph type="sldNum" sz="quarter" idx="12"/>
          </p:nvPr>
        </p:nvSpPr>
        <p:spPr/>
        <p:txBody>
          <a:bodyPr/>
          <a:lstStyle/>
          <a:p>
            <a:fld id="{BA691707-747E-C946-9ECD-54E2551B1C59}" type="slidenum">
              <a:rPr lang="en-US" smtClean="0"/>
              <a:pPr/>
              <a:t>14</a:t>
            </a:fld>
            <a:endParaRPr lang="en-US"/>
          </a:p>
        </p:txBody>
      </p:sp>
    </p:spTree>
    <p:extLst>
      <p:ext uri="{BB962C8B-B14F-4D97-AF65-F5344CB8AC3E}">
        <p14:creationId xmlns:p14="http://schemas.microsoft.com/office/powerpoint/2010/main" val="329176636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86960" y="180975"/>
            <a:ext cx="9267825" cy="1952625"/>
          </a:xfrm>
          <a:prstGeom prst="rect">
            <a:avLst/>
          </a:prstGeom>
        </p:spPr>
      </p:pic>
      <p:pic>
        <p:nvPicPr>
          <p:cNvPr id="5" name="Picture 4"/>
          <p:cNvPicPr>
            <a:picLocks noChangeAspect="1"/>
          </p:cNvPicPr>
          <p:nvPr/>
        </p:nvPicPr>
        <p:blipFill>
          <a:blip r:embed="rId3"/>
          <a:stretch>
            <a:fillRect/>
          </a:stretch>
        </p:blipFill>
        <p:spPr>
          <a:xfrm>
            <a:off x="1886960" y="1714500"/>
            <a:ext cx="2466975" cy="419100"/>
          </a:xfrm>
          <a:prstGeom prst="rect">
            <a:avLst/>
          </a:prstGeom>
        </p:spPr>
      </p:pic>
    </p:spTree>
    <p:extLst>
      <p:ext uri="{BB962C8B-B14F-4D97-AF65-F5344CB8AC3E}">
        <p14:creationId xmlns:p14="http://schemas.microsoft.com/office/powerpoint/2010/main" val="325476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3285" y="646545"/>
            <a:ext cx="8915400" cy="3777622"/>
          </a:xfrm>
        </p:spPr>
        <p:txBody>
          <a:bodyPr/>
          <a:lstStyle/>
          <a:p>
            <a:r>
              <a:rPr lang="en-US" dirty="0"/>
              <a:t>Let 𝑋 be a continuous random variable with the probability density function</a:t>
            </a:r>
          </a:p>
          <a:p>
            <a:endParaRPr lang="en-US" dirty="0"/>
          </a:p>
          <a:p>
            <a:endParaRPr lang="en-US" dirty="0"/>
          </a:p>
          <a:p>
            <a:endParaRPr lang="en-US" dirty="0"/>
          </a:p>
          <a:p>
            <a:endParaRPr lang="en-US" dirty="0"/>
          </a:p>
          <a:p>
            <a:endParaRPr lang="en-US" dirty="0"/>
          </a:p>
          <a:p>
            <a:endParaRPr lang="en-US" dirty="0"/>
          </a:p>
          <a:p>
            <a:pPr marL="0" indent="0">
              <a:buNone/>
            </a:pPr>
            <a:r>
              <a:rPr lang="en-US" dirty="0"/>
              <a:t>Find 𝑃(11≤ 𝑥 ≤24).</a:t>
            </a:r>
          </a:p>
        </p:txBody>
      </p:sp>
      <p:pic>
        <p:nvPicPr>
          <p:cNvPr id="5" name="Picture 4"/>
          <p:cNvPicPr>
            <a:picLocks noChangeAspect="1"/>
          </p:cNvPicPr>
          <p:nvPr/>
        </p:nvPicPr>
        <p:blipFill>
          <a:blip r:embed="rId2"/>
          <a:stretch>
            <a:fillRect/>
          </a:stretch>
        </p:blipFill>
        <p:spPr>
          <a:xfrm>
            <a:off x="2361045" y="1224973"/>
            <a:ext cx="3886200" cy="2209800"/>
          </a:xfrm>
          <a:prstGeom prst="rect">
            <a:avLst/>
          </a:prstGeom>
        </p:spPr>
      </p:pic>
    </p:spTree>
    <p:extLst>
      <p:ext uri="{BB962C8B-B14F-4D97-AF65-F5344CB8AC3E}">
        <p14:creationId xmlns:p14="http://schemas.microsoft.com/office/powerpoint/2010/main" val="2811139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2521" y="729673"/>
            <a:ext cx="8915400" cy="5153840"/>
          </a:xfrm>
        </p:spPr>
        <p:txBody>
          <a:bodyPr/>
          <a:lstStyle/>
          <a:p>
            <a:r>
              <a:rPr lang="en-US" dirty="0"/>
              <a:t>Let 𝑋 be a continuous random variable with probability density function</a:t>
            </a:r>
          </a:p>
          <a:p>
            <a:endParaRPr lang="en-US" dirty="0"/>
          </a:p>
          <a:p>
            <a:endParaRPr lang="en-US" dirty="0"/>
          </a:p>
          <a:p>
            <a:endParaRPr lang="en-US" dirty="0"/>
          </a:p>
          <a:p>
            <a:pPr marL="0" indent="0">
              <a:buNone/>
            </a:pPr>
            <a:r>
              <a:rPr lang="en-US" dirty="0"/>
              <a:t>Find 𝑃(𝑋&gt;4)</a:t>
            </a:r>
          </a:p>
          <a:p>
            <a:pPr marL="0" indent="0">
              <a:buNone/>
            </a:pPr>
            <a:endParaRPr lang="en-US" dirty="0"/>
          </a:p>
        </p:txBody>
      </p:sp>
      <p:pic>
        <p:nvPicPr>
          <p:cNvPr id="4" name="Picture 3"/>
          <p:cNvPicPr>
            <a:picLocks noChangeAspect="1"/>
          </p:cNvPicPr>
          <p:nvPr/>
        </p:nvPicPr>
        <p:blipFill>
          <a:blip r:embed="rId2"/>
          <a:stretch>
            <a:fillRect/>
          </a:stretch>
        </p:blipFill>
        <p:spPr>
          <a:xfrm>
            <a:off x="3523528" y="1270432"/>
            <a:ext cx="3667125" cy="1952625"/>
          </a:xfrm>
          <a:prstGeom prst="rect">
            <a:avLst/>
          </a:prstGeom>
        </p:spPr>
      </p:pic>
    </p:spTree>
    <p:extLst>
      <p:ext uri="{BB962C8B-B14F-4D97-AF65-F5344CB8AC3E}">
        <p14:creationId xmlns:p14="http://schemas.microsoft.com/office/powerpoint/2010/main" val="1070967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1789176" y="254127"/>
            <a:ext cx="8686800" cy="2381250"/>
          </a:xfrm>
          <a:prstGeom prst="rect">
            <a:avLst/>
          </a:prstGeom>
        </p:spPr>
      </p:pic>
    </p:spTree>
    <p:extLst>
      <p:ext uri="{BB962C8B-B14F-4D97-AF65-F5344CB8AC3E}">
        <p14:creationId xmlns:p14="http://schemas.microsoft.com/office/powerpoint/2010/main" val="4137547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78778" y="890371"/>
            <a:ext cx="7637803" cy="3016611"/>
          </a:xfrm>
          <a:prstGeom prst="rect">
            <a:avLst/>
          </a:prstGeom>
        </p:spPr>
      </p:pic>
    </p:spTree>
    <p:extLst>
      <p:ext uri="{BB962C8B-B14F-4D97-AF65-F5344CB8AC3E}">
        <p14:creationId xmlns:p14="http://schemas.microsoft.com/office/powerpoint/2010/main" val="2419284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2"/>
          <p:cNvSpPr>
            <a:spLocks noChangeArrowheads="1"/>
          </p:cNvSpPr>
          <p:nvPr/>
        </p:nvSpPr>
        <p:spPr bwMode="auto">
          <a:xfrm>
            <a:off x="1774825" y="333375"/>
            <a:ext cx="8497888"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b="1" dirty="0">
                <a:latin typeface="Times New Roman" panose="02020603050405020304" pitchFamily="18" charset="0"/>
              </a:rPr>
              <a:t>Joint probability density function of Discrete Random Variable: </a:t>
            </a:r>
          </a:p>
          <a:p>
            <a:pPr eaLnBrk="1" hangingPunct="1">
              <a:spcBef>
                <a:spcPct val="20000"/>
              </a:spcBef>
            </a:pPr>
            <a:r>
              <a:rPr lang="en-CA" altLang="en-US" sz="3200" dirty="0">
                <a:latin typeface="Times New Roman" panose="02020603050405020304" pitchFamily="18" charset="0"/>
              </a:rPr>
              <a:t>	</a:t>
            </a:r>
          </a:p>
        </p:txBody>
      </p:sp>
      <p:graphicFrame>
        <p:nvGraphicFramePr>
          <p:cNvPr id="18434" name="Object 2"/>
          <p:cNvGraphicFramePr>
            <a:graphicFrameLocks noChangeAspect="1"/>
          </p:cNvGraphicFramePr>
          <p:nvPr>
            <p:extLst/>
          </p:nvPr>
        </p:nvGraphicFramePr>
        <p:xfrm>
          <a:off x="3287713" y="3595372"/>
          <a:ext cx="3059113" cy="636587"/>
        </p:xfrm>
        <a:graphic>
          <a:graphicData uri="http://schemas.openxmlformats.org/presentationml/2006/ole">
            <mc:AlternateContent xmlns:mc="http://schemas.openxmlformats.org/markup-compatibility/2006">
              <mc:Choice xmlns:v="urn:schemas-microsoft-com:vml" Requires="v">
                <p:oleObj spid="_x0000_s4126" name="Equation" r:id="rId4" imgW="1218960" imgH="253800" progId="Equation.DSMT4">
                  <p:embed/>
                </p:oleObj>
              </mc:Choice>
              <mc:Fallback>
                <p:oleObj name="Equation" r:id="rId4" imgW="1218960" imgH="253800" progId="Equation.DSMT4">
                  <p:embed/>
                  <p:pic>
                    <p:nvPicPr>
                      <p:cNvPr id="1843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7713" y="3595372"/>
                        <a:ext cx="3059113"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5" name="Object 3"/>
          <p:cNvGraphicFramePr>
            <a:graphicFrameLocks noChangeAspect="1"/>
          </p:cNvGraphicFramePr>
          <p:nvPr>
            <p:extLst/>
          </p:nvPr>
        </p:nvGraphicFramePr>
        <p:xfrm>
          <a:off x="3287713" y="4231959"/>
          <a:ext cx="3471862" cy="890587"/>
        </p:xfrm>
        <a:graphic>
          <a:graphicData uri="http://schemas.openxmlformats.org/presentationml/2006/ole">
            <mc:AlternateContent xmlns:mc="http://schemas.openxmlformats.org/markup-compatibility/2006">
              <mc:Choice xmlns:v="urn:schemas-microsoft-com:vml" Requires="v">
                <p:oleObj spid="_x0000_s4127" name="Equation" r:id="rId6" imgW="1384200" imgH="355320" progId="Equation.DSMT4">
                  <p:embed/>
                </p:oleObj>
              </mc:Choice>
              <mc:Fallback>
                <p:oleObj name="Equation" r:id="rId6" imgW="1384200" imgH="355320" progId="Equation.DSMT4">
                  <p:embed/>
                  <p:pic>
                    <p:nvPicPr>
                      <p:cNvPr id="18435"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7713" y="4231959"/>
                        <a:ext cx="3471862"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9" name="Rectangle 8"/>
          <p:cNvSpPr>
            <a:spLocks noChangeArrowheads="1"/>
          </p:cNvSpPr>
          <p:nvPr/>
        </p:nvSpPr>
        <p:spPr bwMode="auto">
          <a:xfrm>
            <a:off x="2603500" y="3361024"/>
            <a:ext cx="6840537" cy="18602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2"/>
          <p:cNvSpPr/>
          <p:nvPr/>
        </p:nvSpPr>
        <p:spPr>
          <a:xfrm>
            <a:off x="1769268" y="1423317"/>
            <a:ext cx="9907619" cy="1661993"/>
          </a:xfrm>
          <a:prstGeom prst="rect">
            <a:avLst/>
          </a:prstGeom>
        </p:spPr>
        <p:txBody>
          <a:bodyPr wrap="square">
            <a:spAutoFit/>
          </a:bodyPr>
          <a:lstStyle/>
          <a:p>
            <a:pPr lvl="0" algn="just" eaLnBrk="0" fontAlgn="base" hangingPunct="0">
              <a:spcBef>
                <a:spcPct val="0"/>
              </a:spcBef>
              <a:spcAft>
                <a:spcPct val="0"/>
              </a:spcAft>
            </a:pPr>
            <a:r>
              <a:rPr lang="en-US" altLang="en-US" dirty="0">
                <a:solidFill>
                  <a:srgbClr val="333333"/>
                </a:solidFill>
                <a:latin typeface="Myriad Pro"/>
              </a:rPr>
              <a:t>if we have two random variables </a:t>
            </a:r>
            <a:r>
              <a:rPr lang="en-US" altLang="en-US" sz="2400" dirty="0">
                <a:solidFill>
                  <a:srgbClr val="333333"/>
                </a:solidFill>
                <a:latin typeface="MathJax_Math-italic"/>
              </a:rPr>
              <a:t>X</a:t>
            </a:r>
            <a:r>
              <a:rPr lang="en-US" altLang="en-US" dirty="0">
                <a:solidFill>
                  <a:srgbClr val="333333"/>
                </a:solidFill>
                <a:latin typeface="Myriad Pro"/>
              </a:rPr>
              <a:t> and </a:t>
            </a:r>
            <a:r>
              <a:rPr lang="en-US" altLang="en-US" sz="2400" dirty="0">
                <a:solidFill>
                  <a:srgbClr val="333333"/>
                </a:solidFill>
                <a:latin typeface="MathJax_Math-italic"/>
              </a:rPr>
              <a:t>Y</a:t>
            </a:r>
            <a:r>
              <a:rPr lang="en-US" altLang="en-US" dirty="0">
                <a:solidFill>
                  <a:srgbClr val="333333"/>
                </a:solidFill>
                <a:latin typeface="Myriad Pro"/>
              </a:rPr>
              <a:t>, and we would like to study them jointly, we define the </a:t>
            </a:r>
            <a:r>
              <a:rPr lang="en-US" altLang="en-US" b="1" dirty="0">
                <a:solidFill>
                  <a:srgbClr val="333333"/>
                </a:solidFill>
                <a:latin typeface="Myriad Pro"/>
              </a:rPr>
              <a:t>joint probability mass function</a:t>
            </a:r>
            <a:r>
              <a:rPr lang="en-US" altLang="en-US" dirty="0">
                <a:solidFill>
                  <a:srgbClr val="333333"/>
                </a:solidFill>
                <a:latin typeface="Myriad Pro"/>
              </a:rPr>
              <a:t> as follows:</a:t>
            </a:r>
            <a:r>
              <a:rPr lang="en-US" altLang="en-US" sz="1050" dirty="0"/>
              <a:t> </a:t>
            </a:r>
          </a:p>
          <a:p>
            <a:pPr algn="just" eaLnBrk="0" fontAlgn="base" hangingPunct="0">
              <a:spcBef>
                <a:spcPct val="0"/>
              </a:spcBef>
              <a:spcAft>
                <a:spcPct val="0"/>
              </a:spcAft>
            </a:pPr>
            <a:r>
              <a:rPr lang="en-CA" altLang="en-US" sz="2800" i="1" dirty="0">
                <a:latin typeface="Times New Roman" panose="02020603050405020304" pitchFamily="18" charset="0"/>
              </a:rPr>
              <a:t>			p</a:t>
            </a:r>
            <a:r>
              <a:rPr lang="en-CA" altLang="en-US" sz="2800" dirty="0">
                <a:latin typeface="Times New Roman" panose="02020603050405020304" pitchFamily="18" charset="0"/>
              </a:rPr>
              <a:t>(</a:t>
            </a:r>
            <a:r>
              <a:rPr lang="en-CA" altLang="en-US" sz="2800" i="1" dirty="0" err="1">
                <a:latin typeface="Times New Roman" panose="02020603050405020304" pitchFamily="18" charset="0"/>
              </a:rPr>
              <a:t>x,y</a:t>
            </a:r>
            <a:r>
              <a:rPr lang="en-CA" altLang="en-US" sz="2800" dirty="0">
                <a:latin typeface="Times New Roman" panose="02020603050405020304" pitchFamily="18" charset="0"/>
              </a:rPr>
              <a:t>) = </a:t>
            </a:r>
            <a:r>
              <a:rPr lang="en-CA" altLang="en-US" sz="2800" i="1" dirty="0">
                <a:latin typeface="Times New Roman" panose="02020603050405020304" pitchFamily="18" charset="0"/>
              </a:rPr>
              <a:t>P</a:t>
            </a:r>
            <a:r>
              <a:rPr lang="en-CA" altLang="en-US" sz="2800" dirty="0">
                <a:latin typeface="Times New Roman" panose="02020603050405020304" pitchFamily="18" charset="0"/>
              </a:rPr>
              <a:t>[</a:t>
            </a:r>
            <a:r>
              <a:rPr lang="en-CA" altLang="en-US" sz="2800" i="1" dirty="0">
                <a:latin typeface="Times New Roman" panose="02020603050405020304" pitchFamily="18" charset="0"/>
              </a:rPr>
              <a:t>X = x, Y = y</a:t>
            </a:r>
            <a:r>
              <a:rPr lang="en-CA" altLang="en-US" sz="2800" dirty="0">
                <a:latin typeface="Times New Roman" panose="02020603050405020304" pitchFamily="18" charset="0"/>
              </a:rPr>
              <a:t>]</a:t>
            </a:r>
          </a:p>
          <a:p>
            <a:pPr lvl="0" algn="just" eaLnBrk="0" fontAlgn="base" hangingPunct="0">
              <a:spcBef>
                <a:spcPct val="0"/>
              </a:spcBef>
              <a:spcAft>
                <a:spcPct val="0"/>
              </a:spcAft>
            </a:pPr>
            <a:endParaRPr lang="en-US" altLang="en-US" sz="2800" dirty="0">
              <a:latin typeface="Arial" panose="020B0604020202020204" pitchFamily="34" charset="0"/>
            </a:endParaRPr>
          </a:p>
        </p:txBody>
      </p:sp>
    </p:spTree>
    <p:extLst>
      <p:ext uri="{BB962C8B-B14F-4D97-AF65-F5344CB8AC3E}">
        <p14:creationId xmlns:p14="http://schemas.microsoft.com/office/powerpoint/2010/main" val="607420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885124" y="751422"/>
            <a:ext cx="747672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rgbClr val="333333"/>
                </a:solidFill>
                <a:effectLst/>
                <a:latin typeface="Myriad Pro"/>
              </a:rPr>
              <a:t>Consider two random variables </a:t>
            </a:r>
            <a:r>
              <a:rPr kumimoji="0" lang="en-US" altLang="en-US" sz="2100" b="0" i="0" u="none" strike="noStrike" cap="none" normalizeH="0" baseline="0" dirty="0">
                <a:ln>
                  <a:noFill/>
                </a:ln>
                <a:solidFill>
                  <a:srgbClr val="333333"/>
                </a:solidFill>
                <a:effectLst/>
                <a:latin typeface="MathJax_Math-italic"/>
              </a:rPr>
              <a:t>X</a:t>
            </a:r>
            <a:r>
              <a:rPr kumimoji="0" lang="en-US" altLang="en-US" sz="2100" b="0" i="0" u="none" strike="noStrike" cap="none" normalizeH="0" baseline="0" dirty="0">
                <a:ln>
                  <a:noFill/>
                </a:ln>
                <a:solidFill>
                  <a:srgbClr val="333333"/>
                </a:solidFill>
                <a:effectLst/>
                <a:latin typeface="Myriad Pro"/>
              </a:rPr>
              <a:t> and </a:t>
            </a:r>
            <a:r>
              <a:rPr kumimoji="0" lang="en-US" altLang="en-US" sz="2100" b="0" i="0" u="none" strike="noStrike" cap="none" normalizeH="0" baseline="0" dirty="0">
                <a:ln>
                  <a:noFill/>
                </a:ln>
                <a:solidFill>
                  <a:srgbClr val="333333"/>
                </a:solidFill>
                <a:effectLst/>
                <a:latin typeface="MathJax_Math-italic"/>
              </a:rPr>
              <a:t>Y</a:t>
            </a:r>
            <a:r>
              <a:rPr kumimoji="0" lang="en-US" altLang="en-US" sz="2100" b="0" i="0" u="none" strike="noStrike" cap="none" normalizeH="0" baseline="0" dirty="0">
                <a:ln>
                  <a:noFill/>
                </a:ln>
                <a:solidFill>
                  <a:srgbClr val="333333"/>
                </a:solidFill>
                <a:effectLst/>
                <a:latin typeface="Myriad Pro"/>
              </a:rPr>
              <a:t> with joint PMF given</a:t>
            </a:r>
            <a:r>
              <a:rPr kumimoji="0" lang="en-US" altLang="en-US" sz="2100" b="0" i="0" u="none" strike="noStrike" cap="none" normalizeH="0" baseline="0" dirty="0">
                <a:ln>
                  <a:noFill/>
                </a:ln>
                <a:solidFill>
                  <a:schemeClr val="tx1"/>
                </a:solidFill>
                <a:effectLst/>
              </a:rPr>
              <a:t> </a:t>
            </a:r>
          </a:p>
        </p:txBody>
      </p:sp>
      <p:pic>
        <p:nvPicPr>
          <p:cNvPr id="5" name="Picture 4"/>
          <p:cNvPicPr>
            <a:picLocks noChangeAspect="1"/>
          </p:cNvPicPr>
          <p:nvPr/>
        </p:nvPicPr>
        <p:blipFill>
          <a:blip r:embed="rId2"/>
          <a:stretch>
            <a:fillRect/>
          </a:stretch>
        </p:blipFill>
        <p:spPr>
          <a:xfrm>
            <a:off x="1401127" y="1166920"/>
            <a:ext cx="4086225" cy="2409825"/>
          </a:xfrm>
          <a:prstGeom prst="rect">
            <a:avLst/>
          </a:prstGeom>
        </p:spPr>
      </p:pic>
      <p:sp>
        <p:nvSpPr>
          <p:cNvPr id="6" name="Rectangle 2"/>
          <p:cNvSpPr>
            <a:spLocks noChangeArrowheads="1"/>
          </p:cNvSpPr>
          <p:nvPr/>
        </p:nvSpPr>
        <p:spPr bwMode="auto">
          <a:xfrm>
            <a:off x="5806440" y="1391530"/>
            <a:ext cx="5385816" cy="2092881"/>
          </a:xfrm>
          <a:prstGeom prst="rect">
            <a:avLst/>
          </a:prstGeom>
          <a:solidFill>
            <a:srgbClr val="F6F4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buFontTx/>
              <a:buAutoNum type="alphaLcPeriod"/>
            </a:pPr>
            <a:r>
              <a:rPr lang="en-US" altLang="en-US" dirty="0">
                <a:solidFill>
                  <a:srgbClr val="333333"/>
                </a:solidFill>
                <a:latin typeface="Myriad Pro"/>
              </a:rPr>
              <a:t>Find P(X=0,Y≤1).</a:t>
            </a:r>
          </a:p>
          <a:p>
            <a:pPr lvl="0">
              <a:buFontTx/>
              <a:buAutoNum type="alphaLcPeriod" startAt="2"/>
            </a:pPr>
            <a:r>
              <a:rPr lang="en-US" altLang="en-US" dirty="0">
                <a:solidFill>
                  <a:srgbClr val="333333"/>
                </a:solidFill>
                <a:latin typeface="Myriad Pro"/>
              </a:rPr>
              <a:t>Find the marginal PMFs of </a:t>
            </a:r>
            <a:r>
              <a:rPr lang="en-US" altLang="en-US" sz="2400" dirty="0">
                <a:solidFill>
                  <a:srgbClr val="333333"/>
                </a:solidFill>
                <a:latin typeface="MathJax_Math-italic"/>
              </a:rPr>
              <a:t>X</a:t>
            </a:r>
            <a:r>
              <a:rPr lang="en-US" altLang="en-US" dirty="0">
                <a:solidFill>
                  <a:srgbClr val="333333"/>
                </a:solidFill>
                <a:latin typeface="Myriad Pro"/>
              </a:rPr>
              <a:t> and </a:t>
            </a:r>
            <a:r>
              <a:rPr lang="en-US" altLang="en-US" sz="2400" dirty="0">
                <a:solidFill>
                  <a:srgbClr val="333333"/>
                </a:solidFill>
                <a:latin typeface="MathJax_Math-italic"/>
              </a:rPr>
              <a:t>Y</a:t>
            </a:r>
            <a:r>
              <a:rPr lang="en-US" altLang="en-US" dirty="0">
                <a:solidFill>
                  <a:srgbClr val="333333"/>
                </a:solidFill>
                <a:latin typeface="Myriad Pro"/>
              </a:rPr>
              <a:t>.</a:t>
            </a:r>
          </a:p>
          <a:p>
            <a:pPr lvl="0">
              <a:buFontTx/>
              <a:buAutoNum type="alphaLcPeriod" startAt="3"/>
            </a:pPr>
            <a:r>
              <a:rPr lang="en-US" altLang="en-US" dirty="0">
                <a:solidFill>
                  <a:srgbClr val="333333"/>
                </a:solidFill>
                <a:latin typeface="Myriad Pro"/>
              </a:rPr>
              <a:t>Find P(Y=1|X=0).</a:t>
            </a:r>
          </a:p>
          <a:p>
            <a:pPr lvl="0">
              <a:buFontTx/>
              <a:buAutoNum type="alphaLcPeriod" startAt="4"/>
            </a:pPr>
            <a:r>
              <a:rPr lang="en-US" altLang="en-US" dirty="0">
                <a:solidFill>
                  <a:srgbClr val="333333"/>
                </a:solidFill>
                <a:latin typeface="Myriad Pro"/>
              </a:rPr>
              <a:t>Are </a:t>
            </a:r>
            <a:r>
              <a:rPr lang="en-US" altLang="en-US" sz="2400" dirty="0">
                <a:solidFill>
                  <a:srgbClr val="333333"/>
                </a:solidFill>
                <a:latin typeface="MathJax_Math-italic"/>
              </a:rPr>
              <a:t>X</a:t>
            </a:r>
            <a:r>
              <a:rPr lang="en-US" altLang="en-US" dirty="0">
                <a:solidFill>
                  <a:srgbClr val="333333"/>
                </a:solidFill>
                <a:latin typeface="Myriad Pro"/>
              </a:rPr>
              <a:t> and </a:t>
            </a:r>
            <a:r>
              <a:rPr lang="en-US" altLang="en-US" sz="2400" dirty="0">
                <a:solidFill>
                  <a:srgbClr val="333333"/>
                </a:solidFill>
                <a:latin typeface="MathJax_Math-italic"/>
              </a:rPr>
              <a:t>Y</a:t>
            </a:r>
            <a:r>
              <a:rPr lang="en-US" altLang="en-US" dirty="0">
                <a:solidFill>
                  <a:srgbClr val="333333"/>
                </a:solidFill>
                <a:latin typeface="Myriad Pro"/>
              </a:rPr>
              <a:t> independent?</a:t>
            </a:r>
          </a:p>
          <a:p>
            <a:pPr lvl="0"/>
            <a:endParaRPr lang="en-US" altLang="en-US" sz="2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9911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DDA6B-1E10-4BB4-71B7-187690951347}"/>
              </a:ext>
            </a:extLst>
          </p:cNvPr>
          <p:cNvSpPr>
            <a:spLocks noGrp="1"/>
          </p:cNvSpPr>
          <p:nvPr>
            <p:ph idx="1"/>
          </p:nvPr>
        </p:nvSpPr>
        <p:spPr>
          <a:xfrm>
            <a:off x="4634696" y="578741"/>
            <a:ext cx="5781922" cy="3777622"/>
          </a:xfrm>
        </p:spPr>
        <p:txBody>
          <a:bodyPr/>
          <a:lstStyle/>
          <a:p>
            <a:pPr lvl="0">
              <a:buFontTx/>
              <a:buAutoNum type="alphaLcPeriod"/>
            </a:pPr>
            <a:r>
              <a:rPr lang="en-US" altLang="en-US" dirty="0">
                <a:solidFill>
                  <a:srgbClr val="333333"/>
                </a:solidFill>
                <a:latin typeface="Myriad Pro"/>
              </a:rPr>
              <a:t>Find P(X=-1,Y≤4).</a:t>
            </a:r>
          </a:p>
          <a:p>
            <a:pPr lvl="0">
              <a:buFontTx/>
              <a:buAutoNum type="alphaLcPeriod" startAt="2"/>
            </a:pPr>
            <a:r>
              <a:rPr lang="en-US" altLang="en-US" dirty="0">
                <a:solidFill>
                  <a:srgbClr val="333333"/>
                </a:solidFill>
                <a:latin typeface="Myriad Pro"/>
              </a:rPr>
              <a:t>Find the marginal PMFs of </a:t>
            </a:r>
            <a:r>
              <a:rPr lang="en-US" altLang="en-US" sz="2400" dirty="0">
                <a:solidFill>
                  <a:srgbClr val="333333"/>
                </a:solidFill>
                <a:latin typeface="MathJax_Math-italic"/>
              </a:rPr>
              <a:t>X</a:t>
            </a:r>
            <a:r>
              <a:rPr lang="en-US" altLang="en-US" dirty="0">
                <a:solidFill>
                  <a:srgbClr val="333333"/>
                </a:solidFill>
                <a:latin typeface="Myriad Pro"/>
              </a:rPr>
              <a:t> and </a:t>
            </a:r>
            <a:r>
              <a:rPr lang="en-US" altLang="en-US" sz="2400" dirty="0">
                <a:solidFill>
                  <a:srgbClr val="333333"/>
                </a:solidFill>
                <a:latin typeface="MathJax_Math-italic"/>
              </a:rPr>
              <a:t>Y</a:t>
            </a:r>
            <a:r>
              <a:rPr lang="en-US" altLang="en-US" dirty="0">
                <a:solidFill>
                  <a:srgbClr val="333333"/>
                </a:solidFill>
                <a:latin typeface="Myriad Pro"/>
              </a:rPr>
              <a:t>.</a:t>
            </a:r>
          </a:p>
          <a:p>
            <a:pPr lvl="0">
              <a:buFontTx/>
              <a:buAutoNum type="alphaLcPeriod" startAt="3"/>
            </a:pPr>
            <a:r>
              <a:rPr lang="en-US" altLang="en-US" dirty="0">
                <a:solidFill>
                  <a:srgbClr val="333333"/>
                </a:solidFill>
                <a:latin typeface="Myriad Pro"/>
              </a:rPr>
              <a:t>Find P(Y=1|X=2).</a:t>
            </a:r>
          </a:p>
          <a:p>
            <a:pPr lvl="0">
              <a:buFontTx/>
              <a:buAutoNum type="alphaLcPeriod" startAt="4"/>
            </a:pPr>
            <a:r>
              <a:rPr lang="en-US" altLang="en-US" dirty="0">
                <a:solidFill>
                  <a:srgbClr val="333333"/>
                </a:solidFill>
                <a:latin typeface="Myriad Pro"/>
              </a:rPr>
              <a:t>Are </a:t>
            </a:r>
            <a:r>
              <a:rPr lang="en-US" altLang="en-US" sz="2400" dirty="0">
                <a:solidFill>
                  <a:srgbClr val="333333"/>
                </a:solidFill>
                <a:latin typeface="MathJax_Math-italic"/>
              </a:rPr>
              <a:t>X</a:t>
            </a:r>
            <a:r>
              <a:rPr lang="en-US" altLang="en-US" dirty="0">
                <a:solidFill>
                  <a:srgbClr val="333333"/>
                </a:solidFill>
                <a:latin typeface="Myriad Pro"/>
              </a:rPr>
              <a:t> and </a:t>
            </a:r>
            <a:r>
              <a:rPr lang="en-US" altLang="en-US" sz="2400" dirty="0">
                <a:solidFill>
                  <a:srgbClr val="333333"/>
                </a:solidFill>
                <a:latin typeface="MathJax_Math-italic"/>
              </a:rPr>
              <a:t>Y</a:t>
            </a:r>
            <a:r>
              <a:rPr lang="en-US" altLang="en-US" dirty="0">
                <a:solidFill>
                  <a:srgbClr val="333333"/>
                </a:solidFill>
                <a:latin typeface="Myriad Pro"/>
              </a:rPr>
              <a:t> independent?</a:t>
            </a:r>
          </a:p>
          <a:p>
            <a:pPr marL="0" indent="0">
              <a:buNone/>
            </a:pPr>
            <a:endParaRPr lang="en-IN" dirty="0"/>
          </a:p>
        </p:txBody>
      </p:sp>
      <p:pic>
        <p:nvPicPr>
          <p:cNvPr id="5" name="Picture 4">
            <a:extLst>
              <a:ext uri="{FF2B5EF4-FFF2-40B4-BE49-F238E27FC236}">
                <a16:creationId xmlns:a16="http://schemas.microsoft.com/office/drawing/2014/main" id="{76C3FD9B-0658-7878-92B7-FA0475B3A354}"/>
              </a:ext>
            </a:extLst>
          </p:cNvPr>
          <p:cNvPicPr>
            <a:picLocks noChangeAspect="1"/>
          </p:cNvPicPr>
          <p:nvPr/>
        </p:nvPicPr>
        <p:blipFill>
          <a:blip r:embed="rId2"/>
          <a:stretch>
            <a:fillRect/>
          </a:stretch>
        </p:blipFill>
        <p:spPr>
          <a:xfrm>
            <a:off x="1657302" y="578741"/>
            <a:ext cx="2743570" cy="1884233"/>
          </a:xfrm>
          <a:prstGeom prst="rect">
            <a:avLst/>
          </a:prstGeom>
        </p:spPr>
      </p:pic>
    </p:spTree>
    <p:extLst>
      <p:ext uri="{BB962C8B-B14F-4D97-AF65-F5344CB8AC3E}">
        <p14:creationId xmlns:p14="http://schemas.microsoft.com/office/powerpoint/2010/main" val="1726609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1847850" y="188913"/>
            <a:ext cx="82804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b="1" dirty="0">
                <a:latin typeface="Times New Roman" panose="02020603050405020304" pitchFamily="18" charset="0"/>
              </a:rPr>
              <a:t>Marginal Density Function</a:t>
            </a:r>
          </a:p>
          <a:p>
            <a:pPr eaLnBrk="1" hangingPunct="1">
              <a:spcBef>
                <a:spcPct val="20000"/>
              </a:spcBef>
            </a:pPr>
            <a:r>
              <a:rPr lang="en-CA" altLang="en-US" sz="3200" dirty="0">
                <a:latin typeface="Times New Roman" panose="02020603050405020304" pitchFamily="18" charset="0"/>
              </a:rPr>
              <a:t>Let </a:t>
            </a:r>
            <a:r>
              <a:rPr lang="en-CA" altLang="en-US" sz="3200" i="1" dirty="0">
                <a:latin typeface="Times New Roman" panose="02020603050405020304" pitchFamily="18" charset="0"/>
              </a:rPr>
              <a:t>X </a:t>
            </a:r>
            <a:r>
              <a:rPr lang="en-CA" altLang="en-US" sz="3200" dirty="0">
                <a:latin typeface="Times New Roman" panose="02020603050405020304" pitchFamily="18" charset="0"/>
              </a:rPr>
              <a:t>and </a:t>
            </a:r>
            <a:r>
              <a:rPr lang="en-CA" altLang="en-US" sz="3200" i="1" dirty="0">
                <a:latin typeface="Times New Roman" panose="02020603050405020304" pitchFamily="18" charset="0"/>
              </a:rPr>
              <a:t>Y </a:t>
            </a:r>
            <a:r>
              <a:rPr lang="en-CA" altLang="en-US" sz="3200" dirty="0">
                <a:latin typeface="Times New Roman" panose="02020603050405020304" pitchFamily="18" charset="0"/>
              </a:rPr>
              <a:t>denote two discrete random variables with joint probability function</a:t>
            </a:r>
            <a:r>
              <a:rPr lang="en-CA" altLang="en-US" sz="3200" i="1" dirty="0">
                <a:latin typeface="Times New Roman" panose="02020603050405020304" pitchFamily="18" charset="0"/>
              </a:rPr>
              <a:t> </a:t>
            </a:r>
          </a:p>
          <a:p>
            <a:pPr eaLnBrk="1" hangingPunct="1">
              <a:spcBef>
                <a:spcPct val="20000"/>
              </a:spcBef>
            </a:pPr>
            <a:r>
              <a:rPr lang="en-CA" altLang="en-US" sz="3200" i="1" dirty="0">
                <a:latin typeface="Times New Roman" panose="02020603050405020304" pitchFamily="18" charset="0"/>
              </a:rPr>
              <a:t>	p</a:t>
            </a:r>
            <a:r>
              <a:rPr lang="en-CA" altLang="en-US" sz="3200" dirty="0">
                <a:latin typeface="Times New Roman" panose="02020603050405020304" pitchFamily="18" charset="0"/>
              </a:rPr>
              <a:t>(</a:t>
            </a:r>
            <a:r>
              <a:rPr lang="en-CA" altLang="en-US" sz="3200" i="1" dirty="0" err="1">
                <a:latin typeface="Times New Roman" panose="02020603050405020304" pitchFamily="18" charset="0"/>
              </a:rPr>
              <a:t>x,y</a:t>
            </a:r>
            <a:r>
              <a:rPr lang="en-CA" altLang="en-US" sz="3200" dirty="0">
                <a:latin typeface="Times New Roman" panose="02020603050405020304" pitchFamily="18" charset="0"/>
              </a:rPr>
              <a:t>) = </a:t>
            </a:r>
            <a:r>
              <a:rPr lang="en-CA" altLang="en-US" sz="3200" i="1" dirty="0">
                <a:latin typeface="Times New Roman" panose="02020603050405020304" pitchFamily="18" charset="0"/>
              </a:rPr>
              <a:t>P</a:t>
            </a:r>
            <a:r>
              <a:rPr lang="en-CA" altLang="en-US" sz="3200" dirty="0">
                <a:latin typeface="Times New Roman" panose="02020603050405020304" pitchFamily="18" charset="0"/>
              </a:rPr>
              <a:t>[</a:t>
            </a:r>
            <a:r>
              <a:rPr lang="en-CA" altLang="en-US" sz="3200" i="1" dirty="0">
                <a:latin typeface="Times New Roman" panose="02020603050405020304" pitchFamily="18" charset="0"/>
              </a:rPr>
              <a:t>X = x, Y = y</a:t>
            </a:r>
            <a:r>
              <a:rPr lang="en-CA" altLang="en-US" sz="3200" dirty="0">
                <a:latin typeface="Times New Roman" panose="02020603050405020304" pitchFamily="18" charset="0"/>
              </a:rPr>
              <a:t>]</a:t>
            </a:r>
          </a:p>
          <a:p>
            <a:pPr eaLnBrk="1" hangingPunct="1">
              <a:spcBef>
                <a:spcPct val="20000"/>
              </a:spcBef>
            </a:pPr>
            <a:r>
              <a:rPr lang="en-CA" altLang="en-US" sz="3200" dirty="0">
                <a:latin typeface="Times New Roman" panose="02020603050405020304" pitchFamily="18" charset="0"/>
              </a:rPr>
              <a:t>Then</a:t>
            </a:r>
          </a:p>
        </p:txBody>
      </p:sp>
      <p:sp>
        <p:nvSpPr>
          <p:cNvPr id="87043" name="Rectangle 3"/>
          <p:cNvSpPr>
            <a:spLocks noChangeArrowheads="1"/>
          </p:cNvSpPr>
          <p:nvPr/>
        </p:nvSpPr>
        <p:spPr bwMode="auto">
          <a:xfrm>
            <a:off x="2135189" y="3141664"/>
            <a:ext cx="828198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043238" indent="-3043238"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i="1">
                <a:latin typeface="Times New Roman" panose="02020603050405020304" pitchFamily="18" charset="0"/>
              </a:rPr>
              <a:t>p</a:t>
            </a:r>
            <a:r>
              <a:rPr lang="en-CA" altLang="en-US" sz="3200" i="1" baseline="-25000">
                <a:latin typeface="Times New Roman" panose="02020603050405020304" pitchFamily="18" charset="0"/>
              </a:rPr>
              <a:t>X</a:t>
            </a:r>
            <a:r>
              <a:rPr lang="en-CA" altLang="en-US" sz="3200">
                <a:latin typeface="Times New Roman" panose="02020603050405020304" pitchFamily="18" charset="0"/>
              </a:rPr>
              <a:t>(</a:t>
            </a:r>
            <a:r>
              <a:rPr lang="en-CA" altLang="en-US" sz="3200" i="1">
                <a:latin typeface="Times New Roman" panose="02020603050405020304" pitchFamily="18" charset="0"/>
              </a:rPr>
              <a:t>x</a:t>
            </a:r>
            <a:r>
              <a:rPr lang="en-CA" altLang="en-US" sz="3200">
                <a:latin typeface="Times New Roman" panose="02020603050405020304" pitchFamily="18" charset="0"/>
              </a:rPr>
              <a:t>) = </a:t>
            </a:r>
            <a:r>
              <a:rPr lang="en-CA" altLang="en-US" sz="3200" i="1">
                <a:latin typeface="Times New Roman" panose="02020603050405020304" pitchFamily="18" charset="0"/>
              </a:rPr>
              <a:t>P</a:t>
            </a:r>
            <a:r>
              <a:rPr lang="en-CA" altLang="en-US" sz="3200">
                <a:latin typeface="Times New Roman" panose="02020603050405020304" pitchFamily="18" charset="0"/>
              </a:rPr>
              <a:t>[</a:t>
            </a:r>
            <a:r>
              <a:rPr lang="en-CA" altLang="en-US" sz="3200" i="1">
                <a:latin typeface="Times New Roman" panose="02020603050405020304" pitchFamily="18" charset="0"/>
              </a:rPr>
              <a:t>X = x</a:t>
            </a:r>
            <a:r>
              <a:rPr lang="en-CA" altLang="en-US" sz="3200">
                <a:latin typeface="Times New Roman" panose="02020603050405020304" pitchFamily="18" charset="0"/>
              </a:rPr>
              <a:t>] is called the marginal probability function of </a:t>
            </a:r>
            <a:r>
              <a:rPr lang="en-CA" altLang="en-US" sz="3200" i="1">
                <a:latin typeface="Times New Roman" panose="02020603050405020304" pitchFamily="18" charset="0"/>
              </a:rPr>
              <a:t>X.</a:t>
            </a:r>
            <a:endParaRPr lang="en-CA" altLang="en-US" sz="3200">
              <a:latin typeface="Times New Roman" panose="02020603050405020304" pitchFamily="18" charset="0"/>
            </a:endParaRPr>
          </a:p>
        </p:txBody>
      </p:sp>
      <p:sp>
        <p:nvSpPr>
          <p:cNvPr id="87044" name="Rectangle 4"/>
          <p:cNvSpPr>
            <a:spLocks noChangeArrowheads="1"/>
          </p:cNvSpPr>
          <p:nvPr/>
        </p:nvSpPr>
        <p:spPr bwMode="auto">
          <a:xfrm>
            <a:off x="2208214" y="4724400"/>
            <a:ext cx="82819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043238" indent="-3043238"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i="1">
                <a:latin typeface="Times New Roman" panose="02020603050405020304" pitchFamily="18" charset="0"/>
              </a:rPr>
              <a:t>p</a:t>
            </a:r>
            <a:r>
              <a:rPr lang="en-CA" altLang="en-US" sz="3200" i="1" baseline="-25000">
                <a:latin typeface="Times New Roman" panose="02020603050405020304" pitchFamily="18" charset="0"/>
              </a:rPr>
              <a:t>Y</a:t>
            </a:r>
            <a:r>
              <a:rPr lang="en-CA" altLang="en-US" sz="3200">
                <a:latin typeface="Times New Roman" panose="02020603050405020304" pitchFamily="18" charset="0"/>
              </a:rPr>
              <a:t>(</a:t>
            </a:r>
            <a:r>
              <a:rPr lang="en-CA" altLang="en-US" sz="3200" i="1">
                <a:latin typeface="Times New Roman" panose="02020603050405020304" pitchFamily="18" charset="0"/>
              </a:rPr>
              <a:t>y</a:t>
            </a:r>
            <a:r>
              <a:rPr lang="en-CA" altLang="en-US" sz="3200">
                <a:latin typeface="Times New Roman" panose="02020603050405020304" pitchFamily="18" charset="0"/>
              </a:rPr>
              <a:t>) = </a:t>
            </a:r>
            <a:r>
              <a:rPr lang="en-CA" altLang="en-US" sz="3200" i="1">
                <a:latin typeface="Times New Roman" panose="02020603050405020304" pitchFamily="18" charset="0"/>
              </a:rPr>
              <a:t>P</a:t>
            </a:r>
            <a:r>
              <a:rPr lang="en-CA" altLang="en-US" sz="3200">
                <a:latin typeface="Times New Roman" panose="02020603050405020304" pitchFamily="18" charset="0"/>
              </a:rPr>
              <a:t>[</a:t>
            </a:r>
            <a:r>
              <a:rPr lang="en-CA" altLang="en-US" sz="3200" i="1">
                <a:latin typeface="Times New Roman" panose="02020603050405020304" pitchFamily="18" charset="0"/>
              </a:rPr>
              <a:t>Y = y</a:t>
            </a:r>
            <a:r>
              <a:rPr lang="en-CA" altLang="en-US" sz="3200">
                <a:latin typeface="Times New Roman" panose="02020603050405020304" pitchFamily="18" charset="0"/>
              </a:rPr>
              <a:t>] is called the marginal probability function of </a:t>
            </a:r>
            <a:r>
              <a:rPr lang="en-CA" altLang="en-US" sz="3200" i="1">
                <a:latin typeface="Times New Roman" panose="02020603050405020304" pitchFamily="18" charset="0"/>
              </a:rPr>
              <a:t>Y.</a:t>
            </a:r>
            <a:endParaRPr lang="en-CA" altLang="en-US" sz="3200">
              <a:latin typeface="Times New Roman" panose="02020603050405020304" pitchFamily="18" charset="0"/>
            </a:endParaRPr>
          </a:p>
        </p:txBody>
      </p:sp>
      <p:sp>
        <p:nvSpPr>
          <p:cNvPr id="87045" name="Rectangle 5"/>
          <p:cNvSpPr>
            <a:spLocks noChangeArrowheads="1"/>
          </p:cNvSpPr>
          <p:nvPr/>
        </p:nvSpPr>
        <p:spPr bwMode="auto">
          <a:xfrm>
            <a:off x="1919289" y="4005263"/>
            <a:ext cx="9366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a:latin typeface="Times New Roman" panose="02020603050405020304" pitchFamily="18" charset="0"/>
              </a:rPr>
              <a:t>and</a:t>
            </a:r>
          </a:p>
        </p:txBody>
      </p:sp>
    </p:spTree>
    <p:extLst>
      <p:ext uri="{BB962C8B-B14F-4D97-AF65-F5344CB8AC3E}">
        <p14:creationId xmlns:p14="http://schemas.microsoft.com/office/powerpoint/2010/main" val="2046265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1847850" y="188913"/>
            <a:ext cx="82804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b="1" dirty="0">
                <a:latin typeface="Times New Roman" panose="02020603050405020304" pitchFamily="18" charset="0"/>
              </a:rPr>
              <a:t>Conditional Density Function </a:t>
            </a:r>
          </a:p>
          <a:p>
            <a:pPr eaLnBrk="1" hangingPunct="1">
              <a:spcBef>
                <a:spcPct val="20000"/>
              </a:spcBef>
            </a:pPr>
            <a:r>
              <a:rPr lang="en-CA" altLang="en-US" sz="3200" dirty="0">
                <a:latin typeface="Times New Roman" panose="02020603050405020304" pitchFamily="18" charset="0"/>
              </a:rPr>
              <a:t>Let </a:t>
            </a:r>
            <a:r>
              <a:rPr lang="en-CA" altLang="en-US" sz="3200" i="1" dirty="0">
                <a:latin typeface="Times New Roman" panose="02020603050405020304" pitchFamily="18" charset="0"/>
              </a:rPr>
              <a:t>X </a:t>
            </a:r>
            <a:r>
              <a:rPr lang="en-CA" altLang="en-US" sz="3200" dirty="0">
                <a:latin typeface="Times New Roman" panose="02020603050405020304" pitchFamily="18" charset="0"/>
              </a:rPr>
              <a:t>and </a:t>
            </a:r>
            <a:r>
              <a:rPr lang="en-CA" altLang="en-US" sz="3200" i="1" dirty="0">
                <a:latin typeface="Times New Roman" panose="02020603050405020304" pitchFamily="18" charset="0"/>
              </a:rPr>
              <a:t>Y </a:t>
            </a:r>
            <a:r>
              <a:rPr lang="en-CA" altLang="en-US" sz="3200" dirty="0">
                <a:latin typeface="Times New Roman" panose="02020603050405020304" pitchFamily="18" charset="0"/>
              </a:rPr>
              <a:t>denote two discrete random variables with joint probability function</a:t>
            </a:r>
            <a:r>
              <a:rPr lang="en-CA" altLang="en-US" sz="3200" i="1" dirty="0">
                <a:latin typeface="Times New Roman" panose="02020603050405020304" pitchFamily="18" charset="0"/>
              </a:rPr>
              <a:t> </a:t>
            </a:r>
          </a:p>
          <a:p>
            <a:pPr eaLnBrk="1" hangingPunct="1">
              <a:spcBef>
                <a:spcPct val="20000"/>
              </a:spcBef>
            </a:pPr>
            <a:r>
              <a:rPr lang="en-CA" altLang="en-US" sz="3200" i="1" dirty="0">
                <a:latin typeface="Times New Roman" panose="02020603050405020304" pitchFamily="18" charset="0"/>
              </a:rPr>
              <a:t>	p</a:t>
            </a:r>
            <a:r>
              <a:rPr lang="en-CA" altLang="en-US" sz="3200" dirty="0">
                <a:latin typeface="Times New Roman" panose="02020603050405020304" pitchFamily="18" charset="0"/>
              </a:rPr>
              <a:t>(</a:t>
            </a:r>
            <a:r>
              <a:rPr lang="en-CA" altLang="en-US" sz="3200" i="1" dirty="0" err="1">
                <a:latin typeface="Times New Roman" panose="02020603050405020304" pitchFamily="18" charset="0"/>
              </a:rPr>
              <a:t>x,y</a:t>
            </a:r>
            <a:r>
              <a:rPr lang="en-CA" altLang="en-US" sz="3200" dirty="0">
                <a:latin typeface="Times New Roman" panose="02020603050405020304" pitchFamily="18" charset="0"/>
              </a:rPr>
              <a:t>) = </a:t>
            </a:r>
            <a:r>
              <a:rPr lang="en-CA" altLang="en-US" sz="3200" i="1" dirty="0">
                <a:latin typeface="Times New Roman" panose="02020603050405020304" pitchFamily="18" charset="0"/>
              </a:rPr>
              <a:t>P</a:t>
            </a:r>
            <a:r>
              <a:rPr lang="en-CA" altLang="en-US" sz="3200" dirty="0">
                <a:latin typeface="Times New Roman" panose="02020603050405020304" pitchFamily="18" charset="0"/>
              </a:rPr>
              <a:t>[</a:t>
            </a:r>
            <a:r>
              <a:rPr lang="en-CA" altLang="en-US" sz="3200" i="1" dirty="0">
                <a:latin typeface="Times New Roman" panose="02020603050405020304" pitchFamily="18" charset="0"/>
              </a:rPr>
              <a:t>X = x, Y = y</a:t>
            </a:r>
            <a:r>
              <a:rPr lang="en-CA" altLang="en-US" sz="3200" dirty="0">
                <a:latin typeface="Times New Roman" panose="02020603050405020304" pitchFamily="18" charset="0"/>
              </a:rPr>
              <a:t>]</a:t>
            </a:r>
          </a:p>
          <a:p>
            <a:pPr eaLnBrk="1" hangingPunct="1">
              <a:spcBef>
                <a:spcPct val="20000"/>
              </a:spcBef>
            </a:pPr>
            <a:r>
              <a:rPr lang="en-CA" altLang="en-US" sz="3200" dirty="0">
                <a:latin typeface="Times New Roman" panose="02020603050405020304" pitchFamily="18" charset="0"/>
              </a:rPr>
              <a:t>Then</a:t>
            </a:r>
          </a:p>
        </p:txBody>
      </p:sp>
      <p:sp>
        <p:nvSpPr>
          <p:cNvPr id="90115" name="Rectangle 3"/>
          <p:cNvSpPr>
            <a:spLocks noChangeArrowheads="1"/>
          </p:cNvSpPr>
          <p:nvPr/>
        </p:nvSpPr>
        <p:spPr bwMode="auto">
          <a:xfrm>
            <a:off x="1919289" y="3213100"/>
            <a:ext cx="8843199"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043238" indent="-3043238"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2800" i="1" dirty="0" err="1">
                <a:latin typeface="Times New Roman" panose="02020603050405020304" pitchFamily="18" charset="0"/>
              </a:rPr>
              <a:t>p</a:t>
            </a:r>
            <a:r>
              <a:rPr lang="en-CA" altLang="en-US" sz="2800" i="1" baseline="-25000" dirty="0" err="1">
                <a:latin typeface="Times New Roman" panose="02020603050405020304" pitchFamily="18" charset="0"/>
              </a:rPr>
              <a:t>X</a:t>
            </a:r>
            <a:r>
              <a:rPr lang="en-CA" altLang="en-US" sz="2800" i="1" baseline="-25000" dirty="0">
                <a:latin typeface="Times New Roman" panose="02020603050405020304" pitchFamily="18" charset="0"/>
              </a:rPr>
              <a:t> </a:t>
            </a:r>
            <a:r>
              <a:rPr lang="en-CA" altLang="en-US" sz="2800" baseline="-25000" dirty="0">
                <a:latin typeface="Times New Roman" panose="02020603050405020304" pitchFamily="18" charset="0"/>
              </a:rPr>
              <a:t>|</a:t>
            </a:r>
            <a:r>
              <a:rPr lang="en-CA" altLang="en-US" sz="2800" i="1" baseline="-25000" dirty="0">
                <a:latin typeface="Times New Roman" panose="02020603050405020304" pitchFamily="18" charset="0"/>
              </a:rPr>
              <a:t>Y</a:t>
            </a:r>
            <a:r>
              <a:rPr lang="en-CA" altLang="en-US" sz="2800" dirty="0">
                <a:latin typeface="Times New Roman" panose="02020603050405020304" pitchFamily="18" charset="0"/>
              </a:rPr>
              <a:t>(</a:t>
            </a:r>
            <a:r>
              <a:rPr lang="en-CA" altLang="en-US" sz="2800" i="1" dirty="0" err="1">
                <a:latin typeface="Times New Roman" panose="02020603050405020304" pitchFamily="18" charset="0"/>
              </a:rPr>
              <a:t>x</a:t>
            </a:r>
            <a:r>
              <a:rPr lang="en-CA" altLang="en-US" sz="2800" dirty="0" err="1">
                <a:latin typeface="Times New Roman" panose="02020603050405020304" pitchFamily="18" charset="0"/>
              </a:rPr>
              <a:t>|</a:t>
            </a:r>
            <a:r>
              <a:rPr lang="en-CA" altLang="en-US" sz="2800" i="1" dirty="0" err="1">
                <a:latin typeface="Times New Roman" panose="02020603050405020304" pitchFamily="18" charset="0"/>
              </a:rPr>
              <a:t>y</a:t>
            </a:r>
            <a:r>
              <a:rPr lang="en-CA" altLang="en-US" sz="2800" dirty="0">
                <a:latin typeface="Times New Roman" panose="02020603050405020304" pitchFamily="18" charset="0"/>
              </a:rPr>
              <a:t>) = </a:t>
            </a:r>
            <a:r>
              <a:rPr lang="en-CA" altLang="en-US" sz="2800" i="1" dirty="0">
                <a:latin typeface="Times New Roman" panose="02020603050405020304" pitchFamily="18" charset="0"/>
              </a:rPr>
              <a:t>P</a:t>
            </a:r>
            <a:r>
              <a:rPr lang="en-CA" altLang="en-US" sz="2800" dirty="0">
                <a:latin typeface="Times New Roman" panose="02020603050405020304" pitchFamily="18" charset="0"/>
              </a:rPr>
              <a:t>[</a:t>
            </a:r>
            <a:r>
              <a:rPr lang="en-CA" altLang="en-US" sz="2800" i="1" dirty="0">
                <a:latin typeface="Times New Roman" panose="02020603050405020304" pitchFamily="18" charset="0"/>
              </a:rPr>
              <a:t>X = </a:t>
            </a:r>
            <a:r>
              <a:rPr lang="en-CA" altLang="en-US" sz="2800" i="1" dirty="0" err="1">
                <a:latin typeface="Times New Roman" panose="02020603050405020304" pitchFamily="18" charset="0"/>
              </a:rPr>
              <a:t>x</a:t>
            </a:r>
            <a:r>
              <a:rPr lang="en-CA" altLang="en-US" sz="2800" dirty="0" err="1">
                <a:latin typeface="Times New Roman" panose="02020603050405020304" pitchFamily="18" charset="0"/>
              </a:rPr>
              <a:t>|</a:t>
            </a:r>
            <a:r>
              <a:rPr lang="en-CA" altLang="en-US" sz="2800" i="1" dirty="0" err="1">
                <a:latin typeface="Times New Roman" panose="02020603050405020304" pitchFamily="18" charset="0"/>
              </a:rPr>
              <a:t>Y</a:t>
            </a:r>
            <a:r>
              <a:rPr lang="en-CA" altLang="en-US" sz="2800" i="1" dirty="0">
                <a:latin typeface="Times New Roman" panose="02020603050405020304" pitchFamily="18" charset="0"/>
              </a:rPr>
              <a:t> = y</a:t>
            </a:r>
            <a:r>
              <a:rPr lang="en-CA" altLang="en-US" sz="2800" dirty="0">
                <a:latin typeface="Times New Roman" panose="02020603050405020304" pitchFamily="18" charset="0"/>
              </a:rPr>
              <a:t>] is called the </a:t>
            </a:r>
            <a:r>
              <a:rPr lang="en-CA" altLang="en-US" sz="2800" b="1" dirty="0">
                <a:latin typeface="Times New Roman" panose="02020603050405020304" pitchFamily="18" charset="0"/>
              </a:rPr>
              <a:t>conditional probability function</a:t>
            </a:r>
            <a:r>
              <a:rPr lang="en-CA" altLang="en-US" sz="2800" dirty="0">
                <a:latin typeface="Times New Roman" panose="02020603050405020304" pitchFamily="18" charset="0"/>
              </a:rPr>
              <a:t> of </a:t>
            </a:r>
            <a:r>
              <a:rPr lang="en-CA" altLang="en-US" sz="2800" i="1" dirty="0">
                <a:latin typeface="Times New Roman" panose="02020603050405020304" pitchFamily="18" charset="0"/>
              </a:rPr>
              <a:t>X </a:t>
            </a:r>
            <a:r>
              <a:rPr lang="en-CA" altLang="en-US" sz="2800" dirty="0">
                <a:latin typeface="Times New Roman" panose="02020603050405020304" pitchFamily="18" charset="0"/>
              </a:rPr>
              <a:t>given</a:t>
            </a:r>
            <a:r>
              <a:rPr lang="en-CA" altLang="en-US" sz="2800" i="1" dirty="0">
                <a:latin typeface="Times New Roman" panose="02020603050405020304" pitchFamily="18" charset="0"/>
              </a:rPr>
              <a:t> Y = y</a:t>
            </a:r>
          </a:p>
        </p:txBody>
      </p:sp>
      <p:sp>
        <p:nvSpPr>
          <p:cNvPr id="90116" name="Rectangle 5"/>
          <p:cNvSpPr>
            <a:spLocks noChangeArrowheads="1"/>
          </p:cNvSpPr>
          <p:nvPr/>
        </p:nvSpPr>
        <p:spPr bwMode="auto">
          <a:xfrm>
            <a:off x="1992314" y="4365626"/>
            <a:ext cx="9366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a:latin typeface="Times New Roman" panose="02020603050405020304" pitchFamily="18" charset="0"/>
              </a:rPr>
              <a:t>and</a:t>
            </a:r>
          </a:p>
        </p:txBody>
      </p:sp>
      <p:sp>
        <p:nvSpPr>
          <p:cNvPr id="90117" name="Rectangle 6"/>
          <p:cNvSpPr>
            <a:spLocks noChangeArrowheads="1"/>
          </p:cNvSpPr>
          <p:nvPr/>
        </p:nvSpPr>
        <p:spPr bwMode="auto">
          <a:xfrm>
            <a:off x="2063750" y="5084764"/>
            <a:ext cx="922909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043238" indent="-3043238"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2800" i="1" dirty="0" err="1">
                <a:latin typeface="Times New Roman" panose="02020603050405020304" pitchFamily="18" charset="0"/>
              </a:rPr>
              <a:t>p</a:t>
            </a:r>
            <a:r>
              <a:rPr lang="en-CA" altLang="en-US" sz="2800" i="1" baseline="-25000" dirty="0" err="1">
                <a:latin typeface="Times New Roman" panose="02020603050405020304" pitchFamily="18" charset="0"/>
              </a:rPr>
              <a:t>Y</a:t>
            </a:r>
            <a:r>
              <a:rPr lang="en-CA" altLang="en-US" sz="2800" i="1" baseline="-25000" dirty="0">
                <a:latin typeface="Times New Roman" panose="02020603050405020304" pitchFamily="18" charset="0"/>
              </a:rPr>
              <a:t> </a:t>
            </a:r>
            <a:r>
              <a:rPr lang="en-CA" altLang="en-US" sz="2800" baseline="-25000" dirty="0">
                <a:latin typeface="Times New Roman" panose="02020603050405020304" pitchFamily="18" charset="0"/>
              </a:rPr>
              <a:t>|</a:t>
            </a:r>
            <a:r>
              <a:rPr lang="en-CA" altLang="en-US" sz="2800" i="1" baseline="-25000" dirty="0">
                <a:latin typeface="Times New Roman" panose="02020603050405020304" pitchFamily="18" charset="0"/>
              </a:rPr>
              <a:t>X</a:t>
            </a:r>
            <a:r>
              <a:rPr lang="en-CA" altLang="en-US" sz="2800" dirty="0">
                <a:latin typeface="Times New Roman" panose="02020603050405020304" pitchFamily="18" charset="0"/>
              </a:rPr>
              <a:t>(</a:t>
            </a:r>
            <a:r>
              <a:rPr lang="en-CA" altLang="en-US" sz="2800" i="1" dirty="0" err="1">
                <a:latin typeface="Times New Roman" panose="02020603050405020304" pitchFamily="18" charset="0"/>
              </a:rPr>
              <a:t>y</a:t>
            </a:r>
            <a:r>
              <a:rPr lang="en-CA" altLang="en-US" sz="2800" dirty="0" err="1">
                <a:latin typeface="Times New Roman" panose="02020603050405020304" pitchFamily="18" charset="0"/>
              </a:rPr>
              <a:t>|</a:t>
            </a:r>
            <a:r>
              <a:rPr lang="en-CA" altLang="en-US" sz="2800" i="1" dirty="0" err="1">
                <a:latin typeface="Times New Roman" panose="02020603050405020304" pitchFamily="18" charset="0"/>
              </a:rPr>
              <a:t>x</a:t>
            </a:r>
            <a:r>
              <a:rPr lang="en-CA" altLang="en-US" sz="2800" dirty="0">
                <a:latin typeface="Times New Roman" panose="02020603050405020304" pitchFamily="18" charset="0"/>
              </a:rPr>
              <a:t>) = </a:t>
            </a:r>
            <a:r>
              <a:rPr lang="en-CA" altLang="en-US" sz="2800" i="1" dirty="0">
                <a:latin typeface="Times New Roman" panose="02020603050405020304" pitchFamily="18" charset="0"/>
              </a:rPr>
              <a:t>P</a:t>
            </a:r>
            <a:r>
              <a:rPr lang="en-CA" altLang="en-US" sz="2800" dirty="0">
                <a:latin typeface="Times New Roman" panose="02020603050405020304" pitchFamily="18" charset="0"/>
              </a:rPr>
              <a:t>[</a:t>
            </a:r>
            <a:r>
              <a:rPr lang="en-CA" altLang="en-US" sz="2800" i="1" dirty="0">
                <a:latin typeface="Times New Roman" panose="02020603050405020304" pitchFamily="18" charset="0"/>
              </a:rPr>
              <a:t>Y = </a:t>
            </a:r>
            <a:r>
              <a:rPr lang="en-CA" altLang="en-US" sz="2800" i="1" dirty="0" err="1">
                <a:latin typeface="Times New Roman" panose="02020603050405020304" pitchFamily="18" charset="0"/>
              </a:rPr>
              <a:t>y</a:t>
            </a:r>
            <a:r>
              <a:rPr lang="en-CA" altLang="en-US" sz="2800" dirty="0" err="1">
                <a:latin typeface="Times New Roman" panose="02020603050405020304" pitchFamily="18" charset="0"/>
              </a:rPr>
              <a:t>|</a:t>
            </a:r>
            <a:r>
              <a:rPr lang="en-CA" altLang="en-US" sz="2800" i="1" dirty="0" err="1">
                <a:latin typeface="Times New Roman" panose="02020603050405020304" pitchFamily="18" charset="0"/>
              </a:rPr>
              <a:t>X</a:t>
            </a:r>
            <a:r>
              <a:rPr lang="en-CA" altLang="en-US" sz="2800" i="1" dirty="0">
                <a:latin typeface="Times New Roman" panose="02020603050405020304" pitchFamily="18" charset="0"/>
              </a:rPr>
              <a:t> = x</a:t>
            </a:r>
            <a:r>
              <a:rPr lang="en-CA" altLang="en-US" sz="2800" dirty="0">
                <a:latin typeface="Times New Roman" panose="02020603050405020304" pitchFamily="18" charset="0"/>
              </a:rPr>
              <a:t>] is called the </a:t>
            </a:r>
            <a:r>
              <a:rPr lang="en-CA" altLang="en-US" sz="2800" b="1" dirty="0">
                <a:latin typeface="Times New Roman" panose="02020603050405020304" pitchFamily="18" charset="0"/>
              </a:rPr>
              <a:t>conditional probability function</a:t>
            </a:r>
            <a:r>
              <a:rPr lang="en-CA" altLang="en-US" sz="2800" dirty="0">
                <a:latin typeface="Times New Roman" panose="02020603050405020304" pitchFamily="18" charset="0"/>
              </a:rPr>
              <a:t> of </a:t>
            </a:r>
            <a:r>
              <a:rPr lang="en-CA" altLang="en-US" sz="2800" i="1" dirty="0">
                <a:latin typeface="Times New Roman" panose="02020603050405020304" pitchFamily="18" charset="0"/>
              </a:rPr>
              <a:t>Y </a:t>
            </a:r>
            <a:r>
              <a:rPr lang="en-CA" altLang="en-US" sz="2800" dirty="0">
                <a:latin typeface="Times New Roman" panose="02020603050405020304" pitchFamily="18" charset="0"/>
              </a:rPr>
              <a:t>given</a:t>
            </a:r>
            <a:r>
              <a:rPr lang="en-CA" altLang="en-US" sz="2800" i="1" dirty="0">
                <a:latin typeface="Times New Roman" panose="02020603050405020304" pitchFamily="18" charset="0"/>
              </a:rPr>
              <a:t> X = x</a:t>
            </a:r>
          </a:p>
        </p:txBody>
      </p:sp>
    </p:spTree>
    <p:extLst>
      <p:ext uri="{BB962C8B-B14F-4D97-AF65-F5344CB8AC3E}">
        <p14:creationId xmlns:p14="http://schemas.microsoft.com/office/powerpoint/2010/main" val="2749164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EFBD59-9631-9A5F-9231-210A52A95321}"/>
              </a:ext>
            </a:extLst>
          </p:cNvPr>
          <p:cNvSpPr txBox="1"/>
          <p:nvPr/>
        </p:nvSpPr>
        <p:spPr>
          <a:xfrm>
            <a:off x="1746316" y="312797"/>
            <a:ext cx="7746476" cy="2585323"/>
          </a:xfrm>
          <a:prstGeom prst="rect">
            <a:avLst/>
          </a:prstGeom>
          <a:noFill/>
        </p:spPr>
        <p:txBody>
          <a:bodyPr wrap="square">
            <a:spAutoFit/>
          </a:bodyPr>
          <a:lstStyle/>
          <a:p>
            <a:r>
              <a:rPr lang="en-US" dirty="0"/>
              <a:t>Consider the following joint discrete probability mass function (</a:t>
            </a:r>
            <a:r>
              <a:rPr lang="en-US" dirty="0" err="1"/>
              <a:t>pmf</a:t>
            </a:r>
            <a:r>
              <a:rPr lang="en-US" dirty="0"/>
              <a:t>):</a:t>
            </a:r>
          </a:p>
          <a:p>
            <a:endParaRPr lang="en-US" dirty="0"/>
          </a:p>
          <a:p>
            <a:r>
              <a:rPr lang="en-US" dirty="0"/>
              <a:t>p(</a:t>
            </a:r>
            <a:r>
              <a:rPr lang="en-US" dirty="0" err="1"/>
              <a:t>x,y</a:t>
            </a:r>
            <a:r>
              <a:rPr lang="en-US" dirty="0"/>
              <a:t>) = 0.1 for (x, y) = (1, 1), (2, 1), (1, 2), and (2, 2)</a:t>
            </a:r>
          </a:p>
          <a:p>
            <a:endParaRPr lang="en-US" dirty="0"/>
          </a:p>
          <a:p>
            <a:r>
              <a:rPr lang="en-US" dirty="0"/>
              <a:t>p(</a:t>
            </a:r>
            <a:r>
              <a:rPr lang="en-US" dirty="0" err="1"/>
              <a:t>x,y</a:t>
            </a:r>
            <a:r>
              <a:rPr lang="en-US" dirty="0"/>
              <a:t>) = 0.2 for (x, y) = (0, 0)</a:t>
            </a:r>
          </a:p>
          <a:p>
            <a:endParaRPr lang="en-US" dirty="0"/>
          </a:p>
          <a:p>
            <a:r>
              <a:rPr lang="en-US" dirty="0"/>
              <a:t>p(</a:t>
            </a:r>
            <a:r>
              <a:rPr lang="en-US" dirty="0" err="1"/>
              <a:t>x,y</a:t>
            </a:r>
            <a:r>
              <a:rPr lang="en-US" dirty="0"/>
              <a:t>) = 0.4 for (x, y) = (3, 3)</a:t>
            </a:r>
          </a:p>
          <a:p>
            <a:endParaRPr lang="en-US" dirty="0"/>
          </a:p>
          <a:p>
            <a:r>
              <a:rPr lang="en-US" dirty="0"/>
              <a:t>Obtain conditional </a:t>
            </a:r>
            <a:r>
              <a:rPr lang="en-US" dirty="0" err="1"/>
              <a:t>pmf</a:t>
            </a:r>
            <a:r>
              <a:rPr lang="en-US" dirty="0"/>
              <a:t> of X when Y = 1.</a:t>
            </a:r>
            <a:endParaRPr lang="en-IN" dirty="0"/>
          </a:p>
        </p:txBody>
      </p:sp>
    </p:spTree>
    <p:extLst>
      <p:ext uri="{BB962C8B-B14F-4D97-AF65-F5344CB8AC3E}">
        <p14:creationId xmlns:p14="http://schemas.microsoft.com/office/powerpoint/2010/main" val="2495947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solidFill>
                  <a:srgbClr val="333333"/>
                </a:solidFill>
                <a:latin typeface="Myriad Pro"/>
              </a:rPr>
              <a:t>Consider two random variables </a:t>
            </a:r>
            <a:r>
              <a:rPr lang="en-US" altLang="en-US" sz="4400" dirty="0">
                <a:solidFill>
                  <a:srgbClr val="333333"/>
                </a:solidFill>
                <a:latin typeface="MathJax_Math-italic"/>
              </a:rPr>
              <a:t>X</a:t>
            </a:r>
            <a:r>
              <a:rPr lang="en-US" altLang="en-US" dirty="0">
                <a:solidFill>
                  <a:srgbClr val="333333"/>
                </a:solidFill>
                <a:latin typeface="Myriad Pro"/>
              </a:rPr>
              <a:t> and </a:t>
            </a:r>
            <a:r>
              <a:rPr lang="en-US" altLang="en-US" sz="4400" dirty="0">
                <a:solidFill>
                  <a:srgbClr val="333333"/>
                </a:solidFill>
                <a:latin typeface="MathJax_Math-italic"/>
              </a:rPr>
              <a:t>Y</a:t>
            </a:r>
            <a:r>
              <a:rPr lang="en-US" altLang="en-US" dirty="0">
                <a:solidFill>
                  <a:srgbClr val="333333"/>
                </a:solidFill>
                <a:latin typeface="Myriad Pro"/>
              </a:rPr>
              <a:t> with joint PMF given</a:t>
            </a:r>
            <a:r>
              <a:rPr lang="en-US" altLang="en-US" sz="1800" dirty="0">
                <a:solidFill>
                  <a:schemeClr val="tx1"/>
                </a:solidFill>
              </a:rPr>
              <a:t> </a:t>
            </a:r>
            <a:br>
              <a:rPr lang="en-US" altLang="en-US" sz="4800" dirty="0">
                <a:solidFill>
                  <a:schemeClr val="tx1"/>
                </a:solidFill>
                <a:latin typeface="Arial" panose="020B0604020202020204" pitchFamily="34" charset="0"/>
              </a:rPr>
            </a:br>
            <a:endParaRPr lang="en-US" dirty="0"/>
          </a:p>
        </p:txBody>
      </p:sp>
      <p:pic>
        <p:nvPicPr>
          <p:cNvPr id="5" name="Picture 4"/>
          <p:cNvPicPr>
            <a:picLocks noChangeAspect="1"/>
          </p:cNvPicPr>
          <p:nvPr/>
        </p:nvPicPr>
        <p:blipFill>
          <a:blip r:embed="rId2"/>
          <a:stretch>
            <a:fillRect/>
          </a:stretch>
        </p:blipFill>
        <p:spPr>
          <a:xfrm>
            <a:off x="990790" y="1905000"/>
            <a:ext cx="4587049" cy="3314342"/>
          </a:xfrm>
          <a:prstGeom prst="rect">
            <a:avLst/>
          </a:prstGeom>
        </p:spPr>
      </p:pic>
      <p:pic>
        <p:nvPicPr>
          <p:cNvPr id="6" name="Picture 5"/>
          <p:cNvPicPr>
            <a:picLocks noChangeAspect="1"/>
          </p:cNvPicPr>
          <p:nvPr/>
        </p:nvPicPr>
        <p:blipFill>
          <a:blip r:embed="rId3"/>
          <a:stretch>
            <a:fillRect/>
          </a:stretch>
        </p:blipFill>
        <p:spPr>
          <a:xfrm>
            <a:off x="6034849" y="1905000"/>
            <a:ext cx="4200525" cy="1314450"/>
          </a:xfrm>
          <a:prstGeom prst="rect">
            <a:avLst/>
          </a:prstGeom>
        </p:spPr>
      </p:pic>
    </p:spTree>
    <p:extLst>
      <p:ext uri="{BB962C8B-B14F-4D97-AF65-F5344CB8AC3E}">
        <p14:creationId xmlns:p14="http://schemas.microsoft.com/office/powerpoint/2010/main" val="1903477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2"/>
          <p:cNvSpPr>
            <a:spLocks noChangeArrowheads="1"/>
          </p:cNvSpPr>
          <p:nvPr/>
        </p:nvSpPr>
        <p:spPr bwMode="auto">
          <a:xfrm>
            <a:off x="1738248" y="261143"/>
            <a:ext cx="9764903"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CA" altLang="en-US" sz="3200" b="1" dirty="0">
                <a:latin typeface="Times New Roman" panose="02020603050405020304" pitchFamily="18" charset="0"/>
              </a:rPr>
              <a:t>Joint probability density function of  Continuous Random Variable: </a:t>
            </a:r>
          </a:p>
          <a:p>
            <a:pPr eaLnBrk="1" hangingPunct="1">
              <a:spcBef>
                <a:spcPct val="20000"/>
              </a:spcBef>
            </a:pPr>
            <a:r>
              <a:rPr lang="en-CA" altLang="en-US" sz="3200" dirty="0">
                <a:latin typeface="Times New Roman" panose="02020603050405020304" pitchFamily="18" charset="0"/>
              </a:rPr>
              <a:t>Two random variable are said to have joint probability density function </a:t>
            </a:r>
            <a:r>
              <a:rPr lang="en-CA" altLang="en-US" sz="3200" i="1" dirty="0">
                <a:latin typeface="Times New Roman" panose="02020603050405020304" pitchFamily="18" charset="0"/>
              </a:rPr>
              <a:t>f</a:t>
            </a:r>
            <a:r>
              <a:rPr lang="en-CA" altLang="en-US" sz="3200" dirty="0">
                <a:latin typeface="Times New Roman" panose="02020603050405020304" pitchFamily="18" charset="0"/>
              </a:rPr>
              <a:t>(</a:t>
            </a:r>
            <a:r>
              <a:rPr lang="en-CA" altLang="en-US" sz="3200" i="1" dirty="0" err="1">
                <a:latin typeface="Times New Roman" panose="02020603050405020304" pitchFamily="18" charset="0"/>
              </a:rPr>
              <a:t>x,y</a:t>
            </a:r>
            <a:r>
              <a:rPr lang="en-CA" altLang="en-US" sz="3200" dirty="0">
                <a:latin typeface="Times New Roman" panose="02020603050405020304" pitchFamily="18" charset="0"/>
              </a:rPr>
              <a:t>) if</a:t>
            </a:r>
          </a:p>
        </p:txBody>
      </p:sp>
      <p:graphicFrame>
        <p:nvGraphicFramePr>
          <p:cNvPr id="19458" name="Object 2"/>
          <p:cNvGraphicFramePr>
            <a:graphicFrameLocks noChangeAspect="1"/>
          </p:cNvGraphicFramePr>
          <p:nvPr/>
        </p:nvGraphicFramePr>
        <p:xfrm>
          <a:off x="2927351" y="2492375"/>
          <a:ext cx="2581275" cy="636588"/>
        </p:xfrm>
        <a:graphic>
          <a:graphicData uri="http://schemas.openxmlformats.org/presentationml/2006/ole">
            <mc:AlternateContent xmlns:mc="http://schemas.openxmlformats.org/markup-compatibility/2006">
              <mc:Choice xmlns:v="urn:schemas-microsoft-com:vml" Requires="v">
                <p:oleObj spid="_x0000_s5178" name="Equation" r:id="rId4" imgW="1028520" imgH="253800" progId="Equation.DSMT4">
                  <p:embed/>
                </p:oleObj>
              </mc:Choice>
              <mc:Fallback>
                <p:oleObj name="Equation" r:id="rId4" imgW="1028520" imgH="253800" progId="Equation.DSMT4">
                  <p:embed/>
                  <p:pic>
                    <p:nvPicPr>
                      <p:cNvPr id="1945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7351" y="2492375"/>
                        <a:ext cx="2581275"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9" name="Object 3"/>
          <p:cNvGraphicFramePr>
            <a:graphicFrameLocks noChangeAspect="1"/>
          </p:cNvGraphicFramePr>
          <p:nvPr/>
        </p:nvGraphicFramePr>
        <p:xfrm>
          <a:off x="2855914" y="3213100"/>
          <a:ext cx="4046537" cy="1176338"/>
        </p:xfrm>
        <a:graphic>
          <a:graphicData uri="http://schemas.openxmlformats.org/presentationml/2006/ole">
            <mc:AlternateContent xmlns:mc="http://schemas.openxmlformats.org/markup-compatibility/2006">
              <mc:Choice xmlns:v="urn:schemas-microsoft-com:vml" Requires="v">
                <p:oleObj spid="_x0000_s5179" name="Equation" r:id="rId6" imgW="1612800" imgH="469800" progId="Equation.DSMT4">
                  <p:embed/>
                </p:oleObj>
              </mc:Choice>
              <mc:Fallback>
                <p:oleObj name="Equation" r:id="rId6" imgW="1612800" imgH="469800" progId="Equation.DSMT4">
                  <p:embed/>
                  <p:pic>
                    <p:nvPicPr>
                      <p:cNvPr id="19459"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5914" y="3213100"/>
                        <a:ext cx="4046537"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0" name="Object 4"/>
          <p:cNvGraphicFramePr>
            <a:graphicFrameLocks noChangeAspect="1"/>
          </p:cNvGraphicFramePr>
          <p:nvPr/>
        </p:nvGraphicFramePr>
        <p:xfrm>
          <a:off x="2913063" y="4652964"/>
          <a:ext cx="5891212" cy="700087"/>
        </p:xfrm>
        <a:graphic>
          <a:graphicData uri="http://schemas.openxmlformats.org/presentationml/2006/ole">
            <mc:AlternateContent xmlns:mc="http://schemas.openxmlformats.org/markup-compatibility/2006">
              <mc:Choice xmlns:v="urn:schemas-microsoft-com:vml" Requires="v">
                <p:oleObj spid="_x0000_s5180" name="Equation" r:id="rId8" imgW="2349360" imgH="279360" progId="Equation.DSMT4">
                  <p:embed/>
                </p:oleObj>
              </mc:Choice>
              <mc:Fallback>
                <p:oleObj name="Equation" r:id="rId8" imgW="2349360" imgH="279360" progId="Equation.DSMT4">
                  <p:embed/>
                  <p:pic>
                    <p:nvPicPr>
                      <p:cNvPr id="1946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063" y="4652964"/>
                        <a:ext cx="5891212"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5"/>
          <p:cNvGraphicFramePr>
            <a:graphicFrameLocks noChangeAspect="1"/>
          </p:cNvGraphicFramePr>
          <p:nvPr/>
        </p:nvGraphicFramePr>
        <p:xfrm>
          <a:off x="6456363" y="5373689"/>
          <a:ext cx="182562" cy="200025"/>
        </p:xfrm>
        <a:graphic>
          <a:graphicData uri="http://schemas.openxmlformats.org/presentationml/2006/ole">
            <mc:AlternateContent xmlns:mc="http://schemas.openxmlformats.org/markup-compatibility/2006">
              <mc:Choice xmlns:v="urn:schemas-microsoft-com:vml" Requires="v">
                <p:oleObj spid="_x0000_s5181" name="Equation" r:id="rId10" imgW="152280" imgH="164880" progId="Equation.DSMT4">
                  <p:embed/>
                </p:oleObj>
              </mc:Choice>
              <mc:Fallback>
                <p:oleObj name="Equation" r:id="rId10" imgW="152280" imgH="164880" progId="Equation.DSMT4">
                  <p:embed/>
                  <p:pic>
                    <p:nvPicPr>
                      <p:cNvPr id="19461"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56363" y="5373689"/>
                        <a:ext cx="182562" cy="20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3" name="Rectangle 7"/>
          <p:cNvSpPr>
            <a:spLocks noChangeArrowheads="1"/>
          </p:cNvSpPr>
          <p:nvPr/>
        </p:nvSpPr>
        <p:spPr bwMode="auto">
          <a:xfrm>
            <a:off x="2088357" y="2492375"/>
            <a:ext cx="6840537" cy="33845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050572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17357" y="164592"/>
            <a:ext cx="7934325" cy="2286000"/>
          </a:xfrm>
          <a:prstGeom prst="rect">
            <a:avLst/>
          </a:prstGeom>
        </p:spPr>
      </p:pic>
    </p:spTree>
    <p:extLst>
      <p:ext uri="{BB962C8B-B14F-4D97-AF65-F5344CB8AC3E}">
        <p14:creationId xmlns:p14="http://schemas.microsoft.com/office/powerpoint/2010/main" val="918318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42628" y="221567"/>
            <a:ext cx="6048375" cy="2085975"/>
          </a:xfrm>
          <a:prstGeom prst="rect">
            <a:avLst/>
          </a:prstGeom>
        </p:spPr>
      </p:pic>
    </p:spTree>
    <p:extLst>
      <p:ext uri="{BB962C8B-B14F-4D97-AF65-F5344CB8AC3E}">
        <p14:creationId xmlns:p14="http://schemas.microsoft.com/office/powerpoint/2010/main" val="3815079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5069" y="116586"/>
            <a:ext cx="7448550" cy="2857500"/>
          </a:xfrm>
          <a:prstGeom prst="rect">
            <a:avLst/>
          </a:prstGeom>
        </p:spPr>
      </p:pic>
    </p:spTree>
    <p:extLst>
      <p:ext uri="{BB962C8B-B14F-4D97-AF65-F5344CB8AC3E}">
        <p14:creationId xmlns:p14="http://schemas.microsoft.com/office/powerpoint/2010/main" val="3908565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27586" y="297539"/>
            <a:ext cx="8377177" cy="2698599"/>
          </a:xfrm>
          <a:prstGeom prst="rect">
            <a:avLst/>
          </a:prstGeom>
        </p:spPr>
      </p:pic>
    </p:spTree>
    <p:extLst>
      <p:ext uri="{BB962C8B-B14F-4D97-AF65-F5344CB8AC3E}">
        <p14:creationId xmlns:p14="http://schemas.microsoft.com/office/powerpoint/2010/main" val="1392579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1912" y="138545"/>
            <a:ext cx="8911687" cy="1280890"/>
          </a:xfrm>
        </p:spPr>
        <p:txBody>
          <a:bodyPr/>
          <a:lstStyle/>
          <a:p>
            <a:r>
              <a:rPr lang="en-IN" b="1" dirty="0"/>
              <a:t>Independent Random Variables:</a:t>
            </a:r>
            <a:endParaRPr lang="en-IN" dirty="0"/>
          </a:p>
        </p:txBody>
      </p:sp>
      <p:pic>
        <p:nvPicPr>
          <p:cNvPr id="4" name="Picture 3"/>
          <p:cNvPicPr>
            <a:picLocks noChangeAspect="1"/>
          </p:cNvPicPr>
          <p:nvPr/>
        </p:nvPicPr>
        <p:blipFill>
          <a:blip r:embed="rId3"/>
          <a:stretch>
            <a:fillRect/>
          </a:stretch>
        </p:blipFill>
        <p:spPr>
          <a:xfrm>
            <a:off x="1971912" y="959097"/>
            <a:ext cx="9208944" cy="1039091"/>
          </a:xfrm>
          <a:prstGeom prst="rect">
            <a:avLst/>
          </a:prstGeom>
        </p:spPr>
      </p:pic>
      <p:pic>
        <p:nvPicPr>
          <p:cNvPr id="5" name="Picture 4"/>
          <p:cNvPicPr>
            <a:picLocks noChangeAspect="1"/>
          </p:cNvPicPr>
          <p:nvPr/>
        </p:nvPicPr>
        <p:blipFill>
          <a:blip r:embed="rId4"/>
          <a:stretch>
            <a:fillRect/>
          </a:stretch>
        </p:blipFill>
        <p:spPr>
          <a:xfrm>
            <a:off x="1971912" y="1998188"/>
            <a:ext cx="7966921" cy="1285443"/>
          </a:xfrm>
          <a:prstGeom prst="rect">
            <a:avLst/>
          </a:prstGeom>
        </p:spPr>
      </p:pic>
      <p:pic>
        <p:nvPicPr>
          <p:cNvPr id="6" name="Picture 5"/>
          <p:cNvPicPr>
            <a:picLocks noChangeAspect="1"/>
          </p:cNvPicPr>
          <p:nvPr/>
        </p:nvPicPr>
        <p:blipFill>
          <a:blip r:embed="rId5"/>
          <a:stretch>
            <a:fillRect/>
          </a:stretch>
        </p:blipFill>
        <p:spPr>
          <a:xfrm>
            <a:off x="2050544" y="3267139"/>
            <a:ext cx="6513234" cy="421254"/>
          </a:xfrm>
          <a:prstGeom prst="rect">
            <a:avLst/>
          </a:prstGeom>
        </p:spPr>
      </p:pic>
      <p:pic>
        <p:nvPicPr>
          <p:cNvPr id="7" name="Picture 6"/>
          <p:cNvPicPr>
            <a:picLocks noChangeAspect="1"/>
          </p:cNvPicPr>
          <p:nvPr/>
        </p:nvPicPr>
        <p:blipFill>
          <a:blip r:embed="rId6"/>
          <a:stretch>
            <a:fillRect/>
          </a:stretch>
        </p:blipFill>
        <p:spPr>
          <a:xfrm>
            <a:off x="3277734" y="3790582"/>
            <a:ext cx="3743325" cy="762000"/>
          </a:xfrm>
          <a:prstGeom prst="rect">
            <a:avLst/>
          </a:prstGeom>
        </p:spPr>
      </p:pic>
    </p:spTree>
    <p:extLst>
      <p:ext uri="{BB962C8B-B14F-4D97-AF65-F5344CB8AC3E}">
        <p14:creationId xmlns:p14="http://schemas.microsoft.com/office/powerpoint/2010/main" val="2313309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187545" y="3171825"/>
            <a:ext cx="7467600" cy="3686175"/>
          </a:xfrm>
          <a:prstGeom prst="rect">
            <a:avLst/>
          </a:prstGeom>
        </p:spPr>
      </p:pic>
      <p:sp>
        <p:nvSpPr>
          <p:cNvPr id="2" name="Title 1"/>
          <p:cNvSpPr>
            <a:spLocks noGrp="1"/>
          </p:cNvSpPr>
          <p:nvPr>
            <p:ph type="title"/>
          </p:nvPr>
        </p:nvSpPr>
        <p:spPr/>
        <p:txBody>
          <a:bodyPr/>
          <a:lstStyle/>
          <a:p>
            <a:r>
              <a:rPr lang="en-US" b="1" dirty="0"/>
              <a:t>Expected Value and Variance</a:t>
            </a:r>
            <a:br>
              <a:rPr lang="en-US" b="1" dirty="0"/>
            </a:br>
            <a:endParaRPr lang="en-US" dirty="0"/>
          </a:p>
        </p:txBody>
      </p:sp>
      <p:pic>
        <p:nvPicPr>
          <p:cNvPr id="5" name="Picture 4"/>
          <p:cNvPicPr>
            <a:picLocks noChangeAspect="1"/>
          </p:cNvPicPr>
          <p:nvPr/>
        </p:nvPicPr>
        <p:blipFill>
          <a:blip r:embed="rId3"/>
          <a:stretch>
            <a:fillRect/>
          </a:stretch>
        </p:blipFill>
        <p:spPr>
          <a:xfrm>
            <a:off x="5513419" y="2122945"/>
            <a:ext cx="1943100" cy="876300"/>
          </a:xfrm>
          <a:prstGeom prst="rect">
            <a:avLst/>
          </a:prstGeom>
        </p:spPr>
      </p:pic>
      <p:sp>
        <p:nvSpPr>
          <p:cNvPr id="6" name="TextBox 5"/>
          <p:cNvSpPr txBox="1"/>
          <p:nvPr/>
        </p:nvSpPr>
        <p:spPr>
          <a:xfrm>
            <a:off x="4921345" y="2318348"/>
            <a:ext cx="1563624" cy="369332"/>
          </a:xfrm>
          <a:prstGeom prst="rect">
            <a:avLst/>
          </a:prstGeom>
          <a:noFill/>
        </p:spPr>
        <p:txBody>
          <a:bodyPr wrap="square" rtlCol="0">
            <a:spAutoFit/>
          </a:bodyPr>
          <a:lstStyle/>
          <a:p>
            <a:r>
              <a:rPr lang="en-US" dirty="0"/>
              <a:t>E(X)</a:t>
            </a:r>
          </a:p>
        </p:txBody>
      </p:sp>
      <p:sp>
        <p:nvSpPr>
          <p:cNvPr id="7" name="Rectangle 6"/>
          <p:cNvSpPr/>
          <p:nvPr/>
        </p:nvSpPr>
        <p:spPr>
          <a:xfrm>
            <a:off x="1005840" y="1280205"/>
            <a:ext cx="10296144" cy="923330"/>
          </a:xfrm>
          <a:prstGeom prst="rect">
            <a:avLst/>
          </a:prstGeom>
        </p:spPr>
        <p:txBody>
          <a:bodyPr wrap="square">
            <a:spAutoFit/>
          </a:bodyPr>
          <a:lstStyle/>
          <a:p>
            <a:r>
              <a:rPr lang="en-US" dirty="0">
                <a:solidFill>
                  <a:srgbClr val="222222"/>
                </a:solidFill>
                <a:latin typeface="arial" panose="020B0604020202020204" pitchFamily="34" charset="0"/>
              </a:rPr>
              <a:t>The </a:t>
            </a:r>
            <a:r>
              <a:rPr lang="en-US" b="1" dirty="0">
                <a:solidFill>
                  <a:srgbClr val="222222"/>
                </a:solidFill>
                <a:latin typeface="arial" panose="020B0604020202020204" pitchFamily="34" charset="0"/>
              </a:rPr>
              <a:t>expected value</a:t>
            </a:r>
            <a:r>
              <a:rPr lang="en-US" dirty="0">
                <a:solidFill>
                  <a:srgbClr val="222222"/>
                </a:solidFill>
                <a:latin typeface="arial" panose="020B0604020202020204" pitchFamily="34" charset="0"/>
              </a:rPr>
              <a:t> (or mean) of X, where X is a discrete </a:t>
            </a:r>
            <a:r>
              <a:rPr lang="en-US" b="1" dirty="0">
                <a:solidFill>
                  <a:srgbClr val="222222"/>
                </a:solidFill>
                <a:latin typeface="arial" panose="020B0604020202020204" pitchFamily="34" charset="0"/>
              </a:rPr>
              <a:t>random variable</a:t>
            </a:r>
            <a:r>
              <a:rPr lang="en-US" dirty="0">
                <a:solidFill>
                  <a:srgbClr val="222222"/>
                </a:solidFill>
                <a:latin typeface="arial" panose="020B0604020202020204" pitchFamily="34" charset="0"/>
              </a:rPr>
              <a:t>, is a weighted average of the possible </a:t>
            </a:r>
            <a:r>
              <a:rPr lang="en-US" b="1" dirty="0">
                <a:solidFill>
                  <a:srgbClr val="222222"/>
                </a:solidFill>
                <a:latin typeface="arial" panose="020B0604020202020204" pitchFamily="34" charset="0"/>
              </a:rPr>
              <a:t>values</a:t>
            </a:r>
            <a:r>
              <a:rPr lang="en-US" dirty="0">
                <a:solidFill>
                  <a:srgbClr val="222222"/>
                </a:solidFill>
                <a:latin typeface="arial" panose="020B0604020202020204" pitchFamily="34" charset="0"/>
              </a:rPr>
              <a:t> that X can take, each </a:t>
            </a:r>
            <a:r>
              <a:rPr lang="en-US" b="1" dirty="0">
                <a:solidFill>
                  <a:srgbClr val="222222"/>
                </a:solidFill>
                <a:latin typeface="arial" panose="020B0604020202020204" pitchFamily="34" charset="0"/>
              </a:rPr>
              <a:t>value</a:t>
            </a:r>
            <a:r>
              <a:rPr lang="en-US" dirty="0">
                <a:solidFill>
                  <a:srgbClr val="222222"/>
                </a:solidFill>
                <a:latin typeface="arial" panose="020B0604020202020204" pitchFamily="34" charset="0"/>
              </a:rPr>
              <a:t> being weighted according to the probability of that event occurring.</a:t>
            </a:r>
            <a:endParaRPr lang="en-US" dirty="0"/>
          </a:p>
        </p:txBody>
      </p:sp>
      <p:sp>
        <p:nvSpPr>
          <p:cNvPr id="3" name="Rectangle 2">
            <a:extLst>
              <a:ext uri="{FF2B5EF4-FFF2-40B4-BE49-F238E27FC236}">
                <a16:creationId xmlns:a16="http://schemas.microsoft.com/office/drawing/2014/main" id="{0358E46C-4799-4467-AA3F-5DE7E537EAB1}"/>
              </a:ext>
            </a:extLst>
          </p:cNvPr>
          <p:cNvSpPr/>
          <p:nvPr/>
        </p:nvSpPr>
        <p:spPr>
          <a:xfrm>
            <a:off x="8763000" y="3665905"/>
            <a:ext cx="2964180" cy="1200329"/>
          </a:xfrm>
          <a:prstGeom prst="rect">
            <a:avLst/>
          </a:prstGeom>
        </p:spPr>
        <p:txBody>
          <a:bodyPr wrap="square">
            <a:spAutoFit/>
          </a:bodyPr>
          <a:lstStyle/>
          <a:p>
            <a:r>
              <a:rPr lang="en-US" dirty="0"/>
              <a:t>Expected value represents the long-run average outcome of the random experiment</a:t>
            </a:r>
            <a:endParaRPr lang="en-IN" dirty="0"/>
          </a:p>
        </p:txBody>
      </p:sp>
    </p:spTree>
    <p:extLst>
      <p:ext uri="{BB962C8B-B14F-4D97-AF65-F5344CB8AC3E}">
        <p14:creationId xmlns:p14="http://schemas.microsoft.com/office/powerpoint/2010/main" val="521770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1919463" y="628708"/>
            <a:ext cx="992201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Let an experiment consist of tossing a fair coin three times. Let </a:t>
            </a:r>
            <a:r>
              <a:rPr kumimoji="0" lang="en-US" altLang="en-US" sz="2000" b="0" i="0" u="none" strike="noStrike" cap="none" normalizeH="0" baseline="0" dirty="0">
                <a:ln>
                  <a:noFill/>
                </a:ln>
                <a:solidFill>
                  <a:srgbClr val="000000"/>
                </a:solidFill>
                <a:effectLst/>
                <a:latin typeface="MathJax_Math-italic"/>
                <a:cs typeface="Tahoma" panose="020B0604030504040204" pitchFamily="34" charset="0"/>
              </a:rPr>
              <a:t>X</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 denote the number of heads which appear.</a:t>
            </a:r>
            <a:r>
              <a:rPr kumimoji="0" lang="en-US" altLang="en-US" sz="2000" b="0" i="0" u="none" strike="noStrike" cap="none" normalizeH="0" dirty="0">
                <a:ln>
                  <a:noFill/>
                </a:ln>
                <a:solidFill>
                  <a:srgbClr val="000000"/>
                </a:solidFill>
                <a:effectLst/>
                <a:latin typeface="Tahoma" panose="020B0604030504040204" pitchFamily="34" charset="0"/>
                <a:cs typeface="Tahoma" panose="020B0604030504040204" pitchFamily="34" charset="0"/>
              </a:rPr>
              <a:t> </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Then the possible values of </a:t>
            </a:r>
            <a:r>
              <a:rPr kumimoji="0" lang="en-US" altLang="en-US" sz="2000" b="0" i="0" u="none" strike="noStrike" cap="none" normalizeH="0" baseline="0" dirty="0">
                <a:ln>
                  <a:noFill/>
                </a:ln>
                <a:solidFill>
                  <a:srgbClr val="000000"/>
                </a:solidFill>
                <a:effectLst/>
                <a:latin typeface="MathJax_Math-italic"/>
                <a:cs typeface="Tahoma" panose="020B0604030504040204" pitchFamily="34" charset="0"/>
              </a:rPr>
              <a:t>X</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 are </a:t>
            </a:r>
            <a:r>
              <a:rPr kumimoji="0" lang="en-US" altLang="en-US" sz="2000" b="0" i="0" u="none" strike="noStrike" cap="none" normalizeH="0" baseline="0" dirty="0">
                <a:ln>
                  <a:noFill/>
                </a:ln>
                <a:solidFill>
                  <a:srgbClr val="000000"/>
                </a:solidFill>
                <a:effectLst/>
                <a:latin typeface="MathJax_Main"/>
                <a:cs typeface="Tahoma" panose="020B0604030504040204" pitchFamily="34" charset="0"/>
              </a:rPr>
              <a:t>0</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,1,2 and </a:t>
            </a:r>
            <a:r>
              <a:rPr kumimoji="0" lang="en-US" altLang="en-US" sz="2000" b="0" i="0" u="none" strike="noStrike" cap="none" normalizeH="0" baseline="0" dirty="0">
                <a:ln>
                  <a:noFill/>
                </a:ln>
                <a:solidFill>
                  <a:srgbClr val="000000"/>
                </a:solidFill>
                <a:effectLst/>
                <a:latin typeface="MathJax_Main"/>
                <a:cs typeface="Tahoma" panose="020B0604030504040204" pitchFamily="34" charset="0"/>
              </a:rPr>
              <a:t>3</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 The corresponding probabilities are </a:t>
            </a:r>
            <a:r>
              <a:rPr kumimoji="0" lang="en-US" altLang="en-US" sz="2000" b="0" i="0" u="none" strike="noStrike" cap="none" normalizeH="0" baseline="0" dirty="0">
                <a:ln>
                  <a:noFill/>
                </a:ln>
                <a:solidFill>
                  <a:srgbClr val="000000"/>
                </a:solidFill>
                <a:effectLst/>
                <a:latin typeface="MathJax_Main"/>
                <a:cs typeface="Tahoma" panose="020B0604030504040204" pitchFamily="34" charset="0"/>
              </a:rPr>
              <a:t>1/8,3/8,</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3/8, and </a:t>
            </a:r>
            <a:r>
              <a:rPr kumimoji="0" lang="en-US" altLang="en-US" sz="2000" b="0" i="0" u="none" strike="noStrike" cap="none" normalizeH="0" baseline="0" dirty="0">
                <a:ln>
                  <a:noFill/>
                </a:ln>
                <a:solidFill>
                  <a:srgbClr val="000000"/>
                </a:solidFill>
                <a:effectLst/>
                <a:latin typeface="MathJax_Main"/>
                <a:cs typeface="Tahoma" panose="020B0604030504040204" pitchFamily="34" charset="0"/>
              </a:rPr>
              <a:t>1/8</a:t>
            </a:r>
            <a:r>
              <a:rPr kumimoji="0" lang="en-US" altLang="en-US" sz="20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a:t>
            </a:r>
            <a:r>
              <a:rPr kumimoji="0" lang="en-US" altLang="en-US" sz="2000" b="0" i="0" u="none" strike="noStrike" cap="none" normalizeH="0" baseline="0" dirty="0">
                <a:ln>
                  <a:noFill/>
                </a:ln>
                <a:solidFill>
                  <a:schemeClr val="tx1"/>
                </a:solidFill>
                <a:effectLst/>
              </a:rPr>
              <a:t> Find the expected value of X.</a:t>
            </a:r>
          </a:p>
        </p:txBody>
      </p:sp>
    </p:spTree>
    <p:extLst>
      <p:ext uri="{BB962C8B-B14F-4D97-AF65-F5344CB8AC3E}">
        <p14:creationId xmlns:p14="http://schemas.microsoft.com/office/powerpoint/2010/main" val="440091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36392" y="409575"/>
            <a:ext cx="5334000" cy="1609725"/>
          </a:xfrm>
          <a:prstGeom prst="rect">
            <a:avLst/>
          </a:prstGeom>
        </p:spPr>
      </p:pic>
    </p:spTree>
    <p:extLst>
      <p:ext uri="{BB962C8B-B14F-4D97-AF65-F5344CB8AC3E}">
        <p14:creationId xmlns:p14="http://schemas.microsoft.com/office/powerpoint/2010/main" val="835417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9361" y="153055"/>
            <a:ext cx="8911687" cy="1280890"/>
          </a:xfrm>
        </p:spPr>
        <p:txBody>
          <a:bodyPr>
            <a:normAutofit fontScale="90000"/>
          </a:bodyPr>
          <a:lstStyle/>
          <a:p>
            <a:r>
              <a:rPr lang="en-US" dirty="0"/>
              <a:t>A random variable X has the following probability distribution. Compute expectation of X</a:t>
            </a:r>
            <a:endParaRPr lang="en-IN" dirty="0"/>
          </a:p>
        </p:txBody>
      </p:sp>
      <p:graphicFrame>
        <p:nvGraphicFramePr>
          <p:cNvPr id="4" name="Table 3"/>
          <p:cNvGraphicFramePr>
            <a:graphicFrameLocks noGrp="1"/>
          </p:cNvGraphicFramePr>
          <p:nvPr>
            <p:extLst/>
          </p:nvPr>
        </p:nvGraphicFramePr>
        <p:xfrm>
          <a:off x="1789361" y="1744903"/>
          <a:ext cx="7105255" cy="731520"/>
        </p:xfrm>
        <a:graphic>
          <a:graphicData uri="http://schemas.openxmlformats.org/drawingml/2006/table">
            <a:tbl>
              <a:tblPr firstRow="1" bandRow="1">
                <a:tableStyleId>{616DA210-FB5B-4158-B5E0-FEB733F419BA}</a:tableStyleId>
              </a:tblPr>
              <a:tblGrid>
                <a:gridCol w="1421051">
                  <a:extLst>
                    <a:ext uri="{9D8B030D-6E8A-4147-A177-3AD203B41FA5}">
                      <a16:colId xmlns:a16="http://schemas.microsoft.com/office/drawing/2014/main" val="3101235629"/>
                    </a:ext>
                  </a:extLst>
                </a:gridCol>
                <a:gridCol w="1421051">
                  <a:extLst>
                    <a:ext uri="{9D8B030D-6E8A-4147-A177-3AD203B41FA5}">
                      <a16:colId xmlns:a16="http://schemas.microsoft.com/office/drawing/2014/main" val="64228646"/>
                    </a:ext>
                  </a:extLst>
                </a:gridCol>
                <a:gridCol w="1421051">
                  <a:extLst>
                    <a:ext uri="{9D8B030D-6E8A-4147-A177-3AD203B41FA5}">
                      <a16:colId xmlns:a16="http://schemas.microsoft.com/office/drawing/2014/main" val="3870990941"/>
                    </a:ext>
                  </a:extLst>
                </a:gridCol>
                <a:gridCol w="1421051">
                  <a:extLst>
                    <a:ext uri="{9D8B030D-6E8A-4147-A177-3AD203B41FA5}">
                      <a16:colId xmlns:a16="http://schemas.microsoft.com/office/drawing/2014/main" val="2781833206"/>
                    </a:ext>
                  </a:extLst>
                </a:gridCol>
                <a:gridCol w="1421051">
                  <a:extLst>
                    <a:ext uri="{9D8B030D-6E8A-4147-A177-3AD203B41FA5}">
                      <a16:colId xmlns:a16="http://schemas.microsoft.com/office/drawing/2014/main" val="1702338786"/>
                    </a:ext>
                  </a:extLst>
                </a:gridCol>
              </a:tblGrid>
              <a:tr h="346749">
                <a:tc>
                  <a:txBody>
                    <a:bodyPr/>
                    <a:lstStyle/>
                    <a:p>
                      <a:r>
                        <a:rPr lang="en-US" dirty="0"/>
                        <a:t>X</a:t>
                      </a:r>
                      <a:endParaRPr lang="en-IN" dirty="0"/>
                    </a:p>
                  </a:txBody>
                  <a:tcPr/>
                </a:tc>
                <a:tc>
                  <a:txBody>
                    <a:bodyPr/>
                    <a:lstStyle/>
                    <a:p>
                      <a:r>
                        <a:rPr lang="en-US" dirty="0"/>
                        <a:t>-1</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789574759"/>
                  </a:ext>
                </a:extLst>
              </a:tr>
              <a:tr h="346749">
                <a:tc>
                  <a:txBody>
                    <a:bodyPr/>
                    <a:lstStyle/>
                    <a:p>
                      <a:r>
                        <a:rPr lang="en-US" dirty="0"/>
                        <a:t>P(x)</a:t>
                      </a:r>
                      <a:endParaRPr lang="en-IN" dirty="0"/>
                    </a:p>
                  </a:txBody>
                  <a:tcPr/>
                </a:tc>
                <a:tc>
                  <a:txBody>
                    <a:bodyPr/>
                    <a:lstStyle/>
                    <a:p>
                      <a:r>
                        <a:rPr lang="en-US" dirty="0"/>
                        <a:t>1/3</a:t>
                      </a:r>
                      <a:endParaRPr lang="en-IN" dirty="0"/>
                    </a:p>
                  </a:txBody>
                  <a:tcPr/>
                </a:tc>
                <a:tc>
                  <a:txBody>
                    <a:bodyPr/>
                    <a:lstStyle/>
                    <a:p>
                      <a:r>
                        <a:rPr lang="en-US" dirty="0"/>
                        <a:t>1/6</a:t>
                      </a:r>
                      <a:endParaRPr lang="en-IN" dirty="0"/>
                    </a:p>
                  </a:txBody>
                  <a:tcPr/>
                </a:tc>
                <a:tc>
                  <a:txBody>
                    <a:bodyPr/>
                    <a:lstStyle/>
                    <a:p>
                      <a:r>
                        <a:rPr lang="en-US" dirty="0"/>
                        <a:t>1/6</a:t>
                      </a:r>
                      <a:endParaRPr lang="en-IN" dirty="0"/>
                    </a:p>
                  </a:txBody>
                  <a:tcPr/>
                </a:tc>
                <a:tc>
                  <a:txBody>
                    <a:bodyPr/>
                    <a:lstStyle/>
                    <a:p>
                      <a:r>
                        <a:rPr lang="en-US" dirty="0"/>
                        <a:t>1/3</a:t>
                      </a:r>
                      <a:endParaRPr lang="en-IN" dirty="0"/>
                    </a:p>
                  </a:txBody>
                  <a:tcPr/>
                </a:tc>
                <a:extLst>
                  <a:ext uri="{0D108BD9-81ED-4DB2-BD59-A6C34878D82A}">
                    <a16:rowId xmlns:a16="http://schemas.microsoft.com/office/drawing/2014/main" val="3327274667"/>
                  </a:ext>
                </a:extLst>
              </a:tr>
            </a:tbl>
          </a:graphicData>
        </a:graphic>
      </p:graphicFrame>
    </p:spTree>
    <p:extLst>
      <p:ext uri="{BB962C8B-B14F-4D97-AF65-F5344CB8AC3E}">
        <p14:creationId xmlns:p14="http://schemas.microsoft.com/office/powerpoint/2010/main" val="681110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the expected value of x.</a:t>
            </a:r>
            <a:endParaRPr lang="en-IN" dirty="0"/>
          </a:p>
        </p:txBody>
      </p:sp>
      <p:pic>
        <p:nvPicPr>
          <p:cNvPr id="4" name="Picture 3"/>
          <p:cNvPicPr>
            <a:picLocks noChangeAspect="1"/>
          </p:cNvPicPr>
          <p:nvPr/>
        </p:nvPicPr>
        <p:blipFill>
          <a:blip r:embed="rId2"/>
          <a:stretch>
            <a:fillRect/>
          </a:stretch>
        </p:blipFill>
        <p:spPr>
          <a:xfrm>
            <a:off x="4281055" y="1089746"/>
            <a:ext cx="3882866" cy="1404072"/>
          </a:xfrm>
          <a:prstGeom prst="rect">
            <a:avLst/>
          </a:prstGeom>
        </p:spPr>
      </p:pic>
    </p:spTree>
    <p:extLst>
      <p:ext uri="{BB962C8B-B14F-4D97-AF65-F5344CB8AC3E}">
        <p14:creationId xmlns:p14="http://schemas.microsoft.com/office/powerpoint/2010/main" val="325464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72905" y="725614"/>
            <a:ext cx="7705725" cy="5553075"/>
          </a:xfrm>
          <a:prstGeom prst="rect">
            <a:avLst/>
          </a:prstGeom>
        </p:spPr>
      </p:pic>
    </p:spTree>
    <p:extLst>
      <p:ext uri="{BB962C8B-B14F-4D97-AF65-F5344CB8AC3E}">
        <p14:creationId xmlns:p14="http://schemas.microsoft.com/office/powerpoint/2010/main" val="3603303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54808" y="624110"/>
            <a:ext cx="8391144" cy="769441"/>
          </a:xfrm>
          <a:prstGeom prst="rect">
            <a:avLst/>
          </a:prstGeom>
        </p:spPr>
        <p:txBody>
          <a:bodyPr wrap="square">
            <a:spAutoFit/>
          </a:bodyPr>
          <a:lstStyle/>
          <a:p>
            <a:r>
              <a:rPr lang="en-US" sz="2200" b="1" dirty="0">
                <a:solidFill>
                  <a:srgbClr val="333333"/>
                </a:solidFill>
                <a:latin typeface="Myriad Pro"/>
              </a:rPr>
              <a:t>Expected Value of a Function of a Discrete/Continuous Random Variable</a:t>
            </a:r>
            <a:endParaRPr lang="en-US" sz="2200" dirty="0"/>
          </a:p>
        </p:txBody>
      </p:sp>
      <p:pic>
        <p:nvPicPr>
          <p:cNvPr id="5" name="Picture 4"/>
          <p:cNvPicPr>
            <a:picLocks noChangeAspect="1"/>
          </p:cNvPicPr>
          <p:nvPr/>
        </p:nvPicPr>
        <p:blipFill>
          <a:blip r:embed="rId2"/>
          <a:stretch>
            <a:fillRect/>
          </a:stretch>
        </p:blipFill>
        <p:spPr>
          <a:xfrm>
            <a:off x="1827466" y="1604391"/>
            <a:ext cx="3343275" cy="704850"/>
          </a:xfrm>
          <a:prstGeom prst="rect">
            <a:avLst/>
          </a:prstGeom>
        </p:spPr>
      </p:pic>
      <p:pic>
        <p:nvPicPr>
          <p:cNvPr id="6" name="Picture 5"/>
          <p:cNvPicPr>
            <a:picLocks noChangeAspect="1"/>
          </p:cNvPicPr>
          <p:nvPr/>
        </p:nvPicPr>
        <p:blipFill>
          <a:blip r:embed="rId3"/>
          <a:stretch>
            <a:fillRect/>
          </a:stretch>
        </p:blipFill>
        <p:spPr>
          <a:xfrm>
            <a:off x="5594794" y="1604391"/>
            <a:ext cx="3562350" cy="933450"/>
          </a:xfrm>
          <a:prstGeom prst="rect">
            <a:avLst/>
          </a:prstGeom>
        </p:spPr>
      </p:pic>
      <p:pic>
        <p:nvPicPr>
          <p:cNvPr id="7" name="Picture 6"/>
          <p:cNvPicPr>
            <a:picLocks noChangeAspect="1"/>
          </p:cNvPicPr>
          <p:nvPr/>
        </p:nvPicPr>
        <p:blipFill>
          <a:blip r:embed="rId4"/>
          <a:stretch>
            <a:fillRect/>
          </a:stretch>
        </p:blipFill>
        <p:spPr>
          <a:xfrm>
            <a:off x="1564005" y="2748681"/>
            <a:ext cx="5286375" cy="1657350"/>
          </a:xfrm>
          <a:prstGeom prst="rect">
            <a:avLst/>
          </a:prstGeom>
        </p:spPr>
      </p:pic>
    </p:spTree>
    <p:extLst>
      <p:ext uri="{BB962C8B-B14F-4D97-AF65-F5344CB8AC3E}">
        <p14:creationId xmlns:p14="http://schemas.microsoft.com/office/powerpoint/2010/main" val="1202592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68586" y="1321689"/>
            <a:ext cx="5324475" cy="666750"/>
          </a:xfrm>
          <a:prstGeom prst="rect">
            <a:avLst/>
          </a:prstGeom>
        </p:spPr>
      </p:pic>
      <p:sp>
        <p:nvSpPr>
          <p:cNvPr id="5" name="Rectangle 4"/>
          <p:cNvSpPr/>
          <p:nvPr/>
        </p:nvSpPr>
        <p:spPr>
          <a:xfrm>
            <a:off x="2191586" y="702302"/>
            <a:ext cx="2288974" cy="446276"/>
          </a:xfrm>
          <a:prstGeom prst="rect">
            <a:avLst/>
          </a:prstGeom>
        </p:spPr>
        <p:txBody>
          <a:bodyPr wrap="square">
            <a:spAutoFit/>
          </a:bodyPr>
          <a:lstStyle/>
          <a:p>
            <a:r>
              <a:rPr lang="en-US" sz="2300" b="1" dirty="0">
                <a:solidFill>
                  <a:srgbClr val="333333"/>
                </a:solidFill>
                <a:latin typeface="Myriad Pro"/>
              </a:rPr>
              <a:t>Variance</a:t>
            </a:r>
            <a:endParaRPr lang="en-US" sz="2300" dirty="0"/>
          </a:p>
        </p:txBody>
      </p:sp>
      <p:pic>
        <p:nvPicPr>
          <p:cNvPr id="6" name="Picture 5"/>
          <p:cNvPicPr>
            <a:picLocks noChangeAspect="1"/>
          </p:cNvPicPr>
          <p:nvPr/>
        </p:nvPicPr>
        <p:blipFill>
          <a:blip r:embed="rId3"/>
          <a:stretch>
            <a:fillRect/>
          </a:stretch>
        </p:blipFill>
        <p:spPr>
          <a:xfrm>
            <a:off x="2597085" y="2285809"/>
            <a:ext cx="6467475" cy="2066925"/>
          </a:xfrm>
          <a:prstGeom prst="rect">
            <a:avLst/>
          </a:prstGeom>
        </p:spPr>
      </p:pic>
      <p:pic>
        <p:nvPicPr>
          <p:cNvPr id="7" name="Picture 6"/>
          <p:cNvPicPr>
            <a:picLocks noChangeAspect="1"/>
          </p:cNvPicPr>
          <p:nvPr/>
        </p:nvPicPr>
        <p:blipFill>
          <a:blip r:embed="rId4"/>
          <a:stretch>
            <a:fillRect/>
          </a:stretch>
        </p:blipFill>
        <p:spPr>
          <a:xfrm>
            <a:off x="3168586" y="4771263"/>
            <a:ext cx="5438775" cy="1009650"/>
          </a:xfrm>
          <a:prstGeom prst="rect">
            <a:avLst/>
          </a:prstGeom>
        </p:spPr>
      </p:pic>
    </p:spTree>
    <p:extLst>
      <p:ext uri="{BB962C8B-B14F-4D97-AF65-F5344CB8AC3E}">
        <p14:creationId xmlns:p14="http://schemas.microsoft.com/office/powerpoint/2010/main" val="699665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3754580" y="1273847"/>
          <a:ext cx="4876800" cy="741680"/>
        </p:xfrm>
        <a:graphic>
          <a:graphicData uri="http://schemas.openxmlformats.org/drawingml/2006/table">
            <a:tbl>
              <a:tblPr firstRow="1" bandRow="1">
                <a:tableStyleId>{616DA210-FB5B-4158-B5E0-FEB733F419BA}</a:tableStyleId>
              </a:tblPr>
              <a:tblGrid>
                <a:gridCol w="812800">
                  <a:extLst>
                    <a:ext uri="{9D8B030D-6E8A-4147-A177-3AD203B41FA5}">
                      <a16:colId xmlns:a16="http://schemas.microsoft.com/office/drawing/2014/main" val="2832364234"/>
                    </a:ext>
                  </a:extLst>
                </a:gridCol>
                <a:gridCol w="812800">
                  <a:extLst>
                    <a:ext uri="{9D8B030D-6E8A-4147-A177-3AD203B41FA5}">
                      <a16:colId xmlns:a16="http://schemas.microsoft.com/office/drawing/2014/main" val="2760427628"/>
                    </a:ext>
                  </a:extLst>
                </a:gridCol>
                <a:gridCol w="812800">
                  <a:extLst>
                    <a:ext uri="{9D8B030D-6E8A-4147-A177-3AD203B41FA5}">
                      <a16:colId xmlns:a16="http://schemas.microsoft.com/office/drawing/2014/main" val="2281595044"/>
                    </a:ext>
                  </a:extLst>
                </a:gridCol>
                <a:gridCol w="812800">
                  <a:extLst>
                    <a:ext uri="{9D8B030D-6E8A-4147-A177-3AD203B41FA5}">
                      <a16:colId xmlns:a16="http://schemas.microsoft.com/office/drawing/2014/main" val="2482089971"/>
                    </a:ext>
                  </a:extLst>
                </a:gridCol>
                <a:gridCol w="812800">
                  <a:extLst>
                    <a:ext uri="{9D8B030D-6E8A-4147-A177-3AD203B41FA5}">
                      <a16:colId xmlns:a16="http://schemas.microsoft.com/office/drawing/2014/main" val="1929336505"/>
                    </a:ext>
                  </a:extLst>
                </a:gridCol>
                <a:gridCol w="812800">
                  <a:extLst>
                    <a:ext uri="{9D8B030D-6E8A-4147-A177-3AD203B41FA5}">
                      <a16:colId xmlns:a16="http://schemas.microsoft.com/office/drawing/2014/main" val="3581381176"/>
                    </a:ext>
                  </a:extLst>
                </a:gridCol>
              </a:tblGrid>
              <a:tr h="370840">
                <a:tc>
                  <a:txBody>
                    <a:bodyPr/>
                    <a:lstStyle/>
                    <a:p>
                      <a:r>
                        <a:rPr lang="en-US" dirty="0"/>
                        <a:t>X</a:t>
                      </a:r>
                      <a:endParaRPr lang="en-IN" dirty="0"/>
                    </a:p>
                  </a:txBody>
                  <a:tcPr/>
                </a:tc>
                <a:tc>
                  <a:txBody>
                    <a:bodyPr/>
                    <a:lstStyle/>
                    <a:p>
                      <a:r>
                        <a:rPr lang="en-US" dirty="0"/>
                        <a:t>8</a:t>
                      </a:r>
                      <a:endParaRPr lang="en-IN" dirty="0"/>
                    </a:p>
                  </a:txBody>
                  <a:tcPr/>
                </a:tc>
                <a:tc>
                  <a:txBody>
                    <a:bodyPr/>
                    <a:lstStyle/>
                    <a:p>
                      <a:r>
                        <a:rPr lang="en-US" dirty="0"/>
                        <a:t>12</a:t>
                      </a:r>
                      <a:endParaRPr lang="en-IN" dirty="0"/>
                    </a:p>
                  </a:txBody>
                  <a:tcPr/>
                </a:tc>
                <a:tc>
                  <a:txBody>
                    <a:bodyPr/>
                    <a:lstStyle/>
                    <a:p>
                      <a:r>
                        <a:rPr lang="en-US" dirty="0"/>
                        <a:t>16</a:t>
                      </a:r>
                      <a:endParaRPr lang="en-IN" dirty="0"/>
                    </a:p>
                  </a:txBody>
                  <a:tcPr/>
                </a:tc>
                <a:tc>
                  <a:txBody>
                    <a:bodyPr/>
                    <a:lstStyle/>
                    <a:p>
                      <a:r>
                        <a:rPr lang="en-US" dirty="0"/>
                        <a:t>20</a:t>
                      </a:r>
                      <a:endParaRPr lang="en-IN" dirty="0"/>
                    </a:p>
                  </a:txBody>
                  <a:tcPr/>
                </a:tc>
                <a:tc>
                  <a:txBody>
                    <a:bodyPr/>
                    <a:lstStyle/>
                    <a:p>
                      <a:r>
                        <a:rPr lang="en-US" dirty="0"/>
                        <a:t>24</a:t>
                      </a:r>
                      <a:endParaRPr lang="en-IN" dirty="0"/>
                    </a:p>
                  </a:txBody>
                  <a:tcPr/>
                </a:tc>
                <a:extLst>
                  <a:ext uri="{0D108BD9-81ED-4DB2-BD59-A6C34878D82A}">
                    <a16:rowId xmlns:a16="http://schemas.microsoft.com/office/drawing/2014/main" val="1995275716"/>
                  </a:ext>
                </a:extLst>
              </a:tr>
              <a:tr h="370840">
                <a:tc>
                  <a:txBody>
                    <a:bodyPr/>
                    <a:lstStyle/>
                    <a:p>
                      <a:r>
                        <a:rPr lang="en-US" dirty="0"/>
                        <a:t>P(x)</a:t>
                      </a:r>
                      <a:endParaRPr lang="en-IN" dirty="0"/>
                    </a:p>
                  </a:txBody>
                  <a:tcPr/>
                </a:tc>
                <a:tc>
                  <a:txBody>
                    <a:bodyPr/>
                    <a:lstStyle/>
                    <a:p>
                      <a:r>
                        <a:rPr lang="en-US" dirty="0"/>
                        <a:t>1/8</a:t>
                      </a:r>
                      <a:endParaRPr lang="en-IN" dirty="0"/>
                    </a:p>
                  </a:txBody>
                  <a:tcPr/>
                </a:tc>
                <a:tc>
                  <a:txBody>
                    <a:bodyPr/>
                    <a:lstStyle/>
                    <a:p>
                      <a:r>
                        <a:rPr lang="en-US" dirty="0"/>
                        <a:t>1/6</a:t>
                      </a:r>
                      <a:endParaRPr lang="en-IN" dirty="0"/>
                    </a:p>
                  </a:txBody>
                  <a:tcPr/>
                </a:tc>
                <a:tc>
                  <a:txBody>
                    <a:bodyPr/>
                    <a:lstStyle/>
                    <a:p>
                      <a:r>
                        <a:rPr lang="en-US" dirty="0"/>
                        <a:t>3/8</a:t>
                      </a:r>
                      <a:endParaRPr lang="en-IN" dirty="0"/>
                    </a:p>
                  </a:txBody>
                  <a:tcPr/>
                </a:tc>
                <a:tc>
                  <a:txBody>
                    <a:bodyPr/>
                    <a:lstStyle/>
                    <a:p>
                      <a:r>
                        <a:rPr lang="en-US" dirty="0"/>
                        <a:t>¼</a:t>
                      </a:r>
                      <a:endParaRPr lang="en-IN" dirty="0"/>
                    </a:p>
                  </a:txBody>
                  <a:tcPr/>
                </a:tc>
                <a:tc>
                  <a:txBody>
                    <a:bodyPr/>
                    <a:lstStyle/>
                    <a:p>
                      <a:r>
                        <a:rPr lang="en-US" dirty="0"/>
                        <a:t>1/12</a:t>
                      </a:r>
                      <a:endParaRPr lang="en-IN" dirty="0"/>
                    </a:p>
                  </a:txBody>
                  <a:tcPr/>
                </a:tc>
                <a:extLst>
                  <a:ext uri="{0D108BD9-81ED-4DB2-BD59-A6C34878D82A}">
                    <a16:rowId xmlns:a16="http://schemas.microsoft.com/office/drawing/2014/main" val="2137000170"/>
                  </a:ext>
                </a:extLst>
              </a:tr>
            </a:tbl>
          </a:graphicData>
        </a:graphic>
      </p:graphicFrame>
      <p:sp>
        <p:nvSpPr>
          <p:cNvPr id="3" name="TextBox 2"/>
          <p:cNvSpPr txBox="1"/>
          <p:nvPr/>
        </p:nvSpPr>
        <p:spPr>
          <a:xfrm>
            <a:off x="2092035" y="484909"/>
            <a:ext cx="8201891" cy="2031325"/>
          </a:xfrm>
          <a:prstGeom prst="rect">
            <a:avLst/>
          </a:prstGeom>
          <a:noFill/>
        </p:spPr>
        <p:txBody>
          <a:bodyPr wrap="square" rtlCol="0">
            <a:spAutoFit/>
          </a:bodyPr>
          <a:lstStyle/>
          <a:p>
            <a:r>
              <a:rPr lang="en-US" dirty="0"/>
              <a:t>For the following probability distribution calculate the mean and variance of the random variable x</a:t>
            </a:r>
          </a:p>
          <a:p>
            <a:endParaRPr lang="en-US" dirty="0"/>
          </a:p>
          <a:p>
            <a:endParaRPr lang="en-US" dirty="0"/>
          </a:p>
          <a:p>
            <a:endParaRPr lang="en-US" dirty="0"/>
          </a:p>
          <a:p>
            <a:endParaRPr lang="en-US" dirty="0"/>
          </a:p>
          <a:p>
            <a:r>
              <a:rPr lang="en-US" dirty="0"/>
              <a:t>Also find E(2x+5)</a:t>
            </a:r>
            <a:endParaRPr lang="en-IN" dirty="0"/>
          </a:p>
        </p:txBody>
      </p:sp>
    </p:spTree>
    <p:extLst>
      <p:ext uri="{BB962C8B-B14F-4D97-AF65-F5344CB8AC3E}">
        <p14:creationId xmlns:p14="http://schemas.microsoft.com/office/powerpoint/2010/main" val="1684807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2653" y="346364"/>
            <a:ext cx="7716983" cy="553998"/>
          </a:xfrm>
          <a:prstGeom prst="rect">
            <a:avLst/>
          </a:prstGeom>
        </p:spPr>
        <p:txBody>
          <a:bodyPr wrap="square">
            <a:spAutoFit/>
          </a:bodyPr>
          <a:lstStyle/>
          <a:p>
            <a:r>
              <a:rPr lang="en-US" sz="3000" b="1" dirty="0">
                <a:solidFill>
                  <a:srgbClr val="000000"/>
                </a:solidFill>
                <a:latin typeface="Times New Roman" panose="02020603050405020304" pitchFamily="18" charset="0"/>
              </a:rPr>
              <a:t>Moments and Moment Generating Functions</a:t>
            </a:r>
            <a:endParaRPr lang="en-US" sz="3000" b="1" i="0" dirty="0">
              <a:solidFill>
                <a:srgbClr val="000000"/>
              </a:solidFill>
              <a:effectLst/>
              <a:latin typeface="Times New Roman" panose="02020603050405020304" pitchFamily="18" charset="0"/>
            </a:endParaRPr>
          </a:p>
        </p:txBody>
      </p:sp>
      <p:sp>
        <p:nvSpPr>
          <p:cNvPr id="3" name="Rectangle 2"/>
          <p:cNvSpPr/>
          <p:nvPr/>
        </p:nvSpPr>
        <p:spPr>
          <a:xfrm>
            <a:off x="1731818" y="1263226"/>
            <a:ext cx="9282546" cy="646331"/>
          </a:xfrm>
          <a:prstGeom prst="rect">
            <a:avLst/>
          </a:prstGeom>
        </p:spPr>
        <p:txBody>
          <a:bodyPr wrap="square">
            <a:spAutoFit/>
          </a:bodyPr>
          <a:lstStyle/>
          <a:p>
            <a:r>
              <a:rPr lang="en-US" dirty="0">
                <a:solidFill>
                  <a:srgbClr val="000000"/>
                </a:solidFill>
                <a:latin typeface="Times New Roman" panose="02020603050405020304" pitchFamily="18" charset="0"/>
              </a:rPr>
              <a:t>The </a:t>
            </a:r>
            <a:r>
              <a:rPr lang="en-US" b="1" i="1" dirty="0">
                <a:solidFill>
                  <a:srgbClr val="000000"/>
                </a:solidFill>
                <a:latin typeface="Times New Roman" panose="02020603050405020304" pitchFamily="18" charset="0"/>
              </a:rPr>
              <a:t>n</a:t>
            </a:r>
            <a:r>
              <a:rPr lang="en-US" b="1" dirty="0">
                <a:solidFill>
                  <a:srgbClr val="000000"/>
                </a:solidFill>
                <a:latin typeface="Times New Roman" panose="02020603050405020304" pitchFamily="18" charset="0"/>
              </a:rPr>
              <a:t>th moment</a:t>
            </a:r>
            <a:r>
              <a:rPr lang="en-US" dirty="0">
                <a:solidFill>
                  <a:srgbClr val="000000"/>
                </a:solidFill>
                <a:latin typeface="Times New Roman" panose="02020603050405020304" pitchFamily="18" charset="0"/>
              </a:rPr>
              <a:t> of a distribution (or set of data) about a number is the expected value of the </a:t>
            </a:r>
            <a:r>
              <a:rPr lang="en-US" i="1" dirty="0">
                <a:solidFill>
                  <a:srgbClr val="000000"/>
                </a:solidFill>
                <a:latin typeface="Times New Roman" panose="02020603050405020304" pitchFamily="18" charset="0"/>
              </a:rPr>
              <a:t>n</a:t>
            </a:r>
            <a:r>
              <a:rPr lang="en-US" dirty="0">
                <a:solidFill>
                  <a:srgbClr val="000000"/>
                </a:solidFill>
                <a:latin typeface="Times New Roman" panose="02020603050405020304" pitchFamily="18" charset="0"/>
              </a:rPr>
              <a:t>th power of the deviations about that number.</a:t>
            </a:r>
            <a:endParaRPr lang="en-IN" dirty="0"/>
          </a:p>
        </p:txBody>
      </p:sp>
      <p:pic>
        <p:nvPicPr>
          <p:cNvPr id="4" name="Picture 3"/>
          <p:cNvPicPr>
            <a:picLocks noChangeAspect="1"/>
          </p:cNvPicPr>
          <p:nvPr/>
        </p:nvPicPr>
        <p:blipFill>
          <a:blip r:embed="rId2"/>
          <a:stretch>
            <a:fillRect/>
          </a:stretch>
        </p:blipFill>
        <p:spPr>
          <a:xfrm>
            <a:off x="1731818" y="2110653"/>
            <a:ext cx="9060250" cy="812656"/>
          </a:xfrm>
          <a:prstGeom prst="rect">
            <a:avLst/>
          </a:prstGeom>
        </p:spPr>
      </p:pic>
      <p:pic>
        <p:nvPicPr>
          <p:cNvPr id="5" name="Picture 4"/>
          <p:cNvPicPr>
            <a:picLocks noChangeAspect="1"/>
          </p:cNvPicPr>
          <p:nvPr/>
        </p:nvPicPr>
        <p:blipFill>
          <a:blip r:embed="rId3"/>
          <a:stretch>
            <a:fillRect/>
          </a:stretch>
        </p:blipFill>
        <p:spPr>
          <a:xfrm>
            <a:off x="1842653" y="3257982"/>
            <a:ext cx="8705246" cy="926090"/>
          </a:xfrm>
          <a:prstGeom prst="rect">
            <a:avLst/>
          </a:prstGeom>
        </p:spPr>
      </p:pic>
    </p:spTree>
    <p:extLst>
      <p:ext uri="{BB962C8B-B14F-4D97-AF65-F5344CB8AC3E}">
        <p14:creationId xmlns:p14="http://schemas.microsoft.com/office/powerpoint/2010/main" val="3687335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0311" y="542698"/>
            <a:ext cx="5251759" cy="553998"/>
          </a:xfrm>
          <a:prstGeom prst="rect">
            <a:avLst/>
          </a:prstGeom>
        </p:spPr>
        <p:txBody>
          <a:bodyPr wrap="none">
            <a:spAutoFit/>
          </a:bodyPr>
          <a:lstStyle/>
          <a:p>
            <a:r>
              <a:rPr lang="en-IN" sz="3000" b="1" dirty="0">
                <a:latin typeface="Times New Roman" panose="02020603050405020304" pitchFamily="18" charset="0"/>
              </a:rPr>
              <a:t>Moment Generating Functions</a:t>
            </a:r>
            <a:endParaRPr lang="en-IN" sz="3000" b="1" i="0" dirty="0">
              <a:effectLst/>
              <a:latin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4631245" y="2214129"/>
            <a:ext cx="3818612" cy="1277215"/>
          </a:xfrm>
          <a:prstGeom prst="rect">
            <a:avLst/>
          </a:prstGeom>
        </p:spPr>
      </p:pic>
      <p:sp>
        <p:nvSpPr>
          <p:cNvPr id="4" name="Rectangle 3"/>
          <p:cNvSpPr/>
          <p:nvPr/>
        </p:nvSpPr>
        <p:spPr>
          <a:xfrm>
            <a:off x="2170311" y="1290799"/>
            <a:ext cx="9633762" cy="646331"/>
          </a:xfrm>
          <a:prstGeom prst="rect">
            <a:avLst/>
          </a:prstGeom>
        </p:spPr>
        <p:txBody>
          <a:bodyPr wrap="square">
            <a:spAutoFit/>
          </a:bodyPr>
          <a:lstStyle/>
          <a:p>
            <a:r>
              <a:rPr lang="en-US" dirty="0">
                <a:solidFill>
                  <a:srgbClr val="000000"/>
                </a:solidFill>
                <a:latin typeface="Times New Roman" panose="02020603050405020304" pitchFamily="18" charset="0"/>
              </a:rPr>
              <a:t>A single expected value function whose derivatives can produce each of the required moments is called a </a:t>
            </a:r>
            <a:r>
              <a:rPr lang="en-US" b="1" dirty="0">
                <a:solidFill>
                  <a:srgbClr val="000000"/>
                </a:solidFill>
                <a:latin typeface="Times New Roman" panose="02020603050405020304" pitchFamily="18" charset="0"/>
              </a:rPr>
              <a:t>moment generating function</a:t>
            </a:r>
            <a:endParaRPr lang="en-IN" dirty="0"/>
          </a:p>
        </p:txBody>
      </p:sp>
      <p:sp>
        <p:nvSpPr>
          <p:cNvPr id="6" name="Rectangle 5"/>
          <p:cNvSpPr/>
          <p:nvPr/>
        </p:nvSpPr>
        <p:spPr>
          <a:xfrm>
            <a:off x="2170311" y="4124622"/>
            <a:ext cx="9802614" cy="646331"/>
          </a:xfrm>
          <a:prstGeom prst="rect">
            <a:avLst/>
          </a:prstGeom>
        </p:spPr>
        <p:txBody>
          <a:bodyPr wrap="square">
            <a:spAutoFit/>
          </a:bodyPr>
          <a:lstStyle/>
          <a:p>
            <a:r>
              <a:rPr lang="en-US" altLang="en-US" dirty="0">
                <a:solidFill>
                  <a:srgbClr val="000000"/>
                </a:solidFill>
                <a:latin typeface="Times New Roman" panose="02020603050405020304" pitchFamily="18" charset="0"/>
                <a:cs typeface="Times New Roman" panose="02020603050405020304" pitchFamily="18" charset="0"/>
              </a:rPr>
              <a:t>When the </a:t>
            </a:r>
            <a:r>
              <a:rPr lang="en-US" altLang="en-US" i="1" dirty="0">
                <a:solidFill>
                  <a:srgbClr val="000000"/>
                </a:solidFill>
                <a:latin typeface="Times New Roman" panose="02020603050405020304" pitchFamily="18" charset="0"/>
                <a:cs typeface="Times New Roman" panose="02020603050405020304" pitchFamily="18" charset="0"/>
              </a:rPr>
              <a:t>n</a:t>
            </a:r>
            <a:r>
              <a:rPr lang="en-US" altLang="en-US" dirty="0">
                <a:solidFill>
                  <a:srgbClr val="000000"/>
                </a:solidFill>
                <a:latin typeface="Times New Roman" panose="02020603050405020304" pitchFamily="18" charset="0"/>
                <a:cs typeface="Times New Roman" panose="02020603050405020304" pitchFamily="18" charset="0"/>
              </a:rPr>
              <a:t>th derivative (with respect to </a:t>
            </a:r>
            <a:r>
              <a:rPr lang="en-US" altLang="en-US" sz="1200" dirty="0">
                <a:solidFill>
                  <a:srgbClr val="000000"/>
                </a:solidFill>
                <a:latin typeface="MathJax_Math-italic"/>
                <a:cs typeface="Times New Roman" panose="02020603050405020304" pitchFamily="18" charset="0"/>
              </a:rPr>
              <a:t>t</a:t>
            </a:r>
            <a:r>
              <a:rPr lang="en-US" altLang="en-US" dirty="0">
                <a:solidFill>
                  <a:srgbClr val="000000"/>
                </a:solidFill>
                <a:latin typeface="Times New Roman" panose="02020603050405020304" pitchFamily="18" charset="0"/>
                <a:cs typeface="Times New Roman" panose="02020603050405020304" pitchFamily="18" charset="0"/>
              </a:rPr>
              <a:t>) of the moment generating function is evaluated at </a:t>
            </a:r>
            <a:r>
              <a:rPr lang="en-US" altLang="en-US" sz="1200" dirty="0">
                <a:solidFill>
                  <a:srgbClr val="000000"/>
                </a:solidFill>
                <a:latin typeface="MathJax_Math-italic"/>
                <a:cs typeface="Times New Roman" panose="02020603050405020304" pitchFamily="18" charset="0"/>
              </a:rPr>
              <a:t>t</a:t>
            </a:r>
            <a:r>
              <a:rPr lang="en-US" altLang="en-US" sz="1200" dirty="0">
                <a:solidFill>
                  <a:srgbClr val="000000"/>
                </a:solidFill>
                <a:latin typeface="MathJax_Main"/>
                <a:cs typeface="Times New Roman" panose="02020603050405020304" pitchFamily="18" charset="0"/>
              </a:rPr>
              <a:t>=0</a:t>
            </a:r>
            <a:r>
              <a:rPr lang="en-US" altLang="en-US" dirty="0">
                <a:solidFill>
                  <a:srgbClr val="000000"/>
                </a:solidFill>
                <a:latin typeface="Times New Roman" panose="02020603050405020304" pitchFamily="18" charset="0"/>
                <a:cs typeface="Times New Roman" panose="02020603050405020304" pitchFamily="18" charset="0"/>
              </a:rPr>
              <a:t>, the </a:t>
            </a:r>
            <a:r>
              <a:rPr lang="en-US" altLang="en-US" i="1" dirty="0">
                <a:solidFill>
                  <a:srgbClr val="000000"/>
                </a:solidFill>
                <a:latin typeface="Times New Roman" panose="02020603050405020304" pitchFamily="18" charset="0"/>
                <a:cs typeface="Times New Roman" panose="02020603050405020304" pitchFamily="18" charset="0"/>
              </a:rPr>
              <a:t>n</a:t>
            </a:r>
            <a:r>
              <a:rPr lang="en-US" altLang="en-US" dirty="0">
                <a:solidFill>
                  <a:srgbClr val="000000"/>
                </a:solidFill>
                <a:latin typeface="Times New Roman" panose="02020603050405020304" pitchFamily="18" charset="0"/>
                <a:cs typeface="Times New Roman" panose="02020603050405020304" pitchFamily="18" charset="0"/>
              </a:rPr>
              <a:t>th moment of the random variable </a:t>
            </a:r>
            <a:r>
              <a:rPr lang="en-US" altLang="en-US" sz="1200" dirty="0">
                <a:solidFill>
                  <a:srgbClr val="000000"/>
                </a:solidFill>
                <a:latin typeface="MathJax_Math-italic"/>
                <a:cs typeface="Times New Roman" panose="02020603050405020304" pitchFamily="18" charset="0"/>
              </a:rPr>
              <a:t>X</a:t>
            </a:r>
            <a:r>
              <a:rPr lang="en-US" altLang="en-US" dirty="0">
                <a:solidFill>
                  <a:srgbClr val="000000"/>
                </a:solidFill>
                <a:latin typeface="Times New Roman" panose="02020603050405020304" pitchFamily="18" charset="0"/>
                <a:cs typeface="Times New Roman" panose="02020603050405020304" pitchFamily="18" charset="0"/>
              </a:rPr>
              <a:t> about zero will be obtained</a:t>
            </a:r>
            <a:endParaRPr lang="en-IN" dirty="0"/>
          </a:p>
        </p:txBody>
      </p:sp>
      <p:pic>
        <p:nvPicPr>
          <p:cNvPr id="7" name="Picture 6"/>
          <p:cNvPicPr>
            <a:picLocks noChangeAspect="1"/>
          </p:cNvPicPr>
          <p:nvPr/>
        </p:nvPicPr>
        <p:blipFill>
          <a:blip r:embed="rId3"/>
          <a:stretch>
            <a:fillRect/>
          </a:stretch>
        </p:blipFill>
        <p:spPr>
          <a:xfrm>
            <a:off x="4742755" y="4891064"/>
            <a:ext cx="3216865" cy="1026333"/>
          </a:xfrm>
          <a:prstGeom prst="rect">
            <a:avLst/>
          </a:prstGeom>
        </p:spPr>
      </p:pic>
    </p:spTree>
    <p:extLst>
      <p:ext uri="{BB962C8B-B14F-4D97-AF65-F5344CB8AC3E}">
        <p14:creationId xmlns:p14="http://schemas.microsoft.com/office/powerpoint/2010/main" val="34775655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9636" y="570590"/>
            <a:ext cx="8686800" cy="1200329"/>
          </a:xfrm>
          <a:prstGeom prst="rect">
            <a:avLst/>
          </a:prstGeom>
        </p:spPr>
        <p:txBody>
          <a:bodyPr wrap="square">
            <a:spAutoFit/>
          </a:bodyPr>
          <a:lstStyle/>
          <a:p>
            <a:r>
              <a:rPr lang="en-US" b="1" dirty="0"/>
              <a:t>Example – Discrete R V Distribution</a:t>
            </a:r>
          </a:p>
          <a:p>
            <a:r>
              <a:rPr lang="en-US" dirty="0"/>
              <a:t>Suppose you are given a 3 question multiple-choice test. Each question has 4 responses and only one is correct. Suppose you want to find the probability that you can just guess at the answers and get 2 questions right.</a:t>
            </a:r>
            <a:endParaRPr lang="en-IN" dirty="0"/>
          </a:p>
        </p:txBody>
      </p:sp>
    </p:spTree>
    <p:extLst>
      <p:ext uri="{BB962C8B-B14F-4D97-AF65-F5344CB8AC3E}">
        <p14:creationId xmlns:p14="http://schemas.microsoft.com/office/powerpoint/2010/main" val="74372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921953" y="3019427"/>
            <a:ext cx="5424920" cy="1425110"/>
          </a:xfrm>
          <a:prstGeom prst="rect">
            <a:avLst/>
          </a:prstGeom>
        </p:spPr>
      </p:pic>
      <p:pic>
        <p:nvPicPr>
          <p:cNvPr id="4" name="Picture 3"/>
          <p:cNvPicPr>
            <a:picLocks noChangeAspect="1"/>
          </p:cNvPicPr>
          <p:nvPr/>
        </p:nvPicPr>
        <p:blipFill>
          <a:blip r:embed="rId3"/>
          <a:stretch>
            <a:fillRect/>
          </a:stretch>
        </p:blipFill>
        <p:spPr>
          <a:xfrm>
            <a:off x="2660938" y="277524"/>
            <a:ext cx="4461839" cy="803131"/>
          </a:xfrm>
          <a:prstGeom prst="rect">
            <a:avLst/>
          </a:prstGeom>
        </p:spPr>
      </p:pic>
      <p:pic>
        <p:nvPicPr>
          <p:cNvPr id="5" name="Picture 4"/>
          <p:cNvPicPr>
            <a:picLocks noChangeAspect="1"/>
          </p:cNvPicPr>
          <p:nvPr/>
        </p:nvPicPr>
        <p:blipFill>
          <a:blip r:embed="rId4"/>
          <a:stretch>
            <a:fillRect/>
          </a:stretch>
        </p:blipFill>
        <p:spPr>
          <a:xfrm>
            <a:off x="1516206" y="1080655"/>
            <a:ext cx="9511694" cy="1938772"/>
          </a:xfrm>
          <a:prstGeom prst="rect">
            <a:avLst/>
          </a:prstGeom>
        </p:spPr>
      </p:pic>
      <p:pic>
        <p:nvPicPr>
          <p:cNvPr id="6" name="Picture 5"/>
          <p:cNvPicPr>
            <a:picLocks noChangeAspect="1"/>
          </p:cNvPicPr>
          <p:nvPr/>
        </p:nvPicPr>
        <p:blipFill>
          <a:blip r:embed="rId5"/>
          <a:stretch>
            <a:fillRect/>
          </a:stretch>
        </p:blipFill>
        <p:spPr>
          <a:xfrm>
            <a:off x="1734439" y="4710801"/>
            <a:ext cx="6730687" cy="1992080"/>
          </a:xfrm>
          <a:prstGeom prst="rect">
            <a:avLst/>
          </a:prstGeom>
        </p:spPr>
      </p:pic>
      <p:sp>
        <p:nvSpPr>
          <p:cNvPr id="7" name="TextBox 6"/>
          <p:cNvSpPr txBox="1"/>
          <p:nvPr/>
        </p:nvSpPr>
        <p:spPr>
          <a:xfrm>
            <a:off x="1219200" y="4267200"/>
            <a:ext cx="405938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rPr>
              <a:t>Characteristics of X~B(</a:t>
            </a:r>
            <a:r>
              <a:rPr kumimoji="0" lang="en-US" sz="1800" b="0" i="0" u="none" strike="noStrike" kern="1200" cap="none" spc="0" normalizeH="0" baseline="0" noProof="0" dirty="0" err="1">
                <a:ln>
                  <a:noFill/>
                </a:ln>
                <a:solidFill>
                  <a:prstClr val="black"/>
                </a:solidFill>
                <a:effectLst/>
                <a:uLnTx/>
                <a:uFillTx/>
                <a:latin typeface="Century Gothic" panose="020B0502020202020204"/>
                <a:ea typeface="+mn-ea"/>
                <a:cs typeface="+mn-cs"/>
              </a:rPr>
              <a:t>n,p</a:t>
            </a:r>
            <a:r>
              <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IN"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0071503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797" y="444001"/>
            <a:ext cx="8911687" cy="1280890"/>
          </a:xfrm>
        </p:spPr>
        <p:txBody>
          <a:bodyPr/>
          <a:lstStyle/>
          <a:p>
            <a:r>
              <a:rPr lang="en-US" dirty="0">
                <a:latin typeface="Times New Roman" panose="02020603050405020304" pitchFamily="18" charset="0"/>
                <a:cs typeface="Times New Roman" panose="02020603050405020304" pitchFamily="18" charset="0"/>
              </a:rPr>
              <a:t>Mean &amp; Variance of X~B(n, p)</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962000" y="1123920"/>
              <a:ext cx="8928720" cy="4921560"/>
            </p14:xfrm>
          </p:contentPart>
        </mc:Choice>
        <mc:Fallback xmlns="">
          <p:pic>
            <p:nvPicPr>
              <p:cNvPr id="5" name="Ink 4"/>
              <p:cNvPicPr/>
              <p:nvPr/>
            </p:nvPicPr>
            <p:blipFill>
              <a:blip r:embed="rId3"/>
              <a:stretch>
                <a:fillRect/>
              </a:stretch>
            </p:blipFill>
            <p:spPr>
              <a:xfrm>
                <a:off x="1952640" y="1114560"/>
                <a:ext cx="8947440" cy="4940280"/>
              </a:xfrm>
              <a:prstGeom prst="rect">
                <a:avLst/>
              </a:prstGeom>
            </p:spPr>
          </p:pic>
        </mc:Fallback>
      </mc:AlternateContent>
    </p:spTree>
    <p:extLst>
      <p:ext uri="{BB962C8B-B14F-4D97-AF65-F5344CB8AC3E}">
        <p14:creationId xmlns:p14="http://schemas.microsoft.com/office/powerpoint/2010/main" val="818243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797" y="554838"/>
            <a:ext cx="8911687" cy="1280890"/>
          </a:xfrm>
        </p:spPr>
        <p:txBody>
          <a:bodyPr>
            <a:normAutofit/>
          </a:bodyPr>
          <a:lstStyle/>
          <a:p>
            <a:r>
              <a:rPr lang="en-US" sz="1600" b="1" dirty="0">
                <a:latin typeface="Calisto MT" panose="02040603050505030304" pitchFamily="18" charset="0"/>
              </a:rPr>
              <a:t>QUESTION</a:t>
            </a:r>
            <a:br>
              <a:rPr lang="en-US" sz="1600" dirty="0">
                <a:latin typeface="Calisto MT" panose="02040603050505030304" pitchFamily="18" charset="0"/>
              </a:rPr>
            </a:br>
            <a:r>
              <a:rPr lang="en-US" sz="1600" dirty="0">
                <a:latin typeface="Calisto MT" panose="02040603050505030304" pitchFamily="18" charset="0"/>
              </a:rPr>
              <a:t>Suppose that a central  university has to form a committee of 5 members from a list of 20 candidates out of whom 12 are teachers and 8 students. If the members of the committee are selected at random, what is the probability that the majority of committee members are students?</a:t>
            </a:r>
            <a:endParaRPr lang="en-IN" sz="1600" dirty="0">
              <a:latin typeface="Calisto MT" panose="02040603050505030304" pitchFamily="18" charset="0"/>
            </a:endParaRPr>
          </a:p>
        </p:txBody>
      </p:sp>
    </p:spTree>
    <p:extLst>
      <p:ext uri="{BB962C8B-B14F-4D97-AF65-F5344CB8AC3E}">
        <p14:creationId xmlns:p14="http://schemas.microsoft.com/office/powerpoint/2010/main" val="553752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4838" y="194619"/>
            <a:ext cx="10063738" cy="1280890"/>
          </a:xfrm>
        </p:spPr>
        <p:txBody>
          <a:bodyPr>
            <a:noAutofit/>
          </a:bodyPr>
          <a:lstStyle/>
          <a:p>
            <a:r>
              <a:rPr lang="en-US" sz="2500" dirty="0"/>
              <a:t>An insurance salesman sells policies to five men, all of identical age and good health. According to the actuarial tables, the probability that a man of this particular age will be alive 30 years hence will be 2/3. Find the probability that in 30 years </a:t>
            </a:r>
            <a:br>
              <a:rPr lang="en-US" sz="2500" dirty="0"/>
            </a:br>
            <a:r>
              <a:rPr lang="en-US" sz="2500" dirty="0"/>
              <a:t>(</a:t>
            </a:r>
            <a:r>
              <a:rPr lang="en-US" sz="2500" dirty="0" err="1"/>
              <a:t>i</a:t>
            </a:r>
            <a:r>
              <a:rPr lang="en-US" sz="2500" dirty="0"/>
              <a:t>)all five men</a:t>
            </a:r>
            <a:br>
              <a:rPr lang="en-US" sz="2500" dirty="0"/>
            </a:br>
            <a:r>
              <a:rPr lang="en-US" sz="2500" dirty="0"/>
              <a:t>(ii) at least one man </a:t>
            </a:r>
            <a:br>
              <a:rPr lang="en-US" sz="2500" dirty="0"/>
            </a:br>
            <a:r>
              <a:rPr lang="en-US" sz="2500" dirty="0"/>
              <a:t>(iii) at least 3 men </a:t>
            </a:r>
            <a:br>
              <a:rPr lang="en-US" sz="2500" dirty="0"/>
            </a:br>
            <a:r>
              <a:rPr lang="en-US" sz="2500" dirty="0"/>
              <a:t>(iv)at most 3 men, will be alive. </a:t>
            </a:r>
            <a:endParaRPr lang="en-IN" sz="2500" dirty="0"/>
          </a:p>
        </p:txBody>
      </p:sp>
    </p:spTree>
    <p:extLst>
      <p:ext uri="{BB962C8B-B14F-4D97-AF65-F5344CB8AC3E}">
        <p14:creationId xmlns:p14="http://schemas.microsoft.com/office/powerpoint/2010/main" val="28196785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946" y="153055"/>
            <a:ext cx="10099963" cy="1280890"/>
          </a:xfrm>
        </p:spPr>
        <p:txBody>
          <a:bodyPr>
            <a:noAutofit/>
          </a:bodyPr>
          <a:lstStyle/>
          <a:p>
            <a:r>
              <a:rPr lang="en-US" sz="2800" dirty="0"/>
              <a:t>A student writes a five question multiple-choice quiz. Each question has four possible responses. The student guesses at random for each question. Calculate the probability for each possible score on the test from 0 to 5.</a:t>
            </a:r>
            <a:endParaRPr lang="en-IN" sz="2800" dirty="0"/>
          </a:p>
        </p:txBody>
      </p:sp>
    </p:spTree>
    <p:extLst>
      <p:ext uri="{BB962C8B-B14F-4D97-AF65-F5344CB8AC3E}">
        <p14:creationId xmlns:p14="http://schemas.microsoft.com/office/powerpoint/2010/main" val="4053982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855" y="263891"/>
            <a:ext cx="10049884" cy="1280890"/>
          </a:xfrm>
        </p:spPr>
        <p:txBody>
          <a:bodyPr>
            <a:noAutofit/>
          </a:bodyPr>
          <a:lstStyle/>
          <a:p>
            <a:r>
              <a:rPr lang="en-US" sz="2800" dirty="0"/>
              <a:t>Thirty percent of students at a large university are known to be short-sighted. If twenty students are picked at random, find the probability that at most two of them are shortsighted</a:t>
            </a:r>
            <a:endParaRPr lang="en-IN" sz="2800" dirty="0"/>
          </a:p>
        </p:txBody>
      </p:sp>
    </p:spTree>
    <p:extLst>
      <p:ext uri="{BB962C8B-B14F-4D97-AF65-F5344CB8AC3E}">
        <p14:creationId xmlns:p14="http://schemas.microsoft.com/office/powerpoint/2010/main" val="3189212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stretch>
            <a:fillRect/>
          </a:stretch>
        </p:blipFill>
        <p:spPr>
          <a:xfrm>
            <a:off x="1495737" y="316228"/>
            <a:ext cx="9422197" cy="3482344"/>
          </a:xfrm>
          <a:prstGeom prst="rect">
            <a:avLst/>
          </a:prstGeom>
        </p:spPr>
      </p:pic>
      <p:pic>
        <p:nvPicPr>
          <p:cNvPr id="4" name="Picture 3"/>
          <p:cNvPicPr>
            <a:picLocks noChangeAspect="1"/>
          </p:cNvPicPr>
          <p:nvPr/>
        </p:nvPicPr>
        <p:blipFill>
          <a:blip r:embed="rId3"/>
          <a:stretch>
            <a:fillRect/>
          </a:stretch>
        </p:blipFill>
        <p:spPr>
          <a:xfrm>
            <a:off x="1495737" y="3798572"/>
            <a:ext cx="9505950" cy="1885950"/>
          </a:xfrm>
          <a:prstGeom prst="rect">
            <a:avLst/>
          </a:prstGeom>
        </p:spPr>
      </p:pic>
    </p:spTree>
    <p:extLst>
      <p:ext uri="{BB962C8B-B14F-4D97-AF65-F5344CB8AC3E}">
        <p14:creationId xmlns:p14="http://schemas.microsoft.com/office/powerpoint/2010/main" val="2239371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3943" y="190201"/>
            <a:ext cx="8911687" cy="1280890"/>
          </a:xfrm>
        </p:spPr>
        <p:txBody>
          <a:bodyPr/>
          <a:lstStyle/>
          <a:p>
            <a:r>
              <a:rPr lang="en-US" b="1" dirty="0">
                <a:latin typeface="Calisto MT" panose="02040603050505030304" pitchFamily="18" charset="0"/>
              </a:rPr>
              <a:t>POISSON DISTRIBUTION</a:t>
            </a:r>
            <a:endParaRPr lang="en-IN" b="1" dirty="0">
              <a:latin typeface="Calisto MT" panose="02040603050505030304" pitchFamily="18" charset="0"/>
            </a:endParaRPr>
          </a:p>
        </p:txBody>
      </p:sp>
      <p:sp>
        <p:nvSpPr>
          <p:cNvPr id="3" name="Rectangle 2"/>
          <p:cNvSpPr/>
          <p:nvPr/>
        </p:nvSpPr>
        <p:spPr>
          <a:xfrm>
            <a:off x="1953491" y="945683"/>
            <a:ext cx="9490364" cy="2862322"/>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This distribution gives the probability of the different possible number of occurrences of an event in a given time interval under certain conditions.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The events occur independently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The events occur at random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The probability of an event occurring in a given time interval does not vary with time</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prstClr val="black"/>
              </a:solidFill>
              <a:latin typeface="Calisto MT" panose="02040603050505030304" pitchFamily="18" charset="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prstClr val="black"/>
              </a:solidFill>
              <a:latin typeface="Calisto MT" panose="02040603050505030304" pitchFamily="18" charset="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black"/>
                </a:solidFill>
                <a:latin typeface="Calisto MT" panose="02040603050505030304" pitchFamily="18" charset="0"/>
              </a:rPr>
              <a:t>The mean and variance of Poisson distribution = </a:t>
            </a:r>
            <a:r>
              <a:rPr lang="el-GR" dirty="0">
                <a:solidFill>
                  <a:prstClr val="black"/>
                </a:solidFill>
                <a:latin typeface="Arial" panose="020B0604020202020204" pitchFamily="34" charset="0"/>
                <a:cs typeface="Arial" panose="020B0604020202020204" pitchFamily="34" charset="0"/>
              </a:rPr>
              <a:t>λ</a:t>
            </a:r>
            <a:r>
              <a:rPr kumimoji="0" lang="en-US"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 </a:t>
            </a:r>
            <a:endParaRPr kumimoji="0" lang="en-IN" sz="18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pic>
        <p:nvPicPr>
          <p:cNvPr id="4" name="Picture 3"/>
          <p:cNvPicPr>
            <a:picLocks noChangeAspect="1"/>
          </p:cNvPicPr>
          <p:nvPr/>
        </p:nvPicPr>
        <p:blipFill>
          <a:blip r:embed="rId2"/>
          <a:stretch>
            <a:fillRect/>
          </a:stretch>
        </p:blipFill>
        <p:spPr>
          <a:xfrm>
            <a:off x="3823249" y="2423011"/>
            <a:ext cx="3825066" cy="840938"/>
          </a:xfrm>
          <a:prstGeom prst="rect">
            <a:avLst/>
          </a:prstGeom>
        </p:spPr>
      </p:pic>
    </p:spTree>
    <p:extLst>
      <p:ext uri="{BB962C8B-B14F-4D97-AF65-F5344CB8AC3E}">
        <p14:creationId xmlns:p14="http://schemas.microsoft.com/office/powerpoint/2010/main" val="33914833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sto MT" panose="02040603050505030304" pitchFamily="18" charset="0"/>
              </a:rPr>
              <a:t>Mean and Variance of Poisson Distribution</a:t>
            </a:r>
            <a:endParaRPr lang="en-IN" dirty="0">
              <a:latin typeface="Calisto MT" panose="0204060305050503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229" y="1660814"/>
            <a:ext cx="328612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643" y="1660814"/>
            <a:ext cx="340995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8501040" y="1901880"/>
              <a:ext cx="2491920" cy="2206080"/>
            </p14:xfrm>
          </p:contentPart>
        </mc:Choice>
        <mc:Fallback xmlns="">
          <p:pic>
            <p:nvPicPr>
              <p:cNvPr id="6" name="Ink 5"/>
              <p:cNvPicPr/>
              <p:nvPr/>
            </p:nvPicPr>
            <p:blipFill>
              <a:blip r:embed="rId5"/>
              <a:stretch>
                <a:fillRect/>
              </a:stretch>
            </p:blipFill>
            <p:spPr>
              <a:xfrm>
                <a:off x="8491680" y="1892520"/>
                <a:ext cx="2510640" cy="2224800"/>
              </a:xfrm>
              <a:prstGeom prst="rect">
                <a:avLst/>
              </a:prstGeom>
            </p:spPr>
          </p:pic>
        </mc:Fallback>
      </mc:AlternateContent>
    </p:spTree>
    <p:extLst>
      <p:ext uri="{BB962C8B-B14F-4D97-AF65-F5344CB8AC3E}">
        <p14:creationId xmlns:p14="http://schemas.microsoft.com/office/powerpoint/2010/main" val="1784547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0924" y="222328"/>
            <a:ext cx="9696058" cy="1280890"/>
          </a:xfrm>
        </p:spPr>
        <p:txBody>
          <a:bodyPr>
            <a:noAutofit/>
          </a:bodyPr>
          <a:lstStyle/>
          <a:p>
            <a:r>
              <a:rPr lang="en-US" sz="2400" dirty="0"/>
              <a:t>Between the hours 2PM and 4 PM , the average number of phone calls per minute coming into the switchboard of a company is 2.35. Find the probability that during one particular minute there will be at most2 phone calls. Given e</a:t>
            </a:r>
            <a:r>
              <a:rPr lang="en-US" sz="2400" baseline="30000" dirty="0"/>
              <a:t>-2.35</a:t>
            </a:r>
            <a:r>
              <a:rPr lang="en-US" sz="2400" dirty="0"/>
              <a:t> = 0.095374</a:t>
            </a:r>
            <a:endParaRPr lang="en-IN" sz="2400" dirty="0"/>
          </a:p>
        </p:txBody>
      </p:sp>
    </p:spTree>
    <p:extLst>
      <p:ext uri="{BB962C8B-B14F-4D97-AF65-F5344CB8AC3E}">
        <p14:creationId xmlns:p14="http://schemas.microsoft.com/office/powerpoint/2010/main" val="1953127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42A23B-E6E6-454E-835A-EF9016B52852}"/>
              </a:ext>
            </a:extLst>
          </p:cNvPr>
          <p:cNvPicPr>
            <a:picLocks noChangeAspect="1"/>
          </p:cNvPicPr>
          <p:nvPr/>
        </p:nvPicPr>
        <p:blipFill>
          <a:blip r:embed="rId2"/>
          <a:stretch>
            <a:fillRect/>
          </a:stretch>
        </p:blipFill>
        <p:spPr>
          <a:xfrm>
            <a:off x="2291832" y="380319"/>
            <a:ext cx="8261164" cy="2400203"/>
          </a:xfrm>
          <a:prstGeom prst="rect">
            <a:avLst/>
          </a:prstGeom>
        </p:spPr>
      </p:pic>
    </p:spTree>
    <p:extLst>
      <p:ext uri="{BB962C8B-B14F-4D97-AF65-F5344CB8AC3E}">
        <p14:creationId xmlns:p14="http://schemas.microsoft.com/office/powerpoint/2010/main" val="39508108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933E-F5C7-4B01-AFA8-AE29E70E21E7}"/>
              </a:ext>
            </a:extLst>
          </p:cNvPr>
          <p:cNvSpPr>
            <a:spLocks noGrp="1"/>
          </p:cNvSpPr>
          <p:nvPr>
            <p:ph type="title"/>
          </p:nvPr>
        </p:nvSpPr>
        <p:spPr>
          <a:xfrm>
            <a:off x="1791478" y="297539"/>
            <a:ext cx="9955729" cy="1280890"/>
          </a:xfrm>
        </p:spPr>
        <p:txBody>
          <a:bodyPr>
            <a:noAutofit/>
          </a:bodyPr>
          <a:lstStyle/>
          <a:p>
            <a:r>
              <a:rPr lang="en-US" sz="2400" dirty="0"/>
              <a:t>Sheep are randomly scattered in a field which is divided into equal size squares. There are three sheep on average on each square. Determine the probability that on a given square there will be … </a:t>
            </a:r>
            <a:br>
              <a:rPr lang="en-US" sz="2400" dirty="0"/>
            </a:br>
            <a:r>
              <a:rPr lang="en-US" sz="2400" dirty="0"/>
              <a:t>a)no more than five sheep. </a:t>
            </a:r>
            <a:br>
              <a:rPr lang="en-US" sz="2400" dirty="0"/>
            </a:br>
            <a:r>
              <a:rPr lang="en-US" sz="2400" dirty="0"/>
              <a:t>b)more than two but no more than seven sheep.</a:t>
            </a:r>
            <a:endParaRPr lang="en-IN" sz="2400" dirty="0"/>
          </a:p>
        </p:txBody>
      </p:sp>
    </p:spTree>
    <p:extLst>
      <p:ext uri="{BB962C8B-B14F-4D97-AF65-F5344CB8AC3E}">
        <p14:creationId xmlns:p14="http://schemas.microsoft.com/office/powerpoint/2010/main" val="1638350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C78B-54BC-4FEE-9530-2CD4AEBFA58D}"/>
              </a:ext>
            </a:extLst>
          </p:cNvPr>
          <p:cNvSpPr>
            <a:spLocks noGrp="1"/>
          </p:cNvSpPr>
          <p:nvPr>
            <p:ph type="title"/>
          </p:nvPr>
        </p:nvSpPr>
        <p:spPr>
          <a:xfrm>
            <a:off x="1884784" y="624110"/>
            <a:ext cx="9619827" cy="1280890"/>
          </a:xfrm>
        </p:spPr>
        <p:txBody>
          <a:bodyPr>
            <a:noAutofit/>
          </a:bodyPr>
          <a:lstStyle/>
          <a:p>
            <a:r>
              <a:rPr lang="en-US" sz="2000" dirty="0"/>
              <a:t>The water from a lake is tested and is found to contain on average three bacteria per </a:t>
            </a:r>
            <a:r>
              <a:rPr lang="en-US" sz="2000" dirty="0" err="1"/>
              <a:t>litre</a:t>
            </a:r>
            <a:r>
              <a:rPr lang="en-US" sz="2000" dirty="0"/>
              <a:t> of water. A sample of 250 ml is collected from the lake.</a:t>
            </a:r>
            <a:br>
              <a:rPr lang="en-US" sz="2000" dirty="0"/>
            </a:br>
            <a:r>
              <a:rPr lang="en-US" sz="2000" dirty="0"/>
              <a:t> a) Determine the probability that the 250 ml water sample will contain … </a:t>
            </a:r>
            <a:br>
              <a:rPr lang="en-US" sz="2000" dirty="0"/>
            </a:br>
            <a:r>
              <a:rPr lang="en-US" sz="2000" dirty="0"/>
              <a:t>	</a:t>
            </a:r>
            <a:r>
              <a:rPr lang="en-US" sz="2000" dirty="0" err="1"/>
              <a:t>i</a:t>
            </a:r>
            <a:r>
              <a:rPr lang="en-US" sz="2000" dirty="0"/>
              <a:t>. … exactly two bacteria.</a:t>
            </a:r>
            <a:br>
              <a:rPr lang="en-US" sz="2000" dirty="0"/>
            </a:br>
            <a:r>
              <a:rPr lang="en-US" sz="2000" dirty="0"/>
              <a:t>	ii. … at least two bacteria. </a:t>
            </a:r>
            <a:br>
              <a:rPr lang="en-US" sz="2000" dirty="0"/>
            </a:br>
            <a:r>
              <a:rPr lang="en-US" sz="2000" dirty="0"/>
              <a:t>A larger sample of two </a:t>
            </a:r>
            <a:r>
              <a:rPr lang="en-US" sz="2000" dirty="0" err="1"/>
              <a:t>litres</a:t>
            </a:r>
            <a:r>
              <a:rPr lang="en-US" sz="2000" dirty="0"/>
              <a:t> of water is collected from the lake. </a:t>
            </a:r>
            <a:br>
              <a:rPr lang="en-US" sz="2000" dirty="0"/>
            </a:br>
            <a:r>
              <a:rPr lang="en-US" sz="2000" dirty="0"/>
              <a:t>b) Find the probability that this larger sample will contain less than ten but no less than six bacteria.</a:t>
            </a:r>
            <a:endParaRPr lang="en-IN" sz="2000" dirty="0"/>
          </a:p>
        </p:txBody>
      </p:sp>
    </p:spTree>
    <p:extLst>
      <p:ext uri="{BB962C8B-B14F-4D97-AF65-F5344CB8AC3E}">
        <p14:creationId xmlns:p14="http://schemas.microsoft.com/office/powerpoint/2010/main" val="2567245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06" y="402438"/>
            <a:ext cx="8911687" cy="1280890"/>
          </a:xfrm>
        </p:spPr>
        <p:txBody>
          <a:bodyPr>
            <a:noAutofit/>
          </a:bodyPr>
          <a:lstStyle/>
          <a:p>
            <a:r>
              <a:rPr lang="en-US" sz="2000" dirty="0"/>
              <a:t>If 5% of the electric bulbs manufactured by a company are defective, use Poisson distribution to find the probability that in a sample of 100 bulbs</a:t>
            </a:r>
            <a:br>
              <a:rPr lang="en-US" sz="2000" dirty="0"/>
            </a:br>
            <a:r>
              <a:rPr lang="en-US" sz="2000" dirty="0"/>
              <a:t>(</a:t>
            </a:r>
            <a:r>
              <a:rPr lang="en-US" sz="2000" dirty="0" err="1"/>
              <a:t>i</a:t>
            </a:r>
            <a:r>
              <a:rPr lang="en-US" sz="2000" dirty="0"/>
              <a:t>) none is defective,</a:t>
            </a:r>
            <a:br>
              <a:rPr lang="en-US" sz="2000" dirty="0"/>
            </a:br>
            <a:r>
              <a:rPr lang="en-US" sz="2000" dirty="0"/>
              <a:t>(ii) 5 bulbs are defective.</a:t>
            </a:r>
            <a:endParaRPr lang="en-IN" sz="2000"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251280" y="3955680"/>
              <a:ext cx="9000" cy="360"/>
            </p14:xfrm>
          </p:contentPart>
        </mc:Choice>
        <mc:Fallback xmlns="">
          <p:pic>
            <p:nvPicPr>
              <p:cNvPr id="4" name="Ink 3"/>
              <p:cNvPicPr/>
              <p:nvPr/>
            </p:nvPicPr>
            <p:blipFill>
              <a:blip r:embed="rId5"/>
              <a:stretch>
                <a:fillRect/>
              </a:stretch>
            </p:blipFill>
            <p:spPr>
              <a:xfrm>
                <a:off x="9241920" y="3946320"/>
                <a:ext cx="27720" cy="19080"/>
              </a:xfrm>
              <a:prstGeom prst="rect">
                <a:avLst/>
              </a:prstGeom>
            </p:spPr>
          </p:pic>
        </mc:Fallback>
      </mc:AlternateContent>
    </p:spTree>
    <p:extLst>
      <p:ext uri="{BB962C8B-B14F-4D97-AF65-F5344CB8AC3E}">
        <p14:creationId xmlns:p14="http://schemas.microsoft.com/office/powerpoint/2010/main" val="2814328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55617" y="211612"/>
            <a:ext cx="8887691" cy="3048370"/>
          </a:xfrm>
          <a:prstGeom prst="rect">
            <a:avLst/>
          </a:prstGeom>
        </p:spPr>
      </p:pic>
      <p:pic>
        <p:nvPicPr>
          <p:cNvPr id="4" name="Picture 3"/>
          <p:cNvPicPr>
            <a:picLocks noChangeAspect="1"/>
          </p:cNvPicPr>
          <p:nvPr/>
        </p:nvPicPr>
        <p:blipFill>
          <a:blip r:embed="rId3"/>
          <a:stretch>
            <a:fillRect/>
          </a:stretch>
        </p:blipFill>
        <p:spPr>
          <a:xfrm>
            <a:off x="2177762" y="3133770"/>
            <a:ext cx="8504952" cy="1830727"/>
          </a:xfrm>
          <a:prstGeom prst="rect">
            <a:avLst/>
          </a:prstGeom>
        </p:spPr>
      </p:pic>
      <p:pic>
        <p:nvPicPr>
          <p:cNvPr id="5" name="Picture 4"/>
          <p:cNvPicPr>
            <a:picLocks noChangeAspect="1"/>
          </p:cNvPicPr>
          <p:nvPr/>
        </p:nvPicPr>
        <p:blipFill>
          <a:blip r:embed="rId4"/>
          <a:stretch>
            <a:fillRect/>
          </a:stretch>
        </p:blipFill>
        <p:spPr>
          <a:xfrm>
            <a:off x="2296823" y="4964497"/>
            <a:ext cx="7049366" cy="577504"/>
          </a:xfrm>
          <a:prstGeom prst="rect">
            <a:avLst/>
          </a:prstGeom>
        </p:spPr>
      </p:pic>
      <p:pic>
        <p:nvPicPr>
          <p:cNvPr id="6" name="Picture 5"/>
          <p:cNvPicPr>
            <a:picLocks noChangeAspect="1"/>
          </p:cNvPicPr>
          <p:nvPr/>
        </p:nvPicPr>
        <p:blipFill>
          <a:blip r:embed="rId5"/>
          <a:stretch>
            <a:fillRect/>
          </a:stretch>
        </p:blipFill>
        <p:spPr>
          <a:xfrm>
            <a:off x="2296823" y="5542001"/>
            <a:ext cx="3862821" cy="385424"/>
          </a:xfrm>
          <a:prstGeom prst="rect">
            <a:avLst/>
          </a:prstGeom>
        </p:spPr>
      </p:pic>
      <p:pic>
        <p:nvPicPr>
          <p:cNvPr id="7" name="Picture 6"/>
          <p:cNvPicPr>
            <a:picLocks noChangeAspect="1"/>
          </p:cNvPicPr>
          <p:nvPr/>
        </p:nvPicPr>
        <p:blipFill>
          <a:blip r:embed="rId6"/>
          <a:stretch>
            <a:fillRect/>
          </a:stretch>
        </p:blipFill>
        <p:spPr>
          <a:xfrm>
            <a:off x="2456255" y="5983760"/>
            <a:ext cx="5745636" cy="521169"/>
          </a:xfrm>
          <a:prstGeom prst="rect">
            <a:avLst/>
          </a:prstGeom>
        </p:spPr>
      </p:pic>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4081320" y="1800000"/>
              <a:ext cx="5531400" cy="3794040"/>
            </p14:xfrm>
          </p:contentPart>
        </mc:Choice>
        <mc:Fallback xmlns="">
          <p:pic>
            <p:nvPicPr>
              <p:cNvPr id="2" name="Ink 1"/>
              <p:cNvPicPr/>
              <p:nvPr/>
            </p:nvPicPr>
            <p:blipFill>
              <a:blip r:embed="rId8"/>
              <a:stretch>
                <a:fillRect/>
              </a:stretch>
            </p:blipFill>
            <p:spPr>
              <a:xfrm>
                <a:off x="2199960" y="1689120"/>
                <a:ext cx="8329320" cy="4845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p14:cNvContentPartPr/>
              <p14:nvPr/>
            </p14:nvContentPartPr>
            <p14:xfrm>
              <a:off x="6322320" y="5536440"/>
              <a:ext cx="4706280" cy="643320"/>
            </p14:xfrm>
          </p:contentPart>
        </mc:Choice>
        <mc:Fallback xmlns="">
          <p:pic>
            <p:nvPicPr>
              <p:cNvPr id="8" name="Ink 7"/>
              <p:cNvPicPr/>
              <p:nvPr/>
            </p:nvPicPr>
            <p:blipFill>
              <a:blip r:embed="rId10"/>
              <a:stretch>
                <a:fillRect/>
              </a:stretch>
            </p:blipFill>
            <p:spPr>
              <a:xfrm>
                <a:off x="6312960" y="5527080"/>
                <a:ext cx="4725000" cy="662040"/>
              </a:xfrm>
              <a:prstGeom prst="rect">
                <a:avLst/>
              </a:prstGeom>
            </p:spPr>
          </p:pic>
        </mc:Fallback>
      </mc:AlternateContent>
    </p:spTree>
    <p:extLst>
      <p:ext uri="{BB962C8B-B14F-4D97-AF65-F5344CB8AC3E}">
        <p14:creationId xmlns:p14="http://schemas.microsoft.com/office/powerpoint/2010/main" val="39992948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06" y="513273"/>
            <a:ext cx="8911687" cy="1280890"/>
          </a:xfrm>
        </p:spPr>
        <p:txBody>
          <a:bodyPr>
            <a:normAutofit/>
          </a:bodyPr>
          <a:lstStyle/>
          <a:p>
            <a:r>
              <a:rPr lang="en-US" sz="2500" dirty="0">
                <a:latin typeface="Calisto MT" panose="02040603050505030304" pitchFamily="18" charset="0"/>
              </a:rPr>
              <a:t>Fit a Poisson distribution and calculate the theoretical frequencies</a:t>
            </a:r>
            <a:endParaRPr lang="en-IN" sz="2500" dirty="0">
              <a:latin typeface="Calisto MT" panose="02040603050505030304" pitchFamily="18" charset="0"/>
            </a:endParaRPr>
          </a:p>
        </p:txBody>
      </p:sp>
      <p:graphicFrame>
        <p:nvGraphicFramePr>
          <p:cNvPr id="3" name="Table 2"/>
          <p:cNvGraphicFramePr>
            <a:graphicFrameLocks noGrp="1"/>
          </p:cNvGraphicFramePr>
          <p:nvPr>
            <p:extLst/>
          </p:nvPr>
        </p:nvGraphicFramePr>
        <p:xfrm>
          <a:off x="1775506" y="1523230"/>
          <a:ext cx="8128002" cy="741680"/>
        </p:xfrm>
        <a:graphic>
          <a:graphicData uri="http://schemas.openxmlformats.org/drawingml/2006/table">
            <a:tbl>
              <a:tblPr firstRow="1" bandRow="1">
                <a:tableStyleId>{93296810-A885-4BE3-A3E7-6D5BEEA58F35}</a:tableStyleId>
              </a:tblPr>
              <a:tblGrid>
                <a:gridCol w="1354667">
                  <a:extLst>
                    <a:ext uri="{9D8B030D-6E8A-4147-A177-3AD203B41FA5}">
                      <a16:colId xmlns:a16="http://schemas.microsoft.com/office/drawing/2014/main" val="304845922"/>
                    </a:ext>
                  </a:extLst>
                </a:gridCol>
                <a:gridCol w="1354667">
                  <a:extLst>
                    <a:ext uri="{9D8B030D-6E8A-4147-A177-3AD203B41FA5}">
                      <a16:colId xmlns:a16="http://schemas.microsoft.com/office/drawing/2014/main" val="2776709371"/>
                    </a:ext>
                  </a:extLst>
                </a:gridCol>
                <a:gridCol w="1354667">
                  <a:extLst>
                    <a:ext uri="{9D8B030D-6E8A-4147-A177-3AD203B41FA5}">
                      <a16:colId xmlns:a16="http://schemas.microsoft.com/office/drawing/2014/main" val="4116871848"/>
                    </a:ext>
                  </a:extLst>
                </a:gridCol>
                <a:gridCol w="1354667">
                  <a:extLst>
                    <a:ext uri="{9D8B030D-6E8A-4147-A177-3AD203B41FA5}">
                      <a16:colId xmlns:a16="http://schemas.microsoft.com/office/drawing/2014/main" val="3048966302"/>
                    </a:ext>
                  </a:extLst>
                </a:gridCol>
                <a:gridCol w="1354667">
                  <a:extLst>
                    <a:ext uri="{9D8B030D-6E8A-4147-A177-3AD203B41FA5}">
                      <a16:colId xmlns:a16="http://schemas.microsoft.com/office/drawing/2014/main" val="2128728445"/>
                    </a:ext>
                  </a:extLst>
                </a:gridCol>
                <a:gridCol w="1354667">
                  <a:extLst>
                    <a:ext uri="{9D8B030D-6E8A-4147-A177-3AD203B41FA5}">
                      <a16:colId xmlns:a16="http://schemas.microsoft.com/office/drawing/2014/main" val="2744572721"/>
                    </a:ext>
                  </a:extLst>
                </a:gridCol>
              </a:tblGrid>
              <a:tr h="370840">
                <a:tc>
                  <a:txBody>
                    <a:bodyPr/>
                    <a:lstStyle/>
                    <a:p>
                      <a:pPr algn="ctr"/>
                      <a:r>
                        <a:rPr lang="en-US" dirty="0"/>
                        <a:t>x</a:t>
                      </a:r>
                      <a:endParaRPr lang="en-IN" dirty="0"/>
                    </a:p>
                  </a:txBody>
                  <a:tcPr/>
                </a:tc>
                <a:tc>
                  <a:txBody>
                    <a:bodyPr/>
                    <a:lstStyle/>
                    <a:p>
                      <a:pPr algn="ctr"/>
                      <a:r>
                        <a:rPr lang="en-US" dirty="0"/>
                        <a:t>0</a:t>
                      </a:r>
                      <a:endParaRPr lang="en-IN" dirty="0"/>
                    </a:p>
                  </a:txBody>
                  <a:tcPr/>
                </a:tc>
                <a:tc>
                  <a:txBody>
                    <a:bodyPr/>
                    <a:lstStyle/>
                    <a:p>
                      <a:pPr algn="ctr"/>
                      <a:r>
                        <a:rPr lang="en-US" dirty="0"/>
                        <a:t>1</a:t>
                      </a:r>
                      <a:endParaRPr lang="en-IN" dirty="0"/>
                    </a:p>
                  </a:txBody>
                  <a:tcPr/>
                </a:tc>
                <a:tc>
                  <a:txBody>
                    <a:bodyPr/>
                    <a:lstStyle/>
                    <a:p>
                      <a:pPr algn="ctr"/>
                      <a:r>
                        <a:rPr lang="en-US" dirty="0"/>
                        <a:t>2</a:t>
                      </a:r>
                      <a:endParaRPr lang="en-IN" dirty="0"/>
                    </a:p>
                  </a:txBody>
                  <a:tcPr/>
                </a:tc>
                <a:tc>
                  <a:txBody>
                    <a:bodyPr/>
                    <a:lstStyle/>
                    <a:p>
                      <a:pPr algn="ctr"/>
                      <a:r>
                        <a:rPr lang="en-US" dirty="0"/>
                        <a:t>3</a:t>
                      </a:r>
                      <a:endParaRPr lang="en-IN" dirty="0"/>
                    </a:p>
                  </a:txBody>
                  <a:tcPr/>
                </a:tc>
                <a:tc>
                  <a:txBody>
                    <a:bodyPr/>
                    <a:lstStyle/>
                    <a:p>
                      <a:pPr algn="ctr"/>
                      <a:r>
                        <a:rPr lang="en-US" dirty="0"/>
                        <a:t>4</a:t>
                      </a:r>
                      <a:endParaRPr lang="en-IN" dirty="0"/>
                    </a:p>
                  </a:txBody>
                  <a:tcPr/>
                </a:tc>
                <a:extLst>
                  <a:ext uri="{0D108BD9-81ED-4DB2-BD59-A6C34878D82A}">
                    <a16:rowId xmlns:a16="http://schemas.microsoft.com/office/drawing/2014/main" val="884378128"/>
                  </a:ext>
                </a:extLst>
              </a:tr>
              <a:tr h="370840">
                <a:tc>
                  <a:txBody>
                    <a:bodyPr/>
                    <a:lstStyle/>
                    <a:p>
                      <a:pPr algn="ctr"/>
                      <a:r>
                        <a:rPr lang="en-US" dirty="0"/>
                        <a:t>f</a:t>
                      </a:r>
                      <a:endParaRPr lang="en-IN" dirty="0"/>
                    </a:p>
                  </a:txBody>
                  <a:tcPr/>
                </a:tc>
                <a:tc>
                  <a:txBody>
                    <a:bodyPr/>
                    <a:lstStyle/>
                    <a:p>
                      <a:pPr algn="ctr"/>
                      <a:r>
                        <a:rPr lang="en-US" dirty="0"/>
                        <a:t>123</a:t>
                      </a:r>
                      <a:endParaRPr lang="en-IN" dirty="0"/>
                    </a:p>
                  </a:txBody>
                  <a:tcPr/>
                </a:tc>
                <a:tc>
                  <a:txBody>
                    <a:bodyPr/>
                    <a:lstStyle/>
                    <a:p>
                      <a:pPr algn="ctr"/>
                      <a:r>
                        <a:rPr lang="en-US" dirty="0"/>
                        <a:t>59</a:t>
                      </a:r>
                      <a:endParaRPr lang="en-IN" dirty="0"/>
                    </a:p>
                  </a:txBody>
                  <a:tcPr/>
                </a:tc>
                <a:tc>
                  <a:txBody>
                    <a:bodyPr/>
                    <a:lstStyle/>
                    <a:p>
                      <a:pPr algn="ctr"/>
                      <a:r>
                        <a:rPr lang="en-US" dirty="0"/>
                        <a:t>14</a:t>
                      </a:r>
                      <a:endParaRPr lang="en-IN" dirty="0"/>
                    </a:p>
                  </a:txBody>
                  <a:tcPr/>
                </a:tc>
                <a:tc>
                  <a:txBody>
                    <a:bodyPr/>
                    <a:lstStyle/>
                    <a:p>
                      <a:pPr algn="ctr"/>
                      <a:r>
                        <a:rPr lang="en-US" dirty="0"/>
                        <a:t>3</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3787245597"/>
                  </a:ext>
                </a:extLst>
              </a:tr>
            </a:tbl>
          </a:graphicData>
        </a:graphic>
      </p:graphicFrame>
    </p:spTree>
    <p:extLst>
      <p:ext uri="{BB962C8B-B14F-4D97-AF65-F5344CB8AC3E}">
        <p14:creationId xmlns:p14="http://schemas.microsoft.com/office/powerpoint/2010/main" val="36554793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Distribution</a:t>
            </a:r>
            <a:endParaRPr lang="en-IN"/>
          </a:p>
        </p:txBody>
      </p:sp>
      <p:pic>
        <p:nvPicPr>
          <p:cNvPr id="3" name="Picture 2"/>
          <p:cNvPicPr>
            <a:picLocks noChangeAspect="1"/>
          </p:cNvPicPr>
          <p:nvPr/>
        </p:nvPicPr>
        <p:blipFill>
          <a:blip r:embed="rId2"/>
          <a:stretch>
            <a:fillRect/>
          </a:stretch>
        </p:blipFill>
        <p:spPr>
          <a:xfrm>
            <a:off x="2029110" y="1513814"/>
            <a:ext cx="6299545" cy="3889459"/>
          </a:xfrm>
          <a:prstGeom prst="rect">
            <a:avLst/>
          </a:prstGeom>
        </p:spPr>
      </p:pic>
      <p:pic>
        <p:nvPicPr>
          <p:cNvPr id="4" name="Picture 3"/>
          <p:cNvPicPr>
            <a:picLocks noChangeAspect="1"/>
          </p:cNvPicPr>
          <p:nvPr/>
        </p:nvPicPr>
        <p:blipFill>
          <a:blip r:embed="rId3"/>
          <a:stretch>
            <a:fillRect/>
          </a:stretch>
        </p:blipFill>
        <p:spPr>
          <a:xfrm>
            <a:off x="7637461" y="2720338"/>
            <a:ext cx="3867150" cy="1200150"/>
          </a:xfrm>
          <a:prstGeom prst="rect">
            <a:avLst/>
          </a:prstGeom>
        </p:spPr>
      </p:pic>
      <p:sp>
        <p:nvSpPr>
          <p:cNvPr id="5" name="TextBox 4"/>
          <p:cNvSpPr txBox="1"/>
          <p:nvPr/>
        </p:nvSpPr>
        <p:spPr>
          <a:xfrm>
            <a:off x="8548255" y="4419600"/>
            <a:ext cx="2956356"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entury Gothic" panose="020B0502020202020204"/>
                <a:ea typeface="+mn-ea"/>
                <a:cs typeface="+mn-cs"/>
              </a:rPr>
              <a:t>X~N(µ, </a:t>
            </a:r>
            <a:r>
              <a:rPr kumimoji="0" lang="el-GR" sz="2800" b="0" i="0" u="none" strike="noStrike" kern="1200" cap="none" spc="0" normalizeH="0" baseline="0" noProof="0" dirty="0">
                <a:ln>
                  <a:noFill/>
                </a:ln>
                <a:solidFill>
                  <a:prstClr val="black"/>
                </a:solidFill>
                <a:effectLst/>
                <a:uLnTx/>
                <a:uFillTx/>
                <a:latin typeface="Century Gothic" panose="020B0502020202020204"/>
                <a:ea typeface="+mn-ea"/>
                <a:cs typeface="+mn-cs"/>
              </a:rPr>
              <a:t>σ</a:t>
            </a:r>
            <a:r>
              <a:rPr kumimoji="0" lang="en-US" sz="28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IN" sz="2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6501966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stretch>
            <a:fillRect/>
          </a:stretch>
        </p:blipFill>
        <p:spPr>
          <a:xfrm>
            <a:off x="1662545" y="624110"/>
            <a:ext cx="8950037" cy="5291781"/>
          </a:xfrm>
          <a:prstGeom prst="rect">
            <a:avLst/>
          </a:prstGeom>
        </p:spPr>
      </p:pic>
    </p:spTree>
    <p:extLst>
      <p:ext uri="{BB962C8B-B14F-4D97-AF65-F5344CB8AC3E}">
        <p14:creationId xmlns:p14="http://schemas.microsoft.com/office/powerpoint/2010/main" val="23135637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2487" y="568692"/>
            <a:ext cx="9779186" cy="1280890"/>
          </a:xfrm>
        </p:spPr>
        <p:txBody>
          <a:bodyPr>
            <a:normAutofit/>
          </a:bodyPr>
          <a:lstStyle/>
          <a:p>
            <a:r>
              <a:rPr lang="en-US" sz="2000" dirty="0">
                <a:latin typeface="Calisto MT" panose="02040603050505030304" pitchFamily="18" charset="0"/>
              </a:rPr>
              <a:t>Assume that a pizza restaurant has a mean delivery time of 30 minutes and a standard deviation of 5 minutes.</a:t>
            </a:r>
            <a:endParaRPr lang="en-IN" sz="2000" dirty="0">
              <a:latin typeface="Calisto MT" panose="02040603050505030304" pitchFamily="18" charset="0"/>
            </a:endParaRPr>
          </a:p>
        </p:txBody>
      </p:sp>
      <p:pic>
        <p:nvPicPr>
          <p:cNvPr id="9218" name="Picture 2" descr="Graph that displays a normal distribution with areas divided by standard devi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066" y="2037908"/>
            <a:ext cx="6259080" cy="41727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4476606" y="4330411"/>
            <a:ext cx="466725" cy="247650"/>
          </a:xfrm>
          <a:prstGeom prst="rect">
            <a:avLst/>
          </a:prstGeom>
        </p:spPr>
      </p:pic>
      <p:pic>
        <p:nvPicPr>
          <p:cNvPr id="6" name="Picture 5"/>
          <p:cNvPicPr>
            <a:picLocks noChangeAspect="1"/>
          </p:cNvPicPr>
          <p:nvPr/>
        </p:nvPicPr>
        <p:blipFill>
          <a:blip r:embed="rId4"/>
          <a:stretch>
            <a:fillRect/>
          </a:stretch>
        </p:blipFill>
        <p:spPr>
          <a:xfrm>
            <a:off x="5582083" y="5332700"/>
            <a:ext cx="390525" cy="238125"/>
          </a:xfrm>
          <a:prstGeom prst="rect">
            <a:avLst/>
          </a:prstGeom>
        </p:spPr>
      </p:pic>
      <p:pic>
        <p:nvPicPr>
          <p:cNvPr id="7" name="Picture 6"/>
          <p:cNvPicPr>
            <a:picLocks noChangeAspect="1"/>
          </p:cNvPicPr>
          <p:nvPr/>
        </p:nvPicPr>
        <p:blipFill>
          <a:blip r:embed="rId5"/>
          <a:stretch>
            <a:fillRect/>
          </a:stretch>
        </p:blipFill>
        <p:spPr>
          <a:xfrm>
            <a:off x="6317239" y="5213637"/>
            <a:ext cx="638175" cy="238125"/>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3804120" y="2196720"/>
              <a:ext cx="6563520" cy="1616760"/>
            </p14:xfrm>
          </p:contentPart>
        </mc:Choice>
        <mc:Fallback xmlns="">
          <p:pic>
            <p:nvPicPr>
              <p:cNvPr id="3" name="Ink 2"/>
              <p:cNvPicPr/>
              <p:nvPr/>
            </p:nvPicPr>
            <p:blipFill>
              <a:blip r:embed="rId7"/>
              <a:stretch>
                <a:fillRect/>
              </a:stretch>
            </p:blipFill>
            <p:spPr>
              <a:xfrm>
                <a:off x="3794760" y="2187360"/>
                <a:ext cx="6582240" cy="1635480"/>
              </a:xfrm>
              <a:prstGeom prst="rect">
                <a:avLst/>
              </a:prstGeom>
            </p:spPr>
          </p:pic>
        </mc:Fallback>
      </mc:AlternateContent>
    </p:spTree>
    <p:extLst>
      <p:ext uri="{BB962C8B-B14F-4D97-AF65-F5344CB8AC3E}">
        <p14:creationId xmlns:p14="http://schemas.microsoft.com/office/powerpoint/2010/main" val="37203993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51795" y="324639"/>
            <a:ext cx="8776422" cy="6533361"/>
          </a:xfrm>
          <a:prstGeom prst="rect">
            <a:avLst/>
          </a:prstGeom>
        </p:spPr>
      </p:pic>
    </p:spTree>
    <p:extLst>
      <p:ext uri="{BB962C8B-B14F-4D97-AF65-F5344CB8AC3E}">
        <p14:creationId xmlns:p14="http://schemas.microsoft.com/office/powerpoint/2010/main" val="15058093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0" y="579796"/>
            <a:ext cx="8589818" cy="923330"/>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The process of </a:t>
            </a:r>
            <a:r>
              <a:rPr kumimoji="0" lang="en-US" sz="1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converting a value from a normal distribution to a value for the standard normal distribution</a:t>
            </a: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is called </a:t>
            </a:r>
            <a:r>
              <a:rPr kumimoji="0" 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mn-cs"/>
              </a:rPr>
              <a:t>"standardizing"</a:t>
            </a: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and requires the use of </a:t>
            </a:r>
            <a:r>
              <a:rPr kumimoji="0" lang="en-US" sz="1800" b="0" i="1" u="none" strike="noStrike" kern="1200" cap="none" spc="0" normalizeH="0" baseline="0" noProof="0" dirty="0">
                <a:ln>
                  <a:noFill/>
                </a:ln>
                <a:solidFill>
                  <a:srgbClr val="0000FF"/>
                </a:solidFill>
                <a:effectLst/>
                <a:uLnTx/>
                <a:uFillTx/>
                <a:latin typeface="Times New Roman" panose="02020603050405020304" pitchFamily="18" charset="0"/>
                <a:ea typeface="+mn-ea"/>
                <a:cs typeface="+mn-cs"/>
              </a:rPr>
              <a:t>z</a:t>
            </a:r>
            <a:r>
              <a:rPr kumimoji="0" 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mn-cs"/>
              </a:rPr>
              <a:t>-scores.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rPr>
              <a:t> </a:t>
            </a:r>
            <a:r>
              <a:rPr kumimoji="0" lang="en-US" sz="1800" b="0" i="1" u="none" strike="noStrike" kern="1200" cap="none" spc="0" normalizeH="0" baseline="0" noProof="0" dirty="0">
                <a:ln>
                  <a:noFill/>
                </a:ln>
                <a:solidFill>
                  <a:prstClr val="black"/>
                </a:solidFill>
                <a:effectLst/>
                <a:uLnTx/>
                <a:uFillTx/>
                <a:latin typeface="Century Gothic" panose="020B0502020202020204"/>
                <a:ea typeface="+mn-ea"/>
                <a:cs typeface="+mn-cs"/>
              </a:rPr>
              <a:t>z</a:t>
            </a:r>
            <a:r>
              <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rPr>
              <a:t>-scores tell us how far a value is from the mean</a:t>
            </a:r>
            <a:endParaRPr kumimoji="0" lang="en-IN"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pic>
        <p:nvPicPr>
          <p:cNvPr id="4" name="Picture 3"/>
          <p:cNvPicPr>
            <a:picLocks noChangeAspect="1"/>
          </p:cNvPicPr>
          <p:nvPr/>
        </p:nvPicPr>
        <p:blipFill>
          <a:blip r:embed="rId2"/>
          <a:stretch>
            <a:fillRect/>
          </a:stretch>
        </p:blipFill>
        <p:spPr>
          <a:xfrm>
            <a:off x="2272146" y="1768186"/>
            <a:ext cx="3535073" cy="3600296"/>
          </a:xfrm>
          <a:prstGeom prst="rect">
            <a:avLst/>
          </a:prstGeom>
        </p:spPr>
      </p:pic>
    </p:spTree>
    <p:extLst>
      <p:ext uri="{BB962C8B-B14F-4D97-AF65-F5344CB8AC3E}">
        <p14:creationId xmlns:p14="http://schemas.microsoft.com/office/powerpoint/2010/main" val="9670168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77970" y="333137"/>
            <a:ext cx="3471229" cy="6524863"/>
          </a:xfrm>
          <a:prstGeom prst="rect">
            <a:avLst/>
          </a:prstGeom>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r>
              <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P(Z ≤ 1).</a:t>
            </a: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r>
              <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P(Z ≤  −2).</a:t>
            </a: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r>
              <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P(Z ≥ 2.5).</a:t>
            </a: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r>
              <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P(Z ≥  -1.5).</a:t>
            </a:r>
          </a:p>
          <a:p>
            <a:pPr marL="342900" marR="0" lvl="0" indent="-342900" algn="l" defTabSz="457200" rtl="0" eaLnBrk="1" fontAlgn="auto" latinLnBrk="0" hangingPunct="1">
              <a:lnSpc>
                <a:spcPct val="100000"/>
              </a:lnSpc>
              <a:spcBef>
                <a:spcPts val="0"/>
              </a:spcBef>
              <a:spcAft>
                <a:spcPts val="0"/>
              </a:spcAft>
              <a:buClrTx/>
              <a:buSzTx/>
              <a:buFontTx/>
              <a:buAutoNum type="arabicParenR"/>
              <a:tabLst/>
              <a:defRPr/>
            </a:pPr>
            <a:endPar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pic>
        <p:nvPicPr>
          <p:cNvPr id="5" name="Picture 4"/>
          <p:cNvPicPr>
            <a:picLocks noChangeAspect="1"/>
          </p:cNvPicPr>
          <p:nvPr/>
        </p:nvPicPr>
        <p:blipFill>
          <a:blip r:embed="rId2"/>
          <a:stretch>
            <a:fillRect/>
          </a:stretch>
        </p:blipFill>
        <p:spPr>
          <a:xfrm>
            <a:off x="364686" y="333137"/>
            <a:ext cx="7994703" cy="6379703"/>
          </a:xfrm>
          <a:prstGeom prst="rect">
            <a:avLst/>
          </a:prstGeom>
        </p:spPr>
      </p:pic>
    </p:spTree>
    <p:extLst>
      <p:ext uri="{BB962C8B-B14F-4D97-AF65-F5344CB8AC3E}">
        <p14:creationId xmlns:p14="http://schemas.microsoft.com/office/powerpoint/2010/main" val="34769915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56765" y="1304697"/>
            <a:ext cx="3190297" cy="415498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P(−</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2</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 Z ≤ </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2</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a:t>
            </a: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P(−</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1.5</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 ≤ Z ≤ </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2.5</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a:t>
            </a: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pic>
        <p:nvPicPr>
          <p:cNvPr id="6" name="Picture 5"/>
          <p:cNvPicPr>
            <a:picLocks noChangeAspect="1"/>
          </p:cNvPicPr>
          <p:nvPr/>
        </p:nvPicPr>
        <p:blipFill>
          <a:blip r:embed="rId2"/>
          <a:stretch>
            <a:fillRect/>
          </a:stretch>
        </p:blipFill>
        <p:spPr>
          <a:xfrm>
            <a:off x="415635" y="180109"/>
            <a:ext cx="7691747" cy="6810375"/>
          </a:xfrm>
          <a:prstGeom prst="rect">
            <a:avLst/>
          </a:prstGeom>
        </p:spPr>
      </p:pic>
    </p:spTree>
    <p:extLst>
      <p:ext uri="{BB962C8B-B14F-4D97-AF65-F5344CB8AC3E}">
        <p14:creationId xmlns:p14="http://schemas.microsoft.com/office/powerpoint/2010/main" val="41576391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6771" y="736660"/>
            <a:ext cx="3504486"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Find </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P(−</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1.53</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 ≤ Z ≤ </a:t>
            </a:r>
            <a:r>
              <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2.16</a:t>
            </a:r>
            <a:r>
              <a:rPr kumimoji="0" lang="pl-PL"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a:t>
            </a:r>
            <a:endParaRPr kumimoji="0" lang="en-US" sz="24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pic>
        <p:nvPicPr>
          <p:cNvPr id="5" name="Picture 4"/>
          <p:cNvPicPr>
            <a:picLocks noChangeAspect="1"/>
          </p:cNvPicPr>
          <p:nvPr/>
        </p:nvPicPr>
        <p:blipFill>
          <a:blip r:embed="rId2"/>
          <a:stretch>
            <a:fillRect/>
          </a:stretch>
        </p:blipFill>
        <p:spPr>
          <a:xfrm>
            <a:off x="249382" y="47625"/>
            <a:ext cx="7564581" cy="6810375"/>
          </a:xfrm>
          <a:prstGeom prst="rect">
            <a:avLst/>
          </a:prstGeom>
        </p:spPr>
      </p:pic>
    </p:spTree>
    <p:extLst>
      <p:ext uri="{BB962C8B-B14F-4D97-AF65-F5344CB8AC3E}">
        <p14:creationId xmlns:p14="http://schemas.microsoft.com/office/powerpoint/2010/main" val="4752496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11927" y="238081"/>
            <a:ext cx="10044546" cy="1446550"/>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If the length of newborn alligators, X, is normally distributed with mean µ = 6 inches and standard deviation σ = 1.5 inches, what is the probability that an alligator egg about to hatch, will deliver a baby alligator between 4.5 inches and 7.5 inches?</a:t>
            </a:r>
            <a:endPar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spTree>
    <p:extLst>
      <p:ext uri="{BB962C8B-B14F-4D97-AF65-F5344CB8AC3E}">
        <p14:creationId xmlns:p14="http://schemas.microsoft.com/office/powerpoint/2010/main" val="22482756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34836" y="251935"/>
            <a:ext cx="10280073" cy="1631216"/>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Gothic" panose="020B0502020202020204"/>
                <a:ea typeface="+mn-ea"/>
                <a:cs typeface="+mn-cs"/>
              </a:rPr>
              <a:t>Most graduate schools of business require applicants for admission to take the Graduate Management Admission Council’s GMAT examination. Scores on the GMAT are roughly normally distributed with a mean of 527 and a standard deviation of 112. What is the probability of an individual scoring above 500 on the GMAT?</a:t>
            </a:r>
            <a:endParaRPr kumimoji="0" lang="en-IN" sz="20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spTree>
    <p:extLst>
      <p:ext uri="{BB962C8B-B14F-4D97-AF65-F5344CB8AC3E}">
        <p14:creationId xmlns:p14="http://schemas.microsoft.com/office/powerpoint/2010/main" val="17967768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79418" y="182663"/>
            <a:ext cx="10612582" cy="267765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entury Gothic" panose="020B0502020202020204"/>
                <a:ea typeface="+mn-ea"/>
                <a:cs typeface="+mn-cs"/>
              </a:rPr>
              <a:t>The average number of acres burned by forest and range fires in a large New Mexico county is 4,300 acres per year, with a standard deviation of 750 acres. The distribution of the number of acres burned is normal.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entury Gothic" panose="020B0502020202020204"/>
                <a:ea typeface="+mn-ea"/>
                <a:cs typeface="+mn-cs"/>
              </a:rPr>
              <a:t>a)What is the probability that between 2,500 and 4,200 acres will be burned in any given year?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entury Gothic" panose="020B0502020202020204"/>
                <a:ea typeface="+mn-ea"/>
                <a:cs typeface="+mn-cs"/>
              </a:rPr>
              <a:t>b)What number of burnt acres corresponds to the 38th percentile? </a:t>
            </a:r>
            <a:endParaRPr kumimoji="0" lang="en-IN" sz="22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spTree>
    <p:extLst>
      <p:ext uri="{BB962C8B-B14F-4D97-AF65-F5344CB8AC3E}">
        <p14:creationId xmlns:p14="http://schemas.microsoft.com/office/powerpoint/2010/main" val="31022597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543" y="402438"/>
            <a:ext cx="8911687" cy="1280890"/>
          </a:xfrm>
        </p:spPr>
        <p:txBody>
          <a:bodyPr/>
          <a:lstStyle/>
          <a:p>
            <a:r>
              <a:rPr lang="en-US" dirty="0"/>
              <a:t>Binomial Approximation to Normal</a:t>
            </a:r>
            <a:endParaRPr lang="en-IN" dirty="0"/>
          </a:p>
        </p:txBody>
      </p:sp>
      <p:pic>
        <p:nvPicPr>
          <p:cNvPr id="3" name="Picture 2"/>
          <p:cNvPicPr>
            <a:picLocks noChangeAspect="1"/>
          </p:cNvPicPr>
          <p:nvPr/>
        </p:nvPicPr>
        <p:blipFill>
          <a:blip r:embed="rId2"/>
          <a:stretch>
            <a:fillRect/>
          </a:stretch>
        </p:blipFill>
        <p:spPr>
          <a:xfrm>
            <a:off x="1209942" y="1905000"/>
            <a:ext cx="5838825" cy="2876550"/>
          </a:xfrm>
          <a:prstGeom prst="rect">
            <a:avLst/>
          </a:prstGeom>
        </p:spPr>
      </p:pic>
      <p:pic>
        <p:nvPicPr>
          <p:cNvPr id="4" name="Picture 3"/>
          <p:cNvPicPr>
            <a:picLocks noChangeAspect="1"/>
          </p:cNvPicPr>
          <p:nvPr/>
        </p:nvPicPr>
        <p:blipFill>
          <a:blip r:embed="rId3"/>
          <a:stretch>
            <a:fillRect/>
          </a:stretch>
        </p:blipFill>
        <p:spPr>
          <a:xfrm>
            <a:off x="6812107" y="1197985"/>
            <a:ext cx="5213639" cy="3819525"/>
          </a:xfrm>
          <a:prstGeom prst="rect">
            <a:avLst/>
          </a:prstGeom>
        </p:spPr>
      </p:pic>
    </p:spTree>
    <p:extLst>
      <p:ext uri="{BB962C8B-B14F-4D97-AF65-F5344CB8AC3E}">
        <p14:creationId xmlns:p14="http://schemas.microsoft.com/office/powerpoint/2010/main" val="3482327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31818" y="568036"/>
            <a:ext cx="9545782" cy="80021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rPr>
              <a:t>A normal distribution has 77 as mean. Find its standard deviation if 20% of the area under the curve lies to the right of 90.</a:t>
            </a:r>
            <a:endParaRPr kumimoji="0" lang="en-IN" sz="2300" b="0" i="0" u="none" strike="noStrike" kern="1200" cap="none" spc="0" normalizeH="0" baseline="0" noProof="0" dirty="0">
              <a:ln>
                <a:noFill/>
              </a:ln>
              <a:solidFill>
                <a:prstClr val="black"/>
              </a:solidFill>
              <a:effectLst/>
              <a:uLnTx/>
              <a:uFillTx/>
              <a:latin typeface="Calisto MT" panose="02040603050505030304" pitchFamily="18" charset="0"/>
              <a:ea typeface="+mn-ea"/>
              <a:cs typeface="+mn-cs"/>
            </a:endParaRPr>
          </a:p>
        </p:txBody>
      </p:sp>
    </p:spTree>
    <p:extLst>
      <p:ext uri="{BB962C8B-B14F-4D97-AF65-F5344CB8AC3E}">
        <p14:creationId xmlns:p14="http://schemas.microsoft.com/office/powerpoint/2010/main" val="26726092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44435" y="501272"/>
            <a:ext cx="9310255" cy="92333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A line for tickets to a local concert had an average (mean) waiting time of 20 minutes with a standard deviation of 4 minutes. If 2000 ticket buyers were in line, how many of them would expect to wait for more than 30 minutes?</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2" name="Rectangle 1">
            <a:extLst>
              <a:ext uri="{FF2B5EF4-FFF2-40B4-BE49-F238E27FC236}">
                <a16:creationId xmlns:a16="http://schemas.microsoft.com/office/drawing/2014/main" id="{A766BB1B-0719-4B32-84AD-C15D076DE45E}"/>
              </a:ext>
            </a:extLst>
          </p:cNvPr>
          <p:cNvSpPr/>
          <p:nvPr/>
        </p:nvSpPr>
        <p:spPr>
          <a:xfrm>
            <a:off x="1537854" y="5876744"/>
            <a:ext cx="6096000" cy="646331"/>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entury Gothic" panose="020B0502020202020204"/>
                <a:ea typeface="+mn-ea"/>
                <a:cs typeface="+mn-cs"/>
                <a:hlinkClick r:id="rId2"/>
              </a:rPr>
              <a:t>https://homepage.divms.uiowa.edu/~mbognar/applets/normal.html</a:t>
            </a:r>
            <a:endParaRPr kumimoji="0" lang="en-IN"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5972076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77098" y="155829"/>
            <a:ext cx="10604066" cy="2308324"/>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The Floppy Disk Company makes 3.5 inch floppy disks for disk drives that are 3.7 inches wide. The width of a manufactures disk is normally distributed with a standard deviation of 0.1 inches. The company manufactures 1000 disks every hour.</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a)  30% of the disks’ widths were less than how many inches?</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b) 45% of the disks’ widths were wider than how many inches? </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c) In one hour, how many disks would you expect to be between 3.45 inches and 3.55 inches?</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d) The middle 40% of floppy disks are between which two widths?</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81171738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5247</TotalTime>
  <Words>2923</Words>
  <Application>Microsoft Office PowerPoint</Application>
  <PresentationFormat>Widescreen</PresentationFormat>
  <Paragraphs>310</Paragraphs>
  <Slides>75</Slides>
  <Notes>8</Notes>
  <HiddenSlides>0</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6" baseType="lpstr">
      <vt:lpstr>Gungsuh</vt:lpstr>
      <vt:lpstr>AR ESSENCE</vt:lpstr>
      <vt:lpstr>AR JULIAN</vt:lpstr>
      <vt:lpstr>Arial</vt:lpstr>
      <vt:lpstr>Arial</vt:lpstr>
      <vt:lpstr>Arial Unicode MS</vt:lpstr>
      <vt:lpstr>Calibri</vt:lpstr>
      <vt:lpstr>Calisto MT</vt:lpstr>
      <vt:lpstr>Cambria Math</vt:lpstr>
      <vt:lpstr>Century Gothic</vt:lpstr>
      <vt:lpstr>Century Gothic (Body)</vt:lpstr>
      <vt:lpstr>MathJax_Main</vt:lpstr>
      <vt:lpstr>MathJax_Math-italic</vt:lpstr>
      <vt:lpstr>Myriad Pro</vt:lpstr>
      <vt:lpstr>Symbol</vt:lpstr>
      <vt:lpstr>Tahoma</vt:lpstr>
      <vt:lpstr>Times New Roman</vt:lpstr>
      <vt:lpstr>Wingdings</vt:lpstr>
      <vt:lpstr>Wingdings 3</vt:lpstr>
      <vt:lpstr>Wisp</vt:lpstr>
      <vt:lpstr>Equation</vt:lpstr>
      <vt:lpstr>RANDOM VARIABLES  AND  DISTRIBUTIONS</vt:lpstr>
      <vt:lpstr>Random Variables</vt:lpstr>
      <vt:lpstr>Probability distributions</vt:lpstr>
      <vt:lpstr>Types of Random Variables</vt:lpstr>
      <vt:lpstr>Discrete probability distributions</vt:lpstr>
      <vt:lpstr>The cumulative distribution function (CDF) of random variable X is defined as   F(x)=P(X≤x), for all x∈R.  </vt:lpstr>
      <vt:lpstr>Probability Mass Function</vt:lpstr>
      <vt:lpstr> b.    f(x)= (3-x)/2 for x=1,2,3,4  c.      f(x)= (x2+x+1)/25 for x=0,1,2,3 </vt:lpstr>
      <vt:lpstr>An urn contains 6 red and 4 white balls. Three balls are drawn at random. Obtain the  probability distribution of the number of white balls drawn. </vt:lpstr>
      <vt:lpstr>A random variable X has the following probability function: </vt:lpstr>
      <vt:lpstr>Continuous Random Variable</vt:lpstr>
      <vt:lpstr>Probability Density Function (PDF)</vt:lpstr>
      <vt:lpstr>Probability Density Function</vt:lpstr>
      <vt:lpstr>Cumulative Distribution Function (CDF)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Consider two random variables X and Y with joint PMF given  </vt:lpstr>
      <vt:lpstr>PowerPoint Presentation</vt:lpstr>
      <vt:lpstr>PowerPoint Presentation</vt:lpstr>
      <vt:lpstr>PowerPoint Presentation</vt:lpstr>
      <vt:lpstr>PowerPoint Presentation</vt:lpstr>
      <vt:lpstr>PowerPoint Presentation</vt:lpstr>
      <vt:lpstr>Independent Random Variables:</vt:lpstr>
      <vt:lpstr>Expected Value and Variance </vt:lpstr>
      <vt:lpstr>Let an experiment consist of tossing a fair coin three times. Let X denote the number of heads which appear. Then the possible values of X are 0,1,2 and 3. The corresponding probabilities are 1/8,3/8,3/8, and 1/8. Find the expected value of X.</vt:lpstr>
      <vt:lpstr>PowerPoint Presentation</vt:lpstr>
      <vt:lpstr>A random variable X has the following probability distribution. Compute expectation of X</vt:lpstr>
      <vt:lpstr>Find the expected value of 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 &amp; Variance of X~B(n, p)</vt:lpstr>
      <vt:lpstr>QUESTION Suppose that a central  university has to form a committee of 5 members from a list of 20 candidates out of whom 12 are teachers and 8 students. If the members of the committee are selected at random, what is the probability that the majority of committee members are students?</vt:lpstr>
      <vt:lpstr>An insurance salesman sells policies to five men, all of identical age and good health. According to the actuarial tables, the probability that a man of this particular age will be alive 30 years hence will be 2/3. Find the probability that in 30 years  (i)all five men (ii) at least one man  (iii) at least 3 men  (iv)at most 3 men, will be alive. </vt:lpstr>
      <vt:lpstr>A student writes a five question multiple-choice quiz. Each question has four possible responses. The student guesses at random for each question. Calculate the probability for each possible score on the test from 0 to 5.</vt:lpstr>
      <vt:lpstr>Thirty percent of students at a large university are known to be short-sighted. If twenty students are picked at random, find the probability that at most two of them are shortsighted</vt:lpstr>
      <vt:lpstr>PowerPoint Presentation</vt:lpstr>
      <vt:lpstr>POISSON DISTRIBUTION</vt:lpstr>
      <vt:lpstr>Mean and Variance of Poisson Distribution</vt:lpstr>
      <vt:lpstr>Between the hours 2PM and 4 PM , the average number of phone calls per minute coming into the switchboard of a company is 2.35. Find the probability that during one particular minute there will be at most2 phone calls. Given e-2.35 = 0.095374</vt:lpstr>
      <vt:lpstr>PowerPoint Presentation</vt:lpstr>
      <vt:lpstr>Sheep are randomly scattered in a field which is divided into equal size squares. There are three sheep on average on each square. Determine the probability that on a given square there will be …  a)no more than five sheep.  b)more than two but no more than seven sheep.</vt:lpstr>
      <vt:lpstr>The water from a lake is tested and is found to contain on average three bacteria per litre of water. A sample of 250 ml is collected from the lake.  a) Determine the probability that the 250 ml water sample will contain …   i. … exactly two bacteria.  ii. … at least two bacteria.  A larger sample of two litres of water is collected from the lake.  b) Find the probability that this larger sample will contain less than ten but no less than six bacteria.</vt:lpstr>
      <vt:lpstr>If 5% of the electric bulbs manufactured by a company are defective, use Poisson distribution to find the probability that in a sample of 100 bulbs (i) none is defective, (ii) 5 bulbs are defective.</vt:lpstr>
      <vt:lpstr>PowerPoint Presentation</vt:lpstr>
      <vt:lpstr>Fit a Poisson distribution and calculate the theoretical frequencies</vt:lpstr>
      <vt:lpstr>Normal Distribution</vt:lpstr>
      <vt:lpstr>PowerPoint Presentation</vt:lpstr>
      <vt:lpstr>Assume that a pizza restaurant has a mean delivery time of 30 minutes and a standard deviation of 5 minutes.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Binomial Approximation to Normal</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VARIABLES  AND  DISTRIBUTION</dc:title>
  <dc:creator>HANNAH S PETER</dc:creator>
  <cp:lastModifiedBy>admin</cp:lastModifiedBy>
  <cp:revision>216</cp:revision>
  <dcterms:created xsi:type="dcterms:W3CDTF">2020-11-01T03:47:11Z</dcterms:created>
  <dcterms:modified xsi:type="dcterms:W3CDTF">2026-08-17T07:55:38Z</dcterms:modified>
</cp:coreProperties>
</file>